
<file path=[Content_Types].xml><?xml version="1.0" encoding="utf-8"?>
<Types xmlns="http://schemas.openxmlformats.org/package/2006/content-types">
  <Default Extension="gif" ContentType="image/gif"/>
  <Default Extension="glb" ContentType="model/gltf.binary"/>
  <Default Extension="jpeg" ContentType="image/jpeg"/>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rts/chart1.xml" ContentType="application/vnd.openxmlformats-officedocument.drawingml.chart+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81" r:id="rId20"/>
    <p:sldId id="282" r:id="rId21"/>
    <p:sldId id="274" r:id="rId22"/>
    <p:sldId id="275" r:id="rId23"/>
    <p:sldId id="276" r:id="rId24"/>
    <p:sldId id="277" r:id="rId25"/>
    <p:sldId id="278" r:id="rId26"/>
    <p:sldId id="279" r:id="rId27"/>
    <p:sldId id="280"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1" d="100"/>
          <a:sy n="91" d="100"/>
        </p:scale>
        <p:origin x="341"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doughnutChart>
        <c:varyColors val="1"/>
        <c:ser>
          <c:idx val="0"/>
          <c:order val="0"/>
          <c:tx>
            <c:strRef>
              <c:f>Sheet1!$B$1</c:f>
              <c:strCache>
                <c:ptCount val="1"/>
                <c:pt idx="0">
                  <c:v>Avancement</c:v>
                </c:pt>
              </c:strCache>
            </c:strRef>
          </c:tx>
          <c:spPr>
            <a:solidFill>
              <a:schemeClr val="accent1"/>
            </a:solidFill>
            <a:ln w="9525" cap="flat">
              <a:solidFill>
                <a:srgbClr val="F9F9F9"/>
              </a:solidFill>
              <a:prstDash val="solid"/>
              <a:round/>
            </a:ln>
            <a:effectLst/>
          </c:spPr>
          <c:dPt>
            <c:idx val="0"/>
            <c:bubble3D val="0"/>
            <c:spPr>
              <a:solidFill>
                <a:srgbClr val="5B2FD6"/>
              </a:solidFill>
              <a:ln w="9525" cap="flat">
                <a:solidFill>
                  <a:srgbClr val="F3EFFF"/>
                </a:solidFill>
                <a:prstDash val="solid"/>
                <a:round/>
              </a:ln>
              <a:effectLst/>
            </c:spPr>
            <c:extLst>
              <c:ext xmlns:c16="http://schemas.microsoft.com/office/drawing/2014/chart" uri="{C3380CC4-5D6E-409C-BE32-E72D297353CC}">
                <c16:uniqueId val="{00000001-EDFE-4622-97FB-586AFB075EB0}"/>
              </c:ext>
            </c:extLst>
          </c:dPt>
          <c:dPt>
            <c:idx val="1"/>
            <c:bubble3D val="0"/>
            <c:spPr>
              <a:solidFill>
                <a:srgbClr val="E6E1FA"/>
              </a:solidFill>
              <a:ln w="9525" cap="flat">
                <a:solidFill>
                  <a:srgbClr val="F3EFFF"/>
                </a:solidFill>
                <a:prstDash val="solid"/>
                <a:round/>
              </a:ln>
              <a:effectLst/>
            </c:spPr>
            <c:extLst>
              <c:ext xmlns:c16="http://schemas.microsoft.com/office/drawing/2014/chart" uri="{C3380CC4-5D6E-409C-BE32-E72D297353CC}">
                <c16:uniqueId val="{00000003-EDFE-4622-97FB-586AFB075EB0}"/>
              </c:ext>
            </c:extLst>
          </c:dPt>
          <c:cat>
            <c:strRef>
              <c:f>Sheet1!$A$2:$A$3</c:f>
              <c:strCache>
                <c:ptCount val="2"/>
                <c:pt idx="0">
                  <c:v>Réalisé</c:v>
                </c:pt>
                <c:pt idx="1">
                  <c:v>Restant</c:v>
                </c:pt>
              </c:strCache>
            </c:strRef>
          </c:cat>
          <c:val>
            <c:numRef>
              <c:f>Sheet1!$B$2:$B$3</c:f>
              <c:numCache>
                <c:formatCode>General</c:formatCode>
                <c:ptCount val="2"/>
                <c:pt idx="0">
                  <c:v>90</c:v>
                </c:pt>
                <c:pt idx="1">
                  <c:v>10</c:v>
                </c:pt>
              </c:numCache>
            </c:numRef>
          </c:val>
          <c:extLst>
            <c:ext xmlns:c16="http://schemas.microsoft.com/office/drawing/2014/chart" uri="{C3380CC4-5D6E-409C-BE32-E72D297353CC}">
              <c16:uniqueId val="{00000004-EDFE-4622-97FB-586AFB075EB0}"/>
            </c:ext>
          </c:extLst>
        </c:ser>
        <c:dLbls>
          <c:showLegendKey val="0"/>
          <c:showVal val="0"/>
          <c:showCatName val="0"/>
          <c:showSerName val="0"/>
          <c:showPercent val="0"/>
          <c:showBubbleSize val="0"/>
          <c:showLeaderLines val="0"/>
        </c:dLbls>
        <c:firstSliceAng val="0"/>
        <c:holeSize val="74"/>
      </c:doughnutChart>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741648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avec gratitude que nous remercions Madame / Monsieur le Président du jury de nous avoir accordé la parole. À travers ces mots, nous adressons également nos salutations distinguées aux membres du jury, à nos encadreurs, à nos chers parents et à nos honorables invités. Nous sommes heureux de vous souhaiter à tous la bienvenue et une agréable journée.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vous présentons notre travail intitulé « Mise en place d’une plateforme intelligente d’assistance au dépannage et de mise en relation avec des techniciens ». Ce travail est le fruit d’un stage académique effectué du 06 juillet au 30 septembre 2026 au sein de l’entreprise SANGOTECH SARL, en vue de l’obtention du Diplôme d’Ingénieur des Travaux Informatiques, option Génie Logiciel. Je suis FEUNOU FOSSO Otniel, et ce travail a bénéficié de l’encadrement académique de Mme MAGNE Prudence et de l’encadrement professionnel de M. NSANGOU Ghislain.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Madame / Monsieur le Président du jury, permettez-nous de vous présenter le plan qui guidera cet échange. Après une brève introduction, nous présenterons l’entreprise d’accueil. Nous vous plongerons ensuite dans le contexte qui nous a permis de relever des problèmes, lesquels ont fait émerger notre problématique. Celle-ci nous a conduits à adopter une méthodologie, qui a produit des résultats que nous commenterons à travers une démonstration. Enfin, nous conclurons et présenterons quelques perspectives avant de vous céder la parole.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 quotidien, les pannes – électriques, de plomberie, d’électroménager ou informatiques – surviennent toujours au mauvais moment. Pourtant, trouver rapidement un technicien fiable reste difficile. Dans le même temps, la généralisation du smartphone, du paiement mobile et de l’intelligence artificielle ouvre de nouvelles possibilités. C’est dans ce cadre que s’inscrit notre travail : une plateforme qui pré-diagnostique la panne grâce à l’IA et met le client en relation avec le technicien qualifié le plus proche.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d’entrer dans le vif du sujet, présentons brièvement l’entreprise qui nous a accueillis durant ce stage.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t>SANGOTECH SARL est une jeune entreprise innovante creee en mars 2026, dont le siege est situe Rue Pau a Akwa, Douala. Sa mission principale est de proposer des technologies et solutions numeriques innovantes aux particuliers et entreprises au Cameroun, notamment le tracking et la geolocalisation GPS ainsi que la conception d'applications sur mesure. Notre stage s'y est deroule du 06 juillet au 30 septembre 2026 sous l'encadrement professionnel de M. NSANGOU Ghislain.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D’où nous vient l’idée de réaliser une telle plateforme ? Voyons le contexte qui a motivé ce projet.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point de départ est un constat simple. Les pannes du quotidien sont fréquentes et souvent urgentes. Pourtant, la recherche d’un technicien reste informelle : bouche-à-oreille, contacts personnels, affichettes. Elle est lente et n’offre aucune garantie : compétences non vérifiées, tarifs opaques et aucun recours en cas de litige. Enfin, il n’existe aucun diagnostic préalable : le client décrit mal sa panne, et le technicien se déplace sans savoir quoi prévoir.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constats nous amènent à la problématique suivante : comment concevoir une plateforme permettant d’optimiser la mise en relation entre particuliers et techniciens de dépannage de manière rapide, fiable et assistée par l’intelligence artificielle ? Trois exigences en découlent : la rapidité, la fiabilité et l’apport de l’intelligence artificielle.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répondre à cette problématique, nous proposons la mise en place d’une plateforme intelligente d’assistance au dépannage et de mise en relation avec des techniciens. Elle repose sur quatre piliers : un diagnostic assisté par l’intelligence artificielle grâce à Groq ; une mise en relation géolocalisée avec le technicien qualifié le plus proche ; des devis en ligne et un paiement mobile sécurisé via Orange Money et MTN Mobile Money ; et enfin la confiance et le suivi, grâce aux évaluations, à la gestion des litiges, à la messagerie, aux appels et aux notifications.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méthodologie présente la démarche d’analyse, de conception et de réalisation de notre plateforme.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langage de modélisation retenu est UML, Unified Modeling Language, mis en œuvre avec l’outil PowerAMC. Nous l’avons choisi pour trois raisons : il est orienté objet, notamment à travers son diagramme de classes ; il est formel et normalisé par l’OMG ; enfin, c’est un support de communication performant grâce à ses différents diagrammes.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accompagner UML, nous avons adopté le processus 2TUP, Two Track Unified Process, dit « processus en Y ». Il sépare d’un côté la branche fonctionnelle – capture des besoins fonctionnels puis analyse – et de l’autre la branche technique – capture des besoins techniques puis conception générique. Les deux branches se rejoignent ensuite dans la conception préliminaire, la conception détaillée, le codage et les tests, puis la recette. Ce processus est itératif et incrémental, piloté par les risques et centré sur l’architecture.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L’analyse des besoins nous a permis d’identifier les acteurs du système. Les acteurs principaux sont : le visiteur, qui consulte la plateforme et crée son compte ; le client, qui soumet sa demande, trouve un technicien, paie et l’évalue ; le technicien, qui gère ses missions, propose des devis et s’abonne ; et l’administrateur, qui gère les utilisateurs, les litiges et vérifie les documents des techniciens. Les acteurs secondaires sont des systèmes externes : Groq pour l’intelligence artificielle, ZegoCloud pour les appels, l’API de paiement pour Orange Money et MTN Mobile Money, et l’API de notification.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diagramme de cas d’utilisation du futur système. Il expose les différents acteurs et les fonctionnalités qui leur sont liées. Le client soumet une demande, trouve un technicien et gère ses missions. Le technicien gère les missions qui lui sont attribuées et s’abonne à la plateforme, ce qui implique un paiement par Orange ou MTN. L’administrateur gère les utilisateurs et les litiges. Enfin, tout utilisateur authentifié peut contacter un autre utilisateur par message ou par appel, signaler un litige, consulter ses notifications et son historique de paiement. Chaque cas d’utilisation inclut l’authentification.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diagramme de séquence décrit de façon séquentielle le cas d’utilisation « Créer une mission ». Après authentification, le client décrit son besoin puis clique sur « Analyser avec l’IA ». Le système vérifie la saisie : si elle est incorrecte, il demande au client de détailler davantage son problème. Sinon, la description est envoyée à l’IA via une requête API sécurisée. Si le problème est pertinent, l’IA renvoie un pré-diagnostic qui s’affiche à l’écran ; sinon, le client est invité à reformuler. Enfin, lorsqu’il clique sur « Trouver un technicien proche », la mission est enregistrée dans la base de données et un message de confirmation s’affiche.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diagramme de classes présente la structure statique du système à travers seize classes. La classe abstraite Utilisateur est spécialisée en Client, Technicien et Administrateur. Le cœur métier s’articule autour de la Mission, de la DemandeMission, de la Catégorie et du Devis. La partie financière comprend le Paiement, l’AbonnementTechnicien et l’HistoriqueVersement. Enfin, la qualité et les échanges sont assurés par l’Évaluation, le Litige, le Message, l’Appel et la Notification.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système repose sur une architecture physique 3-tiers. La première couche, la présentation, correspond à l’application utilisée par le client, le technicien et l’administrateur. La deuxième couche, la logique métier, est assurée par le serveur applicatif, qui expose une API sécurisée et orchestre les services. La troisième couche est la base de données. Le serveur communique également avec des services externes : Groq pour l’intelligence artificielle, ZegoCloud pour les appels, Orange Money et MTN Mobile Money pour les paiements, ainsi qu’un service de notifications.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t>Sur le plan logique, l'application mobile Frontend est architecturee selon les principes de la Clean Architecture combinee avec Flutter et le gestionnaire d'etat Riverpod. Elle s'organise en quatre couches : la couche Presentation avec les vues et controleurs, la couche Domaine qui gere les regles metiers (cycle de vie des missions, calcul de proximite Haversine), la couche Services (liaison avec Groq IA, ZegoCloud et CamerPay), et la couche Acces aux donnees avec Dio et Supabase. Cela garantit un code maintenable et hautement testable.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7769215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t>L'architecture logique du Backend est concue pour garantir la securite et la haute disponibilite. Le serveur Node.js Express expose des endpoints REST securises par des tokens JWT. Pour les flux financiers, un traitement idempotent est applique sur les webhooks de CamerPay (Orange Money et MTN MoMo) via des fonctions atomiques stockees en base (RPC Supabase). Cela garantit qu'aucune transaction n'est traitee deux fois, assurant une parfaite integrite comptable.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3231760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maintenant aux résultats obtenus.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t>Passons a la demonstration en direct sur smartphone. Nous allons illustrer le parcours complet d'un depannage : d'abord la connexion, puis la soumission d'une panne avec l'analyse instantanee par l'IA Groq, la selection du technicien qualifie le plus proche sur la carte interactive, l'emission et l'acceptation du devis, le reglement securise par Orange Money ou MTN Mobile Money, et enfin la cloture de la mission avec l'evaluation du technicien.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 résultats, la plateforme offre à chaque acteur les fonctionnalités dont il a besoin. Le client soumet une demande avec diagnostic IA, trouve un technicien proche, accepte un devis, paie et évalue le technicien. Le technicien reçoit et accepte des missions, propose des devis, s’abonne et suit ses versements. L’administrateur gère les utilisateurs, vérifie les documents des techniciens, résout les litiges et contacte les utilisateurs. Enfin, tous les utilisateurs disposent de la messagerie, des appels intégrés, des notifications, de la gestion du profil, de l’historique des paiements et du signalement de litige.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Concernant l’état d’avancement du projet : le cahier des charges est réalisé à 100 %, l’analyse et la conception à 90 % et la réalisation à 80 %, soit un avancement global d’environ 90 %. Les modules essentiels sont opérationnels ; les efforts restants portent sur les derniers tests et l’optimisation.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arrivons au terme de notre présentation.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conclusion, ce stage chez SANGOTECH SARL nous a permis de concevoir et de réaliser une plateforme qui simplifie le dépannage : l’intelligence artificielle pré-diagnostique la panne, puis le client est mis en relation avec un technicien qualifié et proche, avec devis, paiement mobile et suivi intégrés. Ce projet nous a également permis d’enrichir notre bagage en analyse et conception UML, en développement et en intégration de services externes. Comme perspectives, nous envisageons de publier l’application sur Google Play et l’App Store, de permettre un diagnostic IA à partir de photos, d’ajouter le suivi du technicien en temps réel, d’étendre le service à d’autres villes et de doter l’administrateur d’un tableau de bord statistique.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Aucune œuvre humaine n’étant parfaite, nous nous soumettons à vos questions et suggestions. Merci pour votre aimable attention.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microsoft.com/office/2017/06/relationships/model3d" Target="file:///C:\Users\BACK%20THE%20KING\AppData\Local\Temp\claude\C--Users-BACK-THE-KING-Desktop-power\698289b8-8743-4978-a7aa-b4e6f7db24f6\scratchpad\gear_small.glb" TargetMode="External"/><Relationship Id="rId3" Type="http://schemas.openxmlformats.org/officeDocument/2006/relationships/image" Target="../media/image1.png"/><Relationship Id="rId7" Type="http://schemas.microsoft.com/office/2017/06/relationships/model3d" Target="../media/model3d2.glb"/><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2.png"/><Relationship Id="rId5" Type="http://schemas.microsoft.com/office/2017/06/relationships/model3d" Target="file:///C:\Users\BACK%20THE%20KING\AppData\Local\Temp\claude\C--Users-BACK-THE-KING-Desktop-power\698289b8-8743-4978-a7aa-b4e6f7db24f6\scratchpad\gear_big.glb" TargetMode="External"/><Relationship Id="rId4" Type="http://schemas.microsoft.com/office/2017/06/relationships/model3d" Target="../media/model3d1.glb"/><Relationship Id="rId9"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microsoft.com/office/2017/06/relationships/model3d" Target="file:///C:\Users\BACK%20THE%20KING\AppData\Local\Temp\claude\C--Users-BACK-THE-KING-Desktop-power\698289b8-8743-4978-a7aa-b4e6f7db24f6\scratchpad\gear_big.glb" TargetMode="External"/><Relationship Id="rId3" Type="http://schemas.openxmlformats.org/officeDocument/2006/relationships/image" Target="../media/image4.png"/><Relationship Id="rId7" Type="http://schemas.microsoft.com/office/2017/06/relationships/model3d" Target="../media/model3d1.glb"/><Relationship Id="rId12"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gif"/><Relationship Id="rId11" Type="http://schemas.microsoft.com/office/2017/06/relationships/model3d" Target="file:///C:\Users\BACK%20THE%20KING\AppData\Local\Temp\claude\C--Users-BACK-THE-KING-Desktop-power\698289b8-8743-4978-a7aa-b4e6f7db24f6\scratchpad\gear_small.glb" TargetMode="External"/><Relationship Id="rId5" Type="http://schemas.openxmlformats.org/officeDocument/2006/relationships/image" Target="../media/image6.jpg"/><Relationship Id="rId10" Type="http://schemas.microsoft.com/office/2017/06/relationships/model3d" Target="../media/model3d2.glb"/><Relationship Id="rId4" Type="http://schemas.openxmlformats.org/officeDocument/2006/relationships/image" Target="../media/image5.jp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microsoft.com/office/2017/06/relationships/model3d" Target="../media/model3d2.glb"/><Relationship Id="rId3" Type="http://schemas.openxmlformats.org/officeDocument/2006/relationships/image" Target="../media/image10.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microsoft.com/office/2017/06/relationships/model3d" Target="file:///C:\Users\BACK%20THE%20KING\AppData\Local\Temp\claude\C--Users-BACK-THE-KING-Desktop-power\698289b8-8743-4978-a7aa-b4e6f7db24f6\scratchpad\gear_big.glb" TargetMode="External"/><Relationship Id="rId5" Type="http://schemas.microsoft.com/office/2017/06/relationships/model3d" Target="../media/model3d1.glb"/><Relationship Id="rId10" Type="http://schemas.openxmlformats.org/officeDocument/2006/relationships/image" Target="../media/image12.png"/><Relationship Id="rId4" Type="http://schemas.openxmlformats.org/officeDocument/2006/relationships/image" Target="../media/image4.png"/><Relationship Id="rId9" Type="http://schemas.microsoft.com/office/2017/06/relationships/model3d" Target="file:///C:\Users\BACK%20THE%20KING\AppData\Local\Temp\claude\C--Users-BACK-THE-KING-Desktop-power\698289b8-8743-4978-a7aa-b4e6f7db24f6\scratchpad\gear_small.glb" TargetMode="External"/></Relationships>
</file>

<file path=ppt/slides/_rels/slide4.xml.rels><?xml version="1.0" encoding="UTF-8" standalone="yes"?>
<Relationships xmlns="http://schemas.openxmlformats.org/package/2006/relationships"><Relationship Id="rId8" Type="http://schemas.microsoft.com/office/2017/06/relationships/model3d" Target="../media/model3d1.glb"/><Relationship Id="rId13"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6.png"/><Relationship Id="rId12" Type="http://schemas.microsoft.com/office/2017/06/relationships/model3d" Target="file:///C:\Users\BACK%20THE%20KING\AppData\Local\Temp\claude\C--Users-BACK-THE-KING-Desktop-power\698289b8-8743-4978-a7aa-b4e6f7db24f6\scratchpad\gear_small.glb"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5.png"/><Relationship Id="rId11" Type="http://schemas.microsoft.com/office/2017/06/relationships/model3d" Target="../media/model3d2.glb"/><Relationship Id="rId5" Type="http://schemas.openxmlformats.org/officeDocument/2006/relationships/image" Target="../media/image14.png"/><Relationship Id="rId10" Type="http://schemas.openxmlformats.org/officeDocument/2006/relationships/image" Target="../media/image17.png"/><Relationship Id="rId4" Type="http://schemas.openxmlformats.org/officeDocument/2006/relationships/image" Target="../media/image4.png"/><Relationship Id="rId9" Type="http://schemas.microsoft.com/office/2017/06/relationships/model3d" Target="file:///C:\Users\BACK%20THE%20KING\AppData\Local\Temp\claude\C--Users-BACK-THE-KING-Desktop-power\698289b8-8743-4978-a7aa-b4e6f7db24f6\scratchpad\gear_big.glb" TargetMode="External"/></Relationships>
</file>

<file path=ppt/slides/_rels/slide5.xml.rels><?xml version="1.0" encoding="UTF-8" standalone="yes"?>
<Relationships xmlns="http://schemas.openxmlformats.org/package/2006/relationships"><Relationship Id="rId8" Type="http://schemas.microsoft.com/office/2017/06/relationships/model3d" Target="../media/model3d2.glb"/><Relationship Id="rId3" Type="http://schemas.openxmlformats.org/officeDocument/2006/relationships/image" Target="../media/image19.png"/><Relationship Id="rId7"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microsoft.com/office/2017/06/relationships/model3d" Target="file:///C:\Users\BACK%20THE%20KING\AppData\Local\Temp\claude\C--Users-BACK-THE-KING-Desktop-power\698289b8-8743-4978-a7aa-b4e6f7db24f6\scratchpad\gear_big.glb" TargetMode="External"/><Relationship Id="rId5" Type="http://schemas.microsoft.com/office/2017/06/relationships/model3d" Target="../media/model3d1.glb"/><Relationship Id="rId10" Type="http://schemas.openxmlformats.org/officeDocument/2006/relationships/image" Target="../media/image21.png"/><Relationship Id="rId4" Type="http://schemas.openxmlformats.org/officeDocument/2006/relationships/image" Target="../media/image4.png"/><Relationship Id="rId9" Type="http://schemas.microsoft.com/office/2017/06/relationships/model3d" Target="file:///C:\Users\BACK%20THE%20KING\AppData\Local\Temp\claude\C--Users-BACK-THE-KING-Desktop-power\698289b8-8743-4978-a7aa-b4e6f7db24f6\scratchpad\gear_small.glb" TargetMode="External"/></Relationships>
</file>

<file path=ppt/slides/_rels/slide6.xml.rels><?xml version="1.0" encoding="UTF-8" standalone="yes"?>
<Relationships xmlns="http://schemas.openxmlformats.org/package/2006/relationships"><Relationship Id="rId8" Type="http://schemas.openxmlformats.org/officeDocument/2006/relationships/image" Target="../media/image24.png"/><Relationship Id="rId13" Type="http://schemas.microsoft.com/office/2017/06/relationships/model3d" Target="../media/model3d2.glb"/><Relationship Id="rId3" Type="http://schemas.openxmlformats.org/officeDocument/2006/relationships/image" Target="../media/image13.png"/><Relationship Id="rId7" Type="http://schemas.openxmlformats.org/officeDocument/2006/relationships/image" Target="../media/image23.png"/><Relationship Id="rId12"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2.png"/><Relationship Id="rId11" Type="http://schemas.microsoft.com/office/2017/06/relationships/model3d" Target="file:///C:\Users\BACK%20THE%20KING\AppData\Local\Temp\claude\C--Users-BACK-THE-KING-Desktop-power\698289b8-8743-4978-a7aa-b4e6f7db24f6\scratchpad\gear_big.glb" TargetMode="External"/><Relationship Id="rId5" Type="http://schemas.openxmlformats.org/officeDocument/2006/relationships/image" Target="../media/image6.jpg"/><Relationship Id="rId15" Type="http://schemas.openxmlformats.org/officeDocument/2006/relationships/image" Target="../media/image27.png"/><Relationship Id="rId10" Type="http://schemas.microsoft.com/office/2017/06/relationships/model3d" Target="../media/model3d1.glb"/><Relationship Id="rId4" Type="http://schemas.openxmlformats.org/officeDocument/2006/relationships/image" Target="../media/image4.png"/><Relationship Id="rId9" Type="http://schemas.openxmlformats.org/officeDocument/2006/relationships/image" Target="../media/image25.jpg"/><Relationship Id="rId14" Type="http://schemas.microsoft.com/office/2017/06/relationships/model3d" Target="file:///C:\Users\BACK%20THE%20KING\AppData\Local\Temp\claude\C--Users-BACK-THE-KING-Desktop-power\698289b8-8743-4978-a7aa-b4e6f7db24f6\scratchpad\gear_small.glb" TargetMode="External"/></Relationships>
</file>

<file path=ppt/slides/_rels/slide7.xml.rels><?xml version="1.0" encoding="UTF-8" standalone="yes"?>
<Relationships xmlns="http://schemas.openxmlformats.org/package/2006/relationships"><Relationship Id="rId8" Type="http://schemas.microsoft.com/office/2017/06/relationships/model3d" Target="../media/model3d2.glb"/><Relationship Id="rId3" Type="http://schemas.openxmlformats.org/officeDocument/2006/relationships/image" Target="../media/image19.png"/><Relationship Id="rId7"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microsoft.com/office/2017/06/relationships/model3d" Target="file:///C:\Users\BACK%20THE%20KING\AppData\Local\Temp\claude\C--Users-BACK-THE-KING-Desktop-power\698289b8-8743-4978-a7aa-b4e6f7db24f6\scratchpad\gear_big.glb" TargetMode="External"/><Relationship Id="rId5" Type="http://schemas.microsoft.com/office/2017/06/relationships/model3d" Target="../media/model3d1.glb"/><Relationship Id="rId10" Type="http://schemas.openxmlformats.org/officeDocument/2006/relationships/image" Target="../media/image29.png"/><Relationship Id="rId4" Type="http://schemas.openxmlformats.org/officeDocument/2006/relationships/image" Target="../media/image4.png"/><Relationship Id="rId9" Type="http://schemas.microsoft.com/office/2017/06/relationships/model3d" Target="file:///C:\Users\BACK%20THE%20KING\AppData\Local\Temp\claude\C--Users-BACK-THE-KING-Desktop-power\698289b8-8743-4978-a7aa-b4e6f7db24f6\scratchpad\gear_small.glb" TargetMode="External"/></Relationships>
</file>

<file path=ppt/slides/_rels/slide8.xml.rels><?xml version="1.0" encoding="UTF-8" standalone="yes"?>
<Relationships xmlns="http://schemas.openxmlformats.org/package/2006/relationships"><Relationship Id="rId8" Type="http://schemas.openxmlformats.org/officeDocument/2006/relationships/image" Target="../media/image33.png"/><Relationship Id="rId13" Type="http://schemas.microsoft.com/office/2017/06/relationships/model3d" Target="file:///C:\Users\BACK%20THE%20KING\AppData\Local\Temp\claude\C--Users-BACK-THE-KING-Desktop-power\698289b8-8743-4978-a7aa-b4e6f7db24f6\scratchpad\gear_small.glb" TargetMode="External"/><Relationship Id="rId3" Type="http://schemas.openxmlformats.org/officeDocument/2006/relationships/image" Target="../media/image13.png"/><Relationship Id="rId7" Type="http://schemas.openxmlformats.org/officeDocument/2006/relationships/image" Target="../media/image32.png"/><Relationship Id="rId12" Type="http://schemas.microsoft.com/office/2017/06/relationships/model3d" Target="../media/model3d2.glb"/><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1.png"/><Relationship Id="rId11" Type="http://schemas.openxmlformats.org/officeDocument/2006/relationships/image" Target="../media/image34.png"/><Relationship Id="rId5" Type="http://schemas.openxmlformats.org/officeDocument/2006/relationships/image" Target="../media/image30.png"/><Relationship Id="rId10" Type="http://schemas.microsoft.com/office/2017/06/relationships/model3d" Target="file:///C:\Users\BACK%20THE%20KING\AppData\Local\Temp\claude\C--Users-BACK-THE-KING-Desktop-power\698289b8-8743-4978-a7aa-b4e6f7db24f6\scratchpad\gear_big.glb" TargetMode="External"/><Relationship Id="rId4" Type="http://schemas.openxmlformats.org/officeDocument/2006/relationships/image" Target="../media/image4.png"/><Relationship Id="rId9" Type="http://schemas.microsoft.com/office/2017/06/relationships/model3d" Target="../media/model3d1.glb"/><Relationship Id="rId14" Type="http://schemas.openxmlformats.org/officeDocument/2006/relationships/image" Target="../media/image35.png"/></Relationships>
</file>

<file path=ppt/slides/_rels/slide9.xml.rels><?xml version="1.0" encoding="UTF-8" standalone="yes"?>
<Relationships xmlns="http://schemas.openxmlformats.org/package/2006/relationships"><Relationship Id="rId8" Type="http://schemas.openxmlformats.org/officeDocument/2006/relationships/image" Target="../media/image39.png"/><Relationship Id="rId13" Type="http://schemas.microsoft.com/office/2017/06/relationships/model3d" Target="file:///C:\Users\BACK%20THE%20KING\AppData\Local\Temp\claude\C--Users-BACK-THE-KING-Desktop-power\698289b8-8743-4978-a7aa-b4e6f7db24f6\scratchpad\gear_small.glb" TargetMode="External"/><Relationship Id="rId3" Type="http://schemas.openxmlformats.org/officeDocument/2006/relationships/image" Target="../media/image19.png"/><Relationship Id="rId7" Type="http://schemas.openxmlformats.org/officeDocument/2006/relationships/image" Target="../media/image38.png"/><Relationship Id="rId12" Type="http://schemas.microsoft.com/office/2017/06/relationships/model3d" Target="../media/model3d2.glb"/><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7.png"/><Relationship Id="rId11" Type="http://schemas.openxmlformats.org/officeDocument/2006/relationships/image" Target="../media/image40.png"/><Relationship Id="rId5" Type="http://schemas.openxmlformats.org/officeDocument/2006/relationships/image" Target="../media/image36.png"/><Relationship Id="rId10" Type="http://schemas.microsoft.com/office/2017/06/relationships/model3d" Target="file:///C:\Users\BACK%20THE%20KING\AppData\Local\Temp\claude\C--Users-BACK-THE-KING-Desktop-power\698289b8-8743-4978-a7aa-b4e6f7db24f6\scratchpad\gear_big.glb" TargetMode="External"/><Relationship Id="rId4" Type="http://schemas.openxmlformats.org/officeDocument/2006/relationships/image" Target="../media/image4.png"/><Relationship Id="rId9" Type="http://schemas.microsoft.com/office/2017/06/relationships/model3d" Target="../media/model3d1.glb"/><Relationship Id="rId14" Type="http://schemas.openxmlformats.org/officeDocument/2006/relationships/image" Target="../media/image41.png"/></Relationships>
</file>

<file path=ppt/slides/_rels/slide10.xml.rels><?xml version="1.0" encoding="UTF-8" standalone="yes"?>
<Relationships xmlns="http://schemas.openxmlformats.org/package/2006/relationships"><Relationship Id="rId8" Type="http://schemas.openxmlformats.org/officeDocument/2006/relationships/image" Target="../media/image45.png"/><Relationship Id="rId13" Type="http://schemas.microsoft.com/office/2017/06/relationships/model3d" Target="file:///C:\Users\BACK%20THE%20KING\AppData\Local\Temp\claude\C--Users-BACK-THE-KING-Desktop-power\698289b8-8743-4978-a7aa-b4e6f7db24f6\scratchpad\gear_small.glb" TargetMode="External"/><Relationship Id="rId3" Type="http://schemas.openxmlformats.org/officeDocument/2006/relationships/image" Target="../media/image13.png"/><Relationship Id="rId7" Type="http://schemas.openxmlformats.org/officeDocument/2006/relationships/image" Target="../media/image44.png"/><Relationship Id="rId12" Type="http://schemas.microsoft.com/office/2017/06/relationships/model3d" Target="../media/model3d2.glb"/><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3.png"/><Relationship Id="rId11" Type="http://schemas.openxmlformats.org/officeDocument/2006/relationships/image" Target="../media/image46.png"/><Relationship Id="rId5" Type="http://schemas.openxmlformats.org/officeDocument/2006/relationships/image" Target="../media/image42.png"/><Relationship Id="rId10" Type="http://schemas.microsoft.com/office/2017/06/relationships/model3d" Target="file:///C:\Users\BACK%20THE%20KING\AppData\Local\Temp\claude\C--Users-BACK-THE-KING-Desktop-power\698289b8-8743-4978-a7aa-b4e6f7db24f6\scratchpad\gear_big.glb" TargetMode="External"/><Relationship Id="rId4" Type="http://schemas.openxmlformats.org/officeDocument/2006/relationships/image" Target="../media/image4.png"/><Relationship Id="rId9" Type="http://schemas.microsoft.com/office/2017/06/relationships/model3d" Target="../media/model3d1.glb"/><Relationship Id="rId14" Type="http://schemas.openxmlformats.org/officeDocument/2006/relationships/image" Target="../media/image47.png"/></Relationships>
</file>

<file path=ppt/slides/_rels/slide11.xml.rels><?xml version="1.0" encoding="UTF-8" standalone="yes"?>
<Relationships xmlns="http://schemas.openxmlformats.org/package/2006/relationships"><Relationship Id="rId8" Type="http://schemas.microsoft.com/office/2017/06/relationships/model3d" Target="../media/model3d2.glb"/><Relationship Id="rId3" Type="http://schemas.openxmlformats.org/officeDocument/2006/relationships/image" Target="../media/image19.png"/><Relationship Id="rId7" Type="http://schemas.openxmlformats.org/officeDocument/2006/relationships/image" Target="../media/image48.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microsoft.com/office/2017/06/relationships/model3d" Target="file:///C:\Users\BACK%20THE%20KING\AppData\Local\Temp\claude\C--Users-BACK-THE-KING-Desktop-power\698289b8-8743-4978-a7aa-b4e6f7db24f6\scratchpad\gear_big.glb" TargetMode="External"/><Relationship Id="rId5" Type="http://schemas.microsoft.com/office/2017/06/relationships/model3d" Target="../media/model3d1.glb"/><Relationship Id="rId10" Type="http://schemas.openxmlformats.org/officeDocument/2006/relationships/image" Target="../media/image49.png"/><Relationship Id="rId4" Type="http://schemas.openxmlformats.org/officeDocument/2006/relationships/image" Target="../media/image4.png"/><Relationship Id="rId9" Type="http://schemas.microsoft.com/office/2017/06/relationships/model3d" Target="file:///C:\Users\BACK%20THE%20KING\AppData\Local\Temp\claude\C--Users-BACK-THE-KING-Desktop-power\698289b8-8743-4978-a7aa-b4e6f7db24f6\scratchpad\gear_small.glb" TargetMode="External"/></Relationships>
</file>

<file path=ppt/slides/_rels/slide12.xml.rels><?xml version="1.0" encoding="UTF-8" standalone="yes"?>
<Relationships xmlns="http://schemas.openxmlformats.org/package/2006/relationships"><Relationship Id="rId8" Type="http://schemas.openxmlformats.org/officeDocument/2006/relationships/image" Target="../media/image53.png"/><Relationship Id="rId13" Type="http://schemas.microsoft.com/office/2017/06/relationships/model3d" Target="../media/model3d2.glb"/><Relationship Id="rId3" Type="http://schemas.openxmlformats.org/officeDocument/2006/relationships/image" Target="../media/image13.png"/><Relationship Id="rId7" Type="http://schemas.openxmlformats.org/officeDocument/2006/relationships/image" Target="../media/image52.png"/><Relationship Id="rId12" Type="http://schemas.openxmlformats.org/officeDocument/2006/relationships/image" Target="../media/image55.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51.jpg"/><Relationship Id="rId11" Type="http://schemas.microsoft.com/office/2017/06/relationships/model3d" Target="file:///C:\Users\BACK%20THE%20KING\AppData\Local\Temp\claude\C--Users-BACK-THE-KING-Desktop-power\698289b8-8743-4978-a7aa-b4e6f7db24f6\scratchpad\gear_big.glb" TargetMode="External"/><Relationship Id="rId5" Type="http://schemas.openxmlformats.org/officeDocument/2006/relationships/image" Target="../media/image50.jpg"/><Relationship Id="rId15" Type="http://schemas.openxmlformats.org/officeDocument/2006/relationships/image" Target="../media/image27.png"/><Relationship Id="rId10" Type="http://schemas.microsoft.com/office/2017/06/relationships/model3d" Target="../media/model3d1.glb"/><Relationship Id="rId4" Type="http://schemas.openxmlformats.org/officeDocument/2006/relationships/image" Target="../media/image4.png"/><Relationship Id="rId9" Type="http://schemas.openxmlformats.org/officeDocument/2006/relationships/image" Target="../media/image54.png"/><Relationship Id="rId14" Type="http://schemas.microsoft.com/office/2017/06/relationships/model3d" Target="file:///C:\Users\BACK%20THE%20KING\AppData\Local\Temp\claude\C--Users-BACK-THE-KING-Desktop-power\698289b8-8743-4978-a7aa-b4e6f7db24f6\scratchpad\gear_small.glb" TargetMode="External"/></Relationships>
</file>

<file path=ppt/slides/_rels/slide13.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3.png"/><Relationship Id="rId7" Type="http://schemas.microsoft.com/office/2017/06/relationships/model3d" Target="file:///C:\Users\BACK%20THE%20KING\AppData\Local\Temp\claude\C--Users-BACK-THE-KING-Desktop-power\698289b8-8743-4978-a7aa-b4e6f7db24f6\scratchpad\gear_big.glb"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microsoft.com/office/2017/06/relationships/model3d" Target="../media/model3d1.glb"/><Relationship Id="rId11" Type="http://schemas.openxmlformats.org/officeDocument/2006/relationships/image" Target="../media/image18.png"/><Relationship Id="rId5" Type="http://schemas.openxmlformats.org/officeDocument/2006/relationships/image" Target="../media/image56.png"/><Relationship Id="rId10" Type="http://schemas.microsoft.com/office/2017/06/relationships/model3d" Target="file:///C:\Users\BACK%20THE%20KING\AppData\Local\Temp\claude\C--Users-BACK-THE-KING-Desktop-power\698289b8-8743-4978-a7aa-b4e6f7db24f6\scratchpad\gear_small.glb" TargetMode="External"/><Relationship Id="rId4" Type="http://schemas.openxmlformats.org/officeDocument/2006/relationships/image" Target="../media/image4.png"/><Relationship Id="rId9" Type="http://schemas.microsoft.com/office/2017/06/relationships/model3d" Target="../media/model3d2.glb"/></Relationships>
</file>

<file path=ppt/slides/_rels/slide14.xml.rels><?xml version="1.0" encoding="UTF-8" standalone="yes"?>
<Relationships xmlns="http://schemas.openxmlformats.org/package/2006/relationships"><Relationship Id="rId8" Type="http://schemas.openxmlformats.org/officeDocument/2006/relationships/image" Target="../media/image32.png"/><Relationship Id="rId13" Type="http://schemas.microsoft.com/office/2017/06/relationships/model3d" Target="../media/model3d1.glb"/><Relationship Id="rId18" Type="http://schemas.openxmlformats.org/officeDocument/2006/relationships/image" Target="../media/image35.png"/><Relationship Id="rId3" Type="http://schemas.openxmlformats.org/officeDocument/2006/relationships/image" Target="../media/image13.png"/><Relationship Id="rId7" Type="http://schemas.openxmlformats.org/officeDocument/2006/relationships/image" Target="../media/image59.png"/><Relationship Id="rId12" Type="http://schemas.openxmlformats.org/officeDocument/2006/relationships/image" Target="../media/image63.png"/><Relationship Id="rId17" Type="http://schemas.microsoft.com/office/2017/06/relationships/model3d" Target="file:///C:\Users\BACK%20THE%20KING\AppData\Local\Temp\claude\C--Users-BACK-THE-KING-Desktop-power\698289b8-8743-4978-a7aa-b4e6f7db24f6\scratchpad\gear_small.glb" TargetMode="External"/><Relationship Id="rId2" Type="http://schemas.openxmlformats.org/officeDocument/2006/relationships/notesSlide" Target="../notesSlides/notesSlide14.xml"/><Relationship Id="rId16" Type="http://schemas.microsoft.com/office/2017/06/relationships/model3d" Target="../media/model3d2.glb"/><Relationship Id="rId1" Type="http://schemas.openxmlformats.org/officeDocument/2006/relationships/slideLayout" Target="../slideLayouts/slideLayout1.xml"/><Relationship Id="rId6" Type="http://schemas.openxmlformats.org/officeDocument/2006/relationships/image" Target="../media/image58.png"/><Relationship Id="rId11" Type="http://schemas.openxmlformats.org/officeDocument/2006/relationships/image" Target="../media/image62.png"/><Relationship Id="rId5" Type="http://schemas.openxmlformats.org/officeDocument/2006/relationships/image" Target="../media/image57.png"/><Relationship Id="rId15" Type="http://schemas.openxmlformats.org/officeDocument/2006/relationships/image" Target="../media/image64.png"/><Relationship Id="rId10" Type="http://schemas.openxmlformats.org/officeDocument/2006/relationships/image" Target="../media/image61.png"/><Relationship Id="rId4" Type="http://schemas.openxmlformats.org/officeDocument/2006/relationships/image" Target="../media/image4.png"/><Relationship Id="rId9" Type="http://schemas.openxmlformats.org/officeDocument/2006/relationships/image" Target="../media/image60.png"/><Relationship Id="rId14" Type="http://schemas.microsoft.com/office/2017/06/relationships/model3d" Target="file:///C:\Users\BACK%20THE%20KING\AppData\Local\Temp\claude\C--Users-BACK-THE-KING-Desktop-power\698289b8-8743-4978-a7aa-b4e6f7db24f6\scratchpad\gear_big.glb" TargetMode="External"/></Relationships>
</file>

<file path=ppt/slides/_rels/slide15.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3.png"/><Relationship Id="rId7" Type="http://schemas.microsoft.com/office/2017/06/relationships/model3d" Target="file:///C:\Users\BACK%20THE%20KING\AppData\Local\Temp\claude\C--Users-BACK-THE-KING-Desktop-power\698289b8-8743-4978-a7aa-b4e6f7db24f6\scratchpad\gear_big.glb"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microsoft.com/office/2017/06/relationships/model3d" Target="../media/model3d1.glb"/><Relationship Id="rId11" Type="http://schemas.openxmlformats.org/officeDocument/2006/relationships/image" Target="../media/image27.png"/><Relationship Id="rId5" Type="http://schemas.openxmlformats.org/officeDocument/2006/relationships/image" Target="../media/image65.png"/><Relationship Id="rId10" Type="http://schemas.microsoft.com/office/2017/06/relationships/model3d" Target="file:///C:\Users\BACK%20THE%20KING\AppData\Local\Temp\claude\C--Users-BACK-THE-KING-Desktop-power\698289b8-8743-4978-a7aa-b4e6f7db24f6\scratchpad\gear_small.glb" TargetMode="External"/><Relationship Id="rId4" Type="http://schemas.openxmlformats.org/officeDocument/2006/relationships/image" Target="../media/image4.png"/><Relationship Id="rId9" Type="http://schemas.microsoft.com/office/2017/06/relationships/model3d" Target="../media/model3d2.glb"/></Relationships>
</file>

<file path=ppt/slides/_rels/slide16.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13.png"/><Relationship Id="rId7" Type="http://schemas.microsoft.com/office/2017/06/relationships/model3d" Target="file:///C:\Users\BACK%20THE%20KING\AppData\Local\Temp\claude\C--Users-BACK-THE-KING-Desktop-power\698289b8-8743-4978-a7aa-b4e6f7db24f6\scratchpad\gear_big.glb"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microsoft.com/office/2017/06/relationships/model3d" Target="../media/model3d1.glb"/><Relationship Id="rId11" Type="http://schemas.openxmlformats.org/officeDocument/2006/relationships/image" Target="../media/image18.png"/><Relationship Id="rId5" Type="http://schemas.openxmlformats.org/officeDocument/2006/relationships/image" Target="../media/image66.png"/><Relationship Id="rId10" Type="http://schemas.microsoft.com/office/2017/06/relationships/model3d" Target="file:///C:\Users\BACK%20THE%20KING\AppData\Local\Temp\claude\C--Users-BACK-THE-KING-Desktop-power\698289b8-8743-4978-a7aa-b4e6f7db24f6\scratchpad\gear_small.glb" TargetMode="External"/><Relationship Id="rId4" Type="http://schemas.openxmlformats.org/officeDocument/2006/relationships/image" Target="../media/image4.png"/><Relationship Id="rId9" Type="http://schemas.microsoft.com/office/2017/06/relationships/model3d" Target="../media/model3d2.glb"/></Relationships>
</file>

<file path=ppt/slides/_rels/slide17.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13.png"/><Relationship Id="rId7" Type="http://schemas.microsoft.com/office/2017/06/relationships/model3d" Target="file:///C:\Users\BACK%20THE%20KING\AppData\Local\Temp\claude\C--Users-BACK-THE-KING-Desktop-power\698289b8-8743-4978-a7aa-b4e6f7db24f6\scratchpad\gear_big.glb"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microsoft.com/office/2017/06/relationships/model3d" Target="../media/model3d1.glb"/><Relationship Id="rId11" Type="http://schemas.openxmlformats.org/officeDocument/2006/relationships/image" Target="../media/image70.png"/><Relationship Id="rId5" Type="http://schemas.openxmlformats.org/officeDocument/2006/relationships/image" Target="../media/image68.png"/><Relationship Id="rId10" Type="http://schemas.microsoft.com/office/2017/06/relationships/model3d" Target="file:///C:\Users\BACK%20THE%20KING\AppData\Local\Temp\claude\C--Users-BACK-THE-KING-Desktop-power\698289b8-8743-4978-a7aa-b4e6f7db24f6\scratchpad\gear_small.glb" TargetMode="External"/><Relationship Id="rId4" Type="http://schemas.openxmlformats.org/officeDocument/2006/relationships/image" Target="../media/image4.png"/><Relationship Id="rId9" Type="http://schemas.microsoft.com/office/2017/06/relationships/model3d" Target="../media/model3d2.glb"/></Relationships>
</file>

<file path=ppt/slides/_rels/slide18.xml.rels><?xml version="1.0" encoding="UTF-8" standalone="yes"?>
<Relationships xmlns="http://schemas.openxmlformats.org/package/2006/relationships"><Relationship Id="rId8" Type="http://schemas.openxmlformats.org/officeDocument/2006/relationships/image" Target="../media/image39.png"/><Relationship Id="rId13" Type="http://schemas.microsoft.com/office/2017/06/relationships/model3d" Target="file:///C:\Users\BACK%20THE%20KING\AppData\Local\Temp\claude\C--Users-BACK-THE-KING-Desktop-power\698289b8-8743-4978-a7aa-b4e6f7db24f6\scratchpad\gear_big.glb" TargetMode="External"/><Relationship Id="rId3" Type="http://schemas.openxmlformats.org/officeDocument/2006/relationships/image" Target="../media/image13.png"/><Relationship Id="rId7" Type="http://schemas.openxmlformats.org/officeDocument/2006/relationships/image" Target="../media/image73.png"/><Relationship Id="rId12" Type="http://schemas.microsoft.com/office/2017/06/relationships/model3d" Target="../media/model3d1.glb"/><Relationship Id="rId17" Type="http://schemas.openxmlformats.org/officeDocument/2006/relationships/image" Target="../media/image27.png"/><Relationship Id="rId2" Type="http://schemas.openxmlformats.org/officeDocument/2006/relationships/notesSlide" Target="../notesSlides/notesSlide18.xml"/><Relationship Id="rId16" Type="http://schemas.microsoft.com/office/2017/06/relationships/model3d" Target="file:///C:\Users\BACK%20THE%20KING\AppData\Local\Temp\claude\C--Users-BACK-THE-KING-Desktop-power\698289b8-8743-4978-a7aa-b4e6f7db24f6\scratchpad\gear_small.glb" TargetMode="External"/><Relationship Id="rId1" Type="http://schemas.openxmlformats.org/officeDocument/2006/relationships/slideLayout" Target="../slideLayouts/slideLayout1.xml"/><Relationship Id="rId6" Type="http://schemas.openxmlformats.org/officeDocument/2006/relationships/image" Target="../media/image72.png"/><Relationship Id="rId11" Type="http://schemas.openxmlformats.org/officeDocument/2006/relationships/image" Target="../media/image76.png"/><Relationship Id="rId5" Type="http://schemas.openxmlformats.org/officeDocument/2006/relationships/image" Target="../media/image71.png"/><Relationship Id="rId15" Type="http://schemas.microsoft.com/office/2017/06/relationships/model3d" Target="../media/model3d2.glb"/><Relationship Id="rId10" Type="http://schemas.openxmlformats.org/officeDocument/2006/relationships/image" Target="../media/image75.png"/><Relationship Id="rId4" Type="http://schemas.openxmlformats.org/officeDocument/2006/relationships/image" Target="../media/image4.png"/><Relationship Id="rId9" Type="http://schemas.openxmlformats.org/officeDocument/2006/relationships/image" Target="../media/image74.png"/><Relationship Id="rId14" Type="http://schemas.openxmlformats.org/officeDocument/2006/relationships/image" Target="../media/image77.png"/></Relationships>
</file>

<file path=ppt/slides/_rels/slide19.xml.rels><?xml version="1.0" encoding="UTF-8" standalone="yes"?>
<Relationships xmlns="http://schemas.openxmlformats.org/package/2006/relationships"><Relationship Id="rId8" Type="http://schemas.microsoft.com/office/2017/06/relationships/model3d" Target="../media/model3d2.glb"/><Relationship Id="rId3" Type="http://schemas.openxmlformats.org/officeDocument/2006/relationships/image" Target="../media/image13.png"/><Relationship Id="rId7" Type="http://schemas.openxmlformats.org/officeDocument/2006/relationships/image" Target="../media/image77.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microsoft.com/office/2017/06/relationships/model3d" Target="file:///C:\Users\BACK%20THE%20KING\AppData\Local\Temp\claude\C--Users-BACK-THE-KING-Desktop-power\698289b8-8743-4978-a7aa-b4e6f7db24f6\scratchpad\gear_big.glb" TargetMode="External"/><Relationship Id="rId11" Type="http://schemas.openxmlformats.org/officeDocument/2006/relationships/image" Target="../media/image78.png"/><Relationship Id="rId5" Type="http://schemas.microsoft.com/office/2017/06/relationships/model3d" Target="../media/model3d1.glb"/><Relationship Id="rId10" Type="http://schemas.openxmlformats.org/officeDocument/2006/relationships/image" Target="../media/image27.png"/><Relationship Id="rId4" Type="http://schemas.openxmlformats.org/officeDocument/2006/relationships/image" Target="../media/image4.png"/><Relationship Id="rId9" Type="http://schemas.microsoft.com/office/2017/06/relationships/model3d" Target="file:///C:\Users\BACK%20THE%20KING\AppData\Local\Temp\claude\C--Users-BACK-THE-KING-Desktop-power\698289b8-8743-4978-a7aa-b4e6f7db24f6\scratchpad\gear_small.glb" TargetMode="External"/></Relationships>
</file>

<file path=ppt/slides/_rels/slide20.xml.rels><?xml version="1.0" encoding="UTF-8" standalone="yes"?>
<Relationships xmlns="http://schemas.openxmlformats.org/package/2006/relationships"><Relationship Id="rId8" Type="http://schemas.microsoft.com/office/2017/06/relationships/model3d" Target="../media/model3d2.glb"/><Relationship Id="rId3" Type="http://schemas.openxmlformats.org/officeDocument/2006/relationships/image" Target="../media/image13.png"/><Relationship Id="rId7" Type="http://schemas.openxmlformats.org/officeDocument/2006/relationships/image" Target="../media/image77.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microsoft.com/office/2017/06/relationships/model3d" Target="file:///C:\Users\BACK%20THE%20KING\AppData\Local\Temp\claude\C--Users-BACK-THE-KING-Desktop-power\698289b8-8743-4978-a7aa-b4e6f7db24f6\scratchpad\gear_big.glb" TargetMode="External"/><Relationship Id="rId11" Type="http://schemas.openxmlformats.org/officeDocument/2006/relationships/image" Target="../media/image79.jpeg"/><Relationship Id="rId5" Type="http://schemas.microsoft.com/office/2017/06/relationships/model3d" Target="../media/model3d1.glb"/><Relationship Id="rId10" Type="http://schemas.openxmlformats.org/officeDocument/2006/relationships/image" Target="../media/image27.png"/><Relationship Id="rId4" Type="http://schemas.openxmlformats.org/officeDocument/2006/relationships/image" Target="../media/image4.png"/><Relationship Id="rId9" Type="http://schemas.microsoft.com/office/2017/06/relationships/model3d" Target="file:///C:\Users\BACK%20THE%20KING\AppData\Local\Temp\claude\C--Users-BACK-THE-KING-Desktop-power\698289b8-8743-4978-a7aa-b4e6f7db24f6\scratchpad\gear_small.glb" TargetMode="External"/></Relationships>
</file>

<file path=ppt/slides/_rels/slide21.xml.rels><?xml version="1.0" encoding="UTF-8" standalone="yes"?>
<Relationships xmlns="http://schemas.openxmlformats.org/package/2006/relationships"><Relationship Id="rId8" Type="http://schemas.microsoft.com/office/2017/06/relationships/model3d" Target="../media/model3d2.glb"/><Relationship Id="rId3" Type="http://schemas.openxmlformats.org/officeDocument/2006/relationships/image" Target="../media/image19.png"/><Relationship Id="rId7" Type="http://schemas.openxmlformats.org/officeDocument/2006/relationships/image" Target="../media/image80.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microsoft.com/office/2017/06/relationships/model3d" Target="file:///C:\Users\BACK%20THE%20KING\AppData\Local\Temp\claude\C--Users-BACK-THE-KING-Desktop-power\698289b8-8743-4978-a7aa-b4e6f7db24f6\scratchpad\gear_big.glb" TargetMode="External"/><Relationship Id="rId5" Type="http://schemas.microsoft.com/office/2017/06/relationships/model3d" Target="../media/model3d1.glb"/><Relationship Id="rId10" Type="http://schemas.openxmlformats.org/officeDocument/2006/relationships/image" Target="../media/image29.png"/><Relationship Id="rId4" Type="http://schemas.openxmlformats.org/officeDocument/2006/relationships/image" Target="../media/image4.png"/><Relationship Id="rId9" Type="http://schemas.microsoft.com/office/2017/06/relationships/model3d" Target="file:///C:\Users\BACK%20THE%20KING\AppData\Local\Temp\claude\C--Users-BACK-THE-KING-Desktop-power\698289b8-8743-4978-a7aa-b4e6f7db24f6\scratchpad\gear_small.glb" TargetMode="External"/></Relationships>
</file>

<file path=ppt/slides/_rels/slide22.xml.rels><?xml version="1.0" encoding="UTF-8" standalone="yes"?>
<Relationships xmlns="http://schemas.openxmlformats.org/package/2006/relationships"><Relationship Id="rId8" Type="http://schemas.microsoft.com/office/2017/06/relationships/model3d" Target="../media/model3d2.glb"/><Relationship Id="rId3" Type="http://schemas.openxmlformats.org/officeDocument/2006/relationships/image" Target="../media/image19.png"/><Relationship Id="rId7" Type="http://schemas.openxmlformats.org/officeDocument/2006/relationships/image" Target="../media/image81.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microsoft.com/office/2017/06/relationships/model3d" Target="file:///C:\Users\BACK%20THE%20KING\AppData\Local\Temp\claude\C--Users-BACK-THE-KING-Desktop-power\698289b8-8743-4978-a7aa-b4e6f7db24f6\scratchpad\gear_big.glb" TargetMode="External"/><Relationship Id="rId5" Type="http://schemas.microsoft.com/office/2017/06/relationships/model3d" Target="../media/model3d1.glb"/><Relationship Id="rId10" Type="http://schemas.openxmlformats.org/officeDocument/2006/relationships/image" Target="../media/image82.png"/><Relationship Id="rId4" Type="http://schemas.openxmlformats.org/officeDocument/2006/relationships/image" Target="../media/image4.png"/><Relationship Id="rId9" Type="http://schemas.microsoft.com/office/2017/06/relationships/model3d" Target="file:///C:\Users\BACK%20THE%20KING\AppData\Local\Temp\claude\C--Users-BACK-THE-KING-Desktop-power\698289b8-8743-4978-a7aa-b4e6f7db24f6\scratchpad\gear_small.glb" TargetMode="External"/></Relationships>
</file>

<file path=ppt/slides/_rels/slide23.xml.rels><?xml version="1.0" encoding="UTF-8" standalone="yes"?>
<Relationships xmlns="http://schemas.openxmlformats.org/package/2006/relationships"><Relationship Id="rId8" Type="http://schemas.openxmlformats.org/officeDocument/2006/relationships/image" Target="../media/image32.png"/><Relationship Id="rId13" Type="http://schemas.microsoft.com/office/2017/06/relationships/model3d" Target="file:///C:\Users\BACK%20THE%20KING\AppData\Local\Temp\claude\C--Users-BACK-THE-KING-Desktop-power\698289b8-8743-4978-a7aa-b4e6f7db24f6\scratchpad\gear_small.glb" TargetMode="External"/><Relationship Id="rId3" Type="http://schemas.openxmlformats.org/officeDocument/2006/relationships/image" Target="../media/image13.png"/><Relationship Id="rId7" Type="http://schemas.openxmlformats.org/officeDocument/2006/relationships/image" Target="../media/image59.png"/><Relationship Id="rId12" Type="http://schemas.microsoft.com/office/2017/06/relationships/model3d" Target="../media/model3d2.glb"/><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56.png"/><Relationship Id="rId11" Type="http://schemas.openxmlformats.org/officeDocument/2006/relationships/image" Target="../media/image83.png"/><Relationship Id="rId5" Type="http://schemas.openxmlformats.org/officeDocument/2006/relationships/image" Target="../media/image58.png"/><Relationship Id="rId10" Type="http://schemas.microsoft.com/office/2017/06/relationships/model3d" Target="file:///C:\Users\BACK%20THE%20KING\AppData\Local\Temp\claude\C--Users-BACK-THE-KING-Desktop-power\698289b8-8743-4978-a7aa-b4e6f7db24f6\scratchpad\gear_big.glb" TargetMode="External"/><Relationship Id="rId4" Type="http://schemas.openxmlformats.org/officeDocument/2006/relationships/image" Target="../media/image4.png"/><Relationship Id="rId9" Type="http://schemas.microsoft.com/office/2017/06/relationships/model3d" Target="../media/model3d1.glb"/><Relationship Id="rId14" Type="http://schemas.openxmlformats.org/officeDocument/2006/relationships/image" Target="../media/image27.png"/></Relationships>
</file>

<file path=ppt/slides/_rels/slide2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3.png"/><Relationship Id="rId7" Type="http://schemas.microsoft.com/office/2017/06/relationships/model3d" Target="file:///C:\Users\BACK%20THE%20KING\AppData\Local\Temp\claude\C--Users-BACK-THE-KING-Desktop-power\698289b8-8743-4978-a7aa-b4e6f7db24f6\scratchpad\gear_big.glb" TargetMode="External"/><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microsoft.com/office/2017/06/relationships/model3d" Target="../media/model3d1.glb"/><Relationship Id="rId11" Type="http://schemas.openxmlformats.org/officeDocument/2006/relationships/image" Target="../media/image47.png"/><Relationship Id="rId5" Type="http://schemas.openxmlformats.org/officeDocument/2006/relationships/chart" Target="../charts/chart1.xml"/><Relationship Id="rId10" Type="http://schemas.microsoft.com/office/2017/06/relationships/model3d" Target="file:///C:\Users\BACK%20THE%20KING\AppData\Local\Temp\claude\C--Users-BACK-THE-KING-Desktop-power\698289b8-8743-4978-a7aa-b4e6f7db24f6\scratchpad\gear_small.glb" TargetMode="External"/><Relationship Id="rId4" Type="http://schemas.openxmlformats.org/officeDocument/2006/relationships/image" Target="../media/image4.png"/><Relationship Id="rId9" Type="http://schemas.microsoft.com/office/2017/06/relationships/model3d" Target="../media/model3d2.glb"/></Relationships>
</file>

<file path=ppt/slides/_rels/slide25.xml.rels><?xml version="1.0" encoding="UTF-8" standalone="yes"?>
<Relationships xmlns="http://schemas.openxmlformats.org/package/2006/relationships"><Relationship Id="rId8" Type="http://schemas.microsoft.com/office/2017/06/relationships/model3d" Target="../media/model3d2.glb"/><Relationship Id="rId3" Type="http://schemas.openxmlformats.org/officeDocument/2006/relationships/image" Target="../media/image19.png"/><Relationship Id="rId7"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microsoft.com/office/2017/06/relationships/model3d" Target="file:///C:\Users\BACK%20THE%20KING\AppData\Local\Temp\claude\C--Users-BACK-THE-KING-Desktop-power\698289b8-8743-4978-a7aa-b4e6f7db24f6\scratchpad\gear_big.glb" TargetMode="External"/><Relationship Id="rId5" Type="http://schemas.microsoft.com/office/2017/06/relationships/model3d" Target="../media/model3d1.glb"/><Relationship Id="rId10" Type="http://schemas.openxmlformats.org/officeDocument/2006/relationships/image" Target="../media/image49.png"/><Relationship Id="rId4" Type="http://schemas.openxmlformats.org/officeDocument/2006/relationships/image" Target="../media/image4.png"/><Relationship Id="rId9" Type="http://schemas.microsoft.com/office/2017/06/relationships/model3d" Target="file:///C:\Users\BACK%20THE%20KING\AppData\Local\Temp\claude\C--Users-BACK-THE-KING-Desktop-power\698289b8-8743-4978-a7aa-b4e6f7db24f6\scratchpad\gear_small.glb" TargetMode="External"/></Relationships>
</file>

<file path=ppt/slides/_rels/slide26.xml.rels><?xml version="1.0" encoding="UTF-8" standalone="yes"?>
<Relationships xmlns="http://schemas.openxmlformats.org/package/2006/relationships"><Relationship Id="rId8" Type="http://schemas.openxmlformats.org/officeDocument/2006/relationships/image" Target="../media/image87.png"/><Relationship Id="rId13" Type="http://schemas.microsoft.com/office/2017/06/relationships/model3d" Target="../media/model3d2.glb"/><Relationship Id="rId3" Type="http://schemas.openxmlformats.org/officeDocument/2006/relationships/image" Target="../media/image13.png"/><Relationship Id="rId7" Type="http://schemas.openxmlformats.org/officeDocument/2006/relationships/image" Target="../media/image86.png"/><Relationship Id="rId12"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85.png"/><Relationship Id="rId11" Type="http://schemas.microsoft.com/office/2017/06/relationships/model3d" Target="file:///C:\Users\BACK%20THE%20KING\AppData\Local\Temp\claude\C--Users-BACK-THE-KING-Desktop-power\698289b8-8743-4978-a7aa-b4e6f7db24f6\scratchpad\gear_big.glb" TargetMode="External"/><Relationship Id="rId5" Type="http://schemas.openxmlformats.org/officeDocument/2006/relationships/image" Target="../media/image84.png"/><Relationship Id="rId15" Type="http://schemas.openxmlformats.org/officeDocument/2006/relationships/image" Target="../media/image27.png"/><Relationship Id="rId10" Type="http://schemas.microsoft.com/office/2017/06/relationships/model3d" Target="../media/model3d1.glb"/><Relationship Id="rId4" Type="http://schemas.openxmlformats.org/officeDocument/2006/relationships/image" Target="../media/image4.png"/><Relationship Id="rId9" Type="http://schemas.openxmlformats.org/officeDocument/2006/relationships/image" Target="../media/image88.png"/><Relationship Id="rId14" Type="http://schemas.microsoft.com/office/2017/06/relationships/model3d" Target="file:///C:\Users\BACK%20THE%20KING\AppData\Local\Temp\claude\C--Users-BACK-THE-KING-Desktop-power\698289b8-8743-4978-a7aa-b4e6f7db24f6\scratchpad\gear_small.glb" TargetMode="External"/></Relationships>
</file>

<file path=ppt/slides/_rels/slide27.xml.rels><?xml version="1.0" encoding="UTF-8" standalone="yes"?>
<Relationships xmlns="http://schemas.openxmlformats.org/package/2006/relationships"><Relationship Id="rId8" Type="http://schemas.microsoft.com/office/2017/06/relationships/model3d" Target="file:///C:\Users\BACK%20THE%20KING\AppData\Local\Temp\claude\C--Users-BACK-THE-KING-Desktop-power\698289b8-8743-4978-a7aa-b4e6f7db24f6\scratchpad\gear_small.glb" TargetMode="External"/><Relationship Id="rId3" Type="http://schemas.openxmlformats.org/officeDocument/2006/relationships/image" Target="../media/image89.png"/><Relationship Id="rId7" Type="http://schemas.microsoft.com/office/2017/06/relationships/model3d" Target="../media/model3d2.glb"/><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90.png"/><Relationship Id="rId5" Type="http://schemas.microsoft.com/office/2017/06/relationships/model3d" Target="file:///C:\Users\BACK%20THE%20KING\AppData\Local\Temp\claude\C--Users-BACK-THE-KING-Desktop-power\698289b8-8743-4978-a7aa-b4e6f7db24f6\scratchpad\gear_big.glb" TargetMode="External"/><Relationship Id="rId4" Type="http://schemas.microsoft.com/office/2017/06/relationships/model3d" Target="../media/model3d1.glb"/><Relationship Id="rId9"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S01_A01_zoom_1"/>
          <p:cNvSpPr/>
          <p:nvPr/>
        </p:nvSpPr>
        <p:spPr>
          <a:xfrm>
            <a:off x="914400" y="4069080"/>
            <a:ext cx="6217920" cy="2331720"/>
          </a:xfrm>
          <a:prstGeom prst="irregularSeal2">
            <a:avLst/>
          </a:prstGeom>
          <a:solidFill>
            <a:srgbClr val="9BE15D"/>
          </a:solidFill>
          <a:ln w="38100">
            <a:solidFill>
              <a:srgbClr val="17132E"/>
            </a:solidFill>
            <a:prstDash val="solid"/>
          </a:ln>
        </p:spPr>
      </p:sp>
      <p:sp>
        <p:nvSpPr>
          <p:cNvPr id="4" name="S01_A02_expand_2"/>
          <p:cNvSpPr txBox="1"/>
          <p:nvPr/>
        </p:nvSpPr>
        <p:spPr>
          <a:xfrm>
            <a:off x="1463040" y="4617720"/>
            <a:ext cx="5120640" cy="1143000"/>
          </a:xfrm>
          <a:prstGeom prst="rect">
            <a:avLst/>
          </a:prstGeom>
          <a:noFill/>
          <a:ln/>
        </p:spPr>
        <p:txBody>
          <a:bodyPr wrap="square" lIns="0" tIns="0" rIns="0" bIns="0" rtlCol="0" anchor="ctr"/>
          <a:lstStyle/>
          <a:p>
            <a:pPr marL="0" indent="0" algn="ctr">
              <a:buNone/>
            </a:pPr>
            <a:r>
              <a:rPr lang="en-US" sz="6000" i="1" kern="0" spc="200" dirty="0">
                <a:solidFill>
                  <a:srgbClr val="17132E"/>
                </a:solidFill>
                <a:latin typeface="Impact" pitchFamily="34" charset="0"/>
                <a:ea typeface="Impact" pitchFamily="34" charset="-122"/>
                <a:cs typeface="Impact" pitchFamily="34" charset="-120"/>
              </a:rPr>
              <a:t>BIENVENUE !</a:t>
            </a:r>
            <a:endParaRPr lang="en-US" sz="6000" dirty="0"/>
          </a:p>
        </p:txBody>
      </p:sp>
      <p:sp>
        <p:nvSpPr>
          <p:cNvPr id="5" name="S01_A03_zoom_3"/>
          <p:cNvSpPr/>
          <p:nvPr/>
        </p:nvSpPr>
        <p:spPr>
          <a:xfrm>
            <a:off x="8595360" y="566928"/>
            <a:ext cx="3017520" cy="1645920"/>
          </a:xfrm>
          <a:prstGeom prst="wedgeEllipseCallout">
            <a:avLst/>
          </a:prstGeom>
          <a:solidFill>
            <a:srgbClr val="FFFFFF"/>
          </a:solidFill>
          <a:ln w="38100">
            <a:solidFill>
              <a:srgbClr val="17132E"/>
            </a:solidFill>
            <a:prstDash val="solid"/>
          </a:ln>
        </p:spPr>
      </p:sp>
      <p:sp>
        <p:nvSpPr>
          <p:cNvPr id="7" name="S01_A03_zoom_5"/>
          <p:cNvSpPr txBox="1"/>
          <p:nvPr/>
        </p:nvSpPr>
        <p:spPr>
          <a:xfrm>
            <a:off x="8732520" y="1481328"/>
            <a:ext cx="2743200" cy="274320"/>
          </a:xfrm>
          <a:prstGeom prst="rect">
            <a:avLst/>
          </a:prstGeom>
          <a:noFill/>
          <a:ln/>
        </p:spPr>
        <p:txBody>
          <a:bodyPr wrap="square" lIns="0" tIns="0" rIns="0" bIns="0" rtlCol="0" anchor="t"/>
          <a:lstStyle/>
          <a:p>
            <a:pPr marL="0" indent="0" algn="ctr">
              <a:buNone/>
            </a:pPr>
            <a:r>
              <a:rPr lang="en-US" sz="1100" i="1" dirty="0">
                <a:solidFill>
                  <a:srgbClr val="6E6A85"/>
                </a:solidFill>
                <a:latin typeface="Segoe UI" pitchFamily="34" charset="0"/>
                <a:ea typeface="Segoe UI" pitchFamily="34" charset="-122"/>
                <a:cs typeface="Segoe UI" pitchFamily="34" charset="-120"/>
              </a:rPr>
              <a:t>Yōkoso · Bienvenue</a:t>
            </a:r>
            <a:endParaRPr lang="en-US" sz="1100" dirty="0"/>
          </a:p>
        </p:txBody>
      </p:sp>
      <p:sp>
        <p:nvSpPr>
          <p:cNvPr id="8" name="S01_A04_fly_6"/>
          <p:cNvSpPr/>
          <p:nvPr/>
        </p:nvSpPr>
        <p:spPr>
          <a:xfrm>
            <a:off x="8458200" y="2560320"/>
            <a:ext cx="3200400" cy="420624"/>
          </a:xfrm>
          <a:prstGeom prst="rect">
            <a:avLst/>
          </a:prstGeom>
          <a:solidFill>
            <a:srgbClr val="17132E"/>
          </a:solidFill>
          <a:ln w="12700">
            <a:solidFill>
              <a:srgbClr val="17132E"/>
            </a:solidFill>
            <a:prstDash val="solid"/>
          </a:ln>
        </p:spPr>
      </p:sp>
      <p:sp>
        <p:nvSpPr>
          <p:cNvPr id="9" name="S01_A04_fly_7"/>
          <p:cNvSpPr txBox="1"/>
          <p:nvPr/>
        </p:nvSpPr>
        <p:spPr>
          <a:xfrm>
            <a:off x="8458200" y="2560320"/>
            <a:ext cx="3200400" cy="420624"/>
          </a:xfrm>
          <a:prstGeom prst="rect">
            <a:avLst/>
          </a:prstGeom>
          <a:noFill/>
          <a:ln/>
        </p:spPr>
        <p:txBody>
          <a:bodyPr wrap="square" lIns="0" tIns="0" rIns="0" bIns="0" rtlCol="0" anchor="ctr"/>
          <a:lstStyle/>
          <a:p>
            <a:pPr marL="0" indent="0" algn="ctr">
              <a:buNone/>
            </a:pPr>
            <a:r>
              <a:rPr lang="en-US" sz="1050" b="1" dirty="0">
                <a:solidFill>
                  <a:srgbClr val="FFFFFF"/>
                </a:solidFill>
                <a:latin typeface="Yu Gothic UI" pitchFamily="34" charset="0"/>
                <a:ea typeface="Yu Gothic UI" pitchFamily="34" charset="-122"/>
                <a:cs typeface="Yu Gothic UI" pitchFamily="34" charset="-120"/>
              </a:rPr>
              <a:t>  ·  ÉPISODE SPÉCIAL : LA SOUTENANCE</a:t>
            </a:r>
            <a:endParaRPr lang="en-US" sz="1050" dirty="0"/>
          </a:p>
        </p:txBody>
      </p:sp>
      <p:sp>
        <p:nvSpPr>
          <p:cNvPr id="10" name="S01_A05_fly_8"/>
          <p:cNvSpPr/>
          <p:nvPr/>
        </p:nvSpPr>
        <p:spPr>
          <a:xfrm>
            <a:off x="8275320" y="3840480"/>
            <a:ext cx="3337560" cy="1097280"/>
          </a:xfrm>
          <a:prstGeom prst="rect">
            <a:avLst/>
          </a:prstGeom>
          <a:solidFill>
            <a:srgbClr val="FFFFFF"/>
          </a:solidFill>
          <a:ln w="28575">
            <a:solidFill>
              <a:srgbClr val="17132E"/>
            </a:solidFill>
            <a:prstDash val="solid"/>
          </a:ln>
        </p:spPr>
      </p:sp>
      <p:sp>
        <p:nvSpPr>
          <p:cNvPr id="11" name="S01_A05_fly_9"/>
          <p:cNvSpPr txBox="1"/>
          <p:nvPr/>
        </p:nvSpPr>
        <p:spPr>
          <a:xfrm>
            <a:off x="8458200" y="3931920"/>
            <a:ext cx="3017520" cy="914400"/>
          </a:xfrm>
          <a:prstGeom prst="rect">
            <a:avLst/>
          </a:prstGeom>
          <a:noFill/>
          <a:ln/>
        </p:spPr>
        <p:txBody>
          <a:bodyPr wrap="square" lIns="0" tIns="0" rIns="0" bIns="0" rtlCol="0" anchor="ctr"/>
          <a:lstStyle/>
          <a:p>
            <a:pPr marL="0" indent="0">
              <a:spcAft>
                <a:spcPts val="400"/>
              </a:spcAft>
              <a:buNone/>
            </a:pPr>
            <a:r>
              <a:rPr lang="en-US" sz="1300" b="1" dirty="0">
                <a:solidFill>
                  <a:srgbClr val="17132E"/>
                </a:solidFill>
                <a:latin typeface="Segoe UI" pitchFamily="34" charset="0"/>
                <a:ea typeface="Segoe UI" pitchFamily="34" charset="-122"/>
                <a:cs typeface="Segoe UI" pitchFamily="34" charset="-120"/>
              </a:rPr>
              <a:t>SOUTENANCE DE STAGE ACADÉMIQUE</a:t>
            </a:r>
            <a:endParaRPr lang="en-US" sz="1300" dirty="0"/>
          </a:p>
          <a:p>
            <a:pPr marL="0" indent="0">
              <a:spcAft>
                <a:spcPts val="400"/>
              </a:spcAft>
              <a:buNone/>
            </a:pPr>
            <a:r>
              <a:rPr lang="en-US" sz="1300" dirty="0">
                <a:solidFill>
                  <a:srgbClr val="3E3A56"/>
                </a:solidFill>
                <a:latin typeface="Segoe UI" pitchFamily="34" charset="0"/>
                <a:ea typeface="Segoe UI" pitchFamily="34" charset="-122"/>
                <a:cs typeface="Segoe UI" pitchFamily="34" charset="-120"/>
              </a:rPr>
              <a:t>Institut Africain d’Informatique</a:t>
            </a:r>
            <a:endParaRPr lang="en-US" sz="1300" dirty="0"/>
          </a:p>
        </p:txBody>
      </p:sp>
      <p:sp>
        <p:nvSpPr>
          <p:cNvPr id="12" name="S01_A06_fly_10"/>
          <p:cNvSpPr/>
          <p:nvPr/>
        </p:nvSpPr>
        <p:spPr>
          <a:xfrm>
            <a:off x="8503920" y="5166360"/>
            <a:ext cx="3108960" cy="1051560"/>
          </a:xfrm>
          <a:prstGeom prst="rect">
            <a:avLst/>
          </a:prstGeom>
          <a:solidFill>
            <a:srgbClr val="5B2FD6"/>
          </a:solidFill>
          <a:ln w="28575">
            <a:solidFill>
              <a:srgbClr val="17132E"/>
            </a:solidFill>
            <a:prstDash val="solid"/>
          </a:ln>
        </p:spPr>
      </p:sp>
      <p:sp>
        <p:nvSpPr>
          <p:cNvPr id="13" name="S01_A06_fly_11"/>
          <p:cNvSpPr txBox="1"/>
          <p:nvPr/>
        </p:nvSpPr>
        <p:spPr>
          <a:xfrm>
            <a:off x="8686800" y="5230368"/>
            <a:ext cx="2743200" cy="914400"/>
          </a:xfrm>
          <a:prstGeom prst="rect">
            <a:avLst/>
          </a:prstGeom>
          <a:noFill/>
          <a:ln/>
        </p:spPr>
        <p:txBody>
          <a:bodyPr wrap="square" lIns="0" tIns="0" rIns="0" bIns="0" rtlCol="0" anchor="ctr"/>
          <a:lstStyle/>
          <a:p>
            <a:pPr marL="0" indent="0">
              <a:spcAft>
                <a:spcPts val="400"/>
              </a:spcAft>
              <a:buNone/>
            </a:pPr>
            <a:r>
              <a:rPr lang="en-US" sz="1600" b="1" dirty="0">
                <a:solidFill>
                  <a:srgbClr val="FFFFFF"/>
                </a:solidFill>
                <a:latin typeface="Segoe UI" pitchFamily="34" charset="0"/>
                <a:ea typeface="Segoe UI" pitchFamily="34" charset="-122"/>
                <a:cs typeface="Segoe UI" pitchFamily="34" charset="-120"/>
              </a:rPr>
              <a:t>FEUNOU FOSSO Otniel</a:t>
            </a:r>
            <a:endParaRPr lang="en-US" sz="1600" dirty="0"/>
          </a:p>
          <a:p>
            <a:pPr marL="0" indent="0">
              <a:spcAft>
                <a:spcPts val="400"/>
              </a:spcAft>
              <a:buNone/>
            </a:pPr>
            <a:r>
              <a:rPr lang="en-US" sz="1100" dirty="0">
                <a:solidFill>
                  <a:srgbClr val="FFFFFF"/>
                </a:solidFill>
                <a:latin typeface="Segoe UI" pitchFamily="34" charset="0"/>
                <a:ea typeface="Segoe UI" pitchFamily="34" charset="-122"/>
                <a:cs typeface="Segoe UI" pitchFamily="34" charset="-120"/>
              </a:rPr>
              <a:t>Année académique 2025 / 2026</a:t>
            </a:r>
            <a:endParaRPr lang="en-US" sz="1600" dirty="0"/>
          </a:p>
        </p:txBody>
      </p:sp>
      <mc:AlternateContent xmlns:mc="http://schemas.openxmlformats.org/markup-compatibility/2006">
        <mc:Choice xmlns:am3d="http://schemas.microsoft.com/office/drawing/2017/model3d" Requires="am3d">
          <p:graphicFrame>
            <p:nvGraphicFramePr>
              <p:cNvPr id="14" name="!!GearBig" descr="Engrenage 3D animé">
                <a:extLst>
                  <a:ext uri="{FF2B5EF4-FFF2-40B4-BE49-F238E27FC236}">
                    <a16:creationId xmlns:a16="http://schemas.microsoft.com/office/drawing/2014/main" id="{07A9ECA0-7918-47DE-8FE7-87CE4C994EAF}"/>
                  </a:ext>
                </a:extLst>
              </p:cNvPr>
              <p:cNvGraphicFramePr>
                <a:graphicFrameLocks/>
              </p:cNvGraphicFramePr>
              <p:nvPr>
                <p:extLst>
                  <p:ext uri="{D42A27DB-BD31-4B8C-83A1-F6EECF244321}">
                    <p14:modId xmlns:p14="http://schemas.microsoft.com/office/powerpoint/2010/main" val="3755351655"/>
                  </p:ext>
                </p:extLst>
              </p:nvPr>
            </p:nvGraphicFramePr>
            <p:xfrm>
              <a:off x="1920240" y="1188720"/>
              <a:ext cx="2651760" cy="2651760"/>
            </p:xfrm>
            <a:graphic>
              <a:graphicData uri="http://schemas.microsoft.com/office/drawing/2017/model3d">
                <am3d:model3d r:embed="rId4" r:link="rId5">
                  <am3d:spPr>
                    <a:xfrm>
                      <a:off x="0" y="0"/>
                      <a:ext cx="2651760" cy="2651760"/>
                    </a:xfrm>
                    <a:prstGeom prst="rect">
                      <a:avLst/>
                    </a:prstGeom>
                  </am3d:spPr>
                  <am3d:camera>
                    <am3d:pos x="0" y="158400000" z="158400000"/>
                    <am3d:up dx="0" dy="36000000" dz="0"/>
                    <am3d:lookAt x="0" y="0" z="0"/>
                    <am3d:perspective fov="660000"/>
                  </am3d:camera>
                  <am3d:trans>
                    <am3d:meterPerModelUnit n="404766" d="1000000"/>
                    <am3d:preTrans dx="0" dy="0" dz="0"/>
                    <am3d:scale>
                      <am3d:sx n="1000000" d="1000000"/>
                      <am3d:sy n="1000000" d="1000000"/>
                      <am3d:sz n="1000000" d="1000000"/>
                    </am3d:scale>
                    <am3d:rot ay="6000000"/>
                    <am3d:postTrans dx="0" dy="0" dz="0"/>
                  </am3d:trans>
                  <am3d:raster rName="Office3DRenderer" rVer="16.0.8326">
                    <am3d:blip r:embed="rId6"/>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4" name="!!GearBig" descr="Engrenage 3D animé">
                <a:extLst>
                  <a:ext uri="{FF2B5EF4-FFF2-40B4-BE49-F238E27FC236}">
                    <a16:creationId xmlns:a16="http://schemas.microsoft.com/office/drawing/2014/main" id="{07A9ECA0-7918-47DE-8FE7-87CE4C994EAF}"/>
                  </a:ext>
                </a:extLst>
              </p:cNvPr>
              <p:cNvPicPr>
                <a:picLocks noGrp="1" noRot="1" noChangeAspect="1" noMove="1" noResize="1" noEditPoints="1" noAdjustHandles="1" noChangeArrowheads="1" noChangeShapeType="1" noCrop="1"/>
              </p:cNvPicPr>
              <p:nvPr/>
            </p:nvPicPr>
            <p:blipFill>
              <a:blip r:embed="rId6"/>
              <a:stretch>
                <a:fillRect/>
              </a:stretch>
            </p:blipFill>
            <p:spPr>
              <a:xfrm>
                <a:off x="1920240" y="1188720"/>
                <a:ext cx="2651760" cy="265176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15" name="!!GearSmall" descr="Engrenage 3D animé">
                <a:extLst>
                  <a:ext uri="{FF2B5EF4-FFF2-40B4-BE49-F238E27FC236}">
                    <a16:creationId xmlns:a16="http://schemas.microsoft.com/office/drawing/2014/main" id="{A50E2F34-B822-4578-8195-6F2C1DFB02D6}"/>
                  </a:ext>
                </a:extLst>
              </p:cNvPr>
              <p:cNvGraphicFramePr>
                <a:graphicFrameLocks/>
              </p:cNvGraphicFramePr>
              <p:nvPr>
                <p:extLst>
                  <p:ext uri="{D42A27DB-BD31-4B8C-83A1-F6EECF244321}">
                    <p14:modId xmlns:p14="http://schemas.microsoft.com/office/powerpoint/2010/main" val="1485432589"/>
                  </p:ext>
                </p:extLst>
              </p:nvPr>
            </p:nvGraphicFramePr>
            <p:xfrm>
              <a:off x="4227271" y="2209648"/>
              <a:ext cx="1882750" cy="1882750"/>
            </p:xfrm>
            <a:graphic>
              <a:graphicData uri="http://schemas.microsoft.com/office/drawing/2017/model3d">
                <am3d:model3d r:embed="rId7" r:link="rId8">
                  <am3d:spPr>
                    <a:xfrm>
                      <a:off x="0" y="0"/>
                      <a:ext cx="1882750" cy="1882750"/>
                    </a:xfrm>
                    <a:prstGeom prst="rect">
                      <a:avLst/>
                    </a:prstGeom>
                  </am3d:spPr>
                  <am3d:camera>
                    <am3d:pos x="0" y="158400000" z="158400000"/>
                    <am3d:up dx="0" dy="36000000" dz="0"/>
                    <am3d:lookAt x="0" y="0" z="0"/>
                    <am3d:perspective fov="660000"/>
                  </am3d:camera>
                  <am3d:trans>
                    <am3d:meterPerModelUnit n="573084" d="1000000"/>
                    <am3d:preTrans dx="0" dy="0" dz="0"/>
                    <am3d:scale>
                      <am3d:sx n="1000000" d="1000000"/>
                      <am3d:sy n="1000000" d="1000000"/>
                      <am3d:sz n="1000000" d="1000000"/>
                    </am3d:scale>
                    <am3d:rot ay="12600000"/>
                    <am3d:postTrans dx="0" dy="0" dz="0"/>
                  </am3d:trans>
                  <am3d:raster rName="Office3DRenderer" rVer="16.0.8326">
                    <am3d:blip r:embed="rId9"/>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5" name="!!GearSmall" descr="Engrenage 3D animé">
                <a:extLst>
                  <a:ext uri="{FF2B5EF4-FFF2-40B4-BE49-F238E27FC236}">
                    <a16:creationId xmlns:a16="http://schemas.microsoft.com/office/drawing/2014/main" id="{A50E2F34-B822-4578-8195-6F2C1DFB02D6}"/>
                  </a:ext>
                </a:extLst>
              </p:cNvPr>
              <p:cNvPicPr>
                <a:picLocks noGrp="1" noRot="1" noChangeAspect="1" noMove="1" noResize="1" noEditPoints="1" noAdjustHandles="1" noChangeArrowheads="1" noChangeShapeType="1" noCrop="1"/>
              </p:cNvPicPr>
              <p:nvPr/>
            </p:nvPicPr>
            <p:blipFill>
              <a:blip r:embed="rId9"/>
              <a:stretch>
                <a:fillRect/>
              </a:stretch>
            </p:blipFill>
            <p:spPr>
              <a:xfrm>
                <a:off x="4227271" y="2209648"/>
                <a:ext cx="1882750" cy="1882750"/>
              </a:xfrm>
              <a:prstGeom prst="rect">
                <a:avLst/>
              </a:prstGeom>
            </p:spPr>
          </p:pic>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8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0" presetClass="entr" presetSubtype="12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600"/>
                                        <p:tgtEl>
                                          <p:spTgt spid="14"/>
                                        </p:tgtEl>
                                      </p:cBhvr>
                                    </p:animEffect>
                                    <p:anim calcmode="lin" valueType="num">
                                      <p:cBhvr additive="sum">
                                        <p:cTn id="8" dur="1600" fill="hold"/>
                                        <p:tgtEl>
                                          <p:spTgt spid="14"/>
                                        </p:tgtEl>
                                        <p:attrNameLst>
                                          <p:attrName>3d.view.rotation.y</p:attrName>
                                        </p:attrNameLst>
                                      </p:cBhvr>
                                      <p:tavLst>
                                        <p:tav tm="0">
                                          <p:val>
                                            <p:fltVal val="-20"/>
                                          </p:val>
                                        </p:tav>
                                        <p:tav tm="3330">
                                          <p:val>
                                            <p:fltVal val="-19.9349"/>
                                          </p:val>
                                        </p:tav>
                                        <p:tav tm="6660">
                                          <p:val>
                                            <p:fltVal val="-19.7456"/>
                                          </p:val>
                                        </p:tav>
                                        <p:tav tm="9990">
                                          <p:val>
                                            <p:fltVal val="-19.441"/>
                                          </p:val>
                                        </p:tav>
                                        <p:tav tm="13320">
                                          <p:val>
                                            <p:fltVal val="-19.0299"/>
                                          </p:val>
                                        </p:tav>
                                        <p:tav tm="16650">
                                          <p:val>
                                            <p:fltVal val="-18.5212"/>
                                          </p:val>
                                        </p:tav>
                                        <p:tav tm="19970">
                                          <p:val>
                                            <p:fltVal val="-17.9257"/>
                                          </p:val>
                                        </p:tav>
                                        <p:tav tm="23290">
                                          <p:val>
                                            <p:fltVal val="-17.2507"/>
                                          </p:val>
                                        </p:tav>
                                        <p:tav tm="26620">
                                          <p:val>
                                            <p:fltVal val="-16.5027"/>
                                          </p:val>
                                        </p:tav>
                                        <p:tav tm="29950">
                                          <p:val>
                                            <p:fltVal val="-15.6925"/>
                                          </p:val>
                                        </p:tav>
                                        <p:tav tm="33280">
                                          <p:val>
                                            <p:fltVal val="-14.829"/>
                                          </p:val>
                                        </p:tav>
                                        <p:tav tm="36610">
                                          <p:val>
                                            <p:fltVal val="-13.9209"/>
                                          </p:val>
                                        </p:tav>
                                        <p:tav tm="39940">
                                          <p:val>
                                            <p:fltVal val="-12.9772"/>
                                          </p:val>
                                        </p:tav>
                                        <p:tav tm="43270">
                                          <p:val>
                                            <p:fltVal val="-12.0068"/>
                                          </p:val>
                                        </p:tav>
                                        <p:tav tm="46600">
                                          <p:val>
                                            <p:fltVal val="-11.0184"/>
                                          </p:val>
                                        </p:tav>
                                        <p:tav tm="49930">
                                          <p:val>
                                            <p:fltVal val="-10.0209"/>
                                          </p:val>
                                        </p:tav>
                                        <p:tav tm="53250">
                                          <p:val>
                                            <p:fltVal val="-9.0263"/>
                                          </p:val>
                                        </p:tav>
                                        <p:tav tm="56580">
                                          <p:val>
                                            <p:fltVal val="-8.0373"/>
                                          </p:val>
                                        </p:tav>
                                        <p:tav tm="59900">
                                          <p:val>
                                            <p:fltVal val="-7.0688"/>
                                          </p:val>
                                        </p:tav>
                                        <p:tav tm="63220">
                                          <p:val>
                                            <p:fltVal val="-6.1264"/>
                                          </p:val>
                                        </p:tav>
                                        <p:tav tm="66540">
                                          <p:val>
                                            <p:fltVal val="-5.2189"/>
                                          </p:val>
                                        </p:tav>
                                        <p:tav tm="69870">
                                          <p:val>
                                            <p:fltVal val="-4.3528"/>
                                          </p:val>
                                        </p:tav>
                                        <p:tav tm="73190">
                                          <p:val>
                                            <p:fltVal val="-3.5418"/>
                                          </p:val>
                                        </p:tav>
                                        <p:tav tm="76510">
                                          <p:val>
                                            <p:fltVal val="-2.7922"/>
                                          </p:val>
                                        </p:tav>
                                        <p:tav tm="79830">
                                          <p:val>
                                            <p:fltVal val="-2.1127"/>
                                          </p:val>
                                        </p:tav>
                                        <p:tav tm="83160">
                                          <p:val>
                                            <p:fltVal val="-1.5104"/>
                                          </p:val>
                                        </p:tav>
                                        <p:tav tm="86480">
                                          <p:val>
                                            <p:fltVal val="-0.9978"/>
                                          </p:val>
                                        </p:tav>
                                        <p:tav tm="89800">
                                          <p:val>
                                            <p:fltVal val="-0.5817"/>
                                          </p:val>
                                        </p:tav>
                                        <p:tav tm="93120">
                                          <p:val>
                                            <p:fltVal val="-0.2709"/>
                                          </p:val>
                                        </p:tav>
                                        <p:tav tm="96450">
                                          <p:val>
                                            <p:fltVal val="-0.0738"/>
                                          </p:val>
                                        </p:tav>
                                        <p:tav tm="100000">
                                          <p:val>
                                            <p:fltVal val="0"/>
                                          </p:val>
                                        </p:tav>
                                      </p:tavLst>
                                    </p:anim>
                                    <p:anim calcmode="lin" valueType="num">
                                      <p:cBhvr additive="mult">
                                        <p:cTn id="9" dur="1600" fill="hold"/>
                                        <p:tgtEl>
                                          <p:spTgt spid="14"/>
                                        </p:tgtEl>
                                        <p:attrNameLst>
                                          <p:attrName>3d.object.scale.x</p:attrName>
                                        </p:attrNameLst>
                                      </p:cBhvr>
                                      <p:tavLst>
                                        <p:tav tm="0">
                                          <p:val>
                                            <p:fltVal val="0.8"/>
                                          </p:val>
                                        </p:tav>
                                        <p:tav tm="3330">
                                          <p:val>
                                            <p:fltVal val="0.8104"/>
                                          </p:val>
                                        </p:tav>
                                        <p:tav tm="6660">
                                          <p:val>
                                            <p:fltVal val="0.8208"/>
                                          </p:val>
                                        </p:tav>
                                        <p:tav tm="9990">
                                          <p:val>
                                            <p:fltVal val="0.8312"/>
                                          </p:val>
                                        </p:tav>
                                        <p:tav tm="13320">
                                          <p:val>
                                            <p:fltVal val="0.8415"/>
                                          </p:val>
                                        </p:tav>
                                        <p:tav tm="16650">
                                          <p:val>
                                            <p:fltVal val="0.8517"/>
                                          </p:val>
                                        </p:tav>
                                        <p:tav tm="19970">
                                          <p:val>
                                            <p:fltVal val="0.8617"/>
                                          </p:val>
                                        </p:tav>
                                        <p:tav tm="23290">
                                          <p:val>
                                            <p:fltVal val="0.8715"/>
                                          </p:val>
                                        </p:tav>
                                        <p:tav tm="26620">
                                          <p:val>
                                            <p:fltVal val="0.8812"/>
                                          </p:val>
                                        </p:tav>
                                        <p:tav tm="29950">
                                          <p:val>
                                            <p:fltVal val="0.8906"/>
                                          </p:val>
                                        </p:tav>
                                        <p:tav tm="33280">
                                          <p:val>
                                            <p:fltVal val="0.8998"/>
                                          </p:val>
                                        </p:tav>
                                        <p:tav tm="36610">
                                          <p:val>
                                            <p:fltVal val="0.9087"/>
                                          </p:val>
                                        </p:tav>
                                        <p:tav tm="39940">
                                          <p:val>
                                            <p:fltVal val="0.9174"/>
                                          </p:val>
                                        </p:tav>
                                        <p:tav tm="43270">
                                          <p:val>
                                            <p:fltVal val="0.9257"/>
                                          </p:val>
                                        </p:tav>
                                        <p:tav tm="46600">
                                          <p:val>
                                            <p:fltVal val="0.9336"/>
                                          </p:val>
                                        </p:tav>
                                        <p:tav tm="49930">
                                          <p:val>
                                            <p:fltVal val="0.9412"/>
                                          </p:val>
                                        </p:tav>
                                        <p:tav tm="53250">
                                          <p:val>
                                            <p:fltVal val="0.9484"/>
                                          </p:val>
                                        </p:tav>
                                        <p:tav tm="56580">
                                          <p:val>
                                            <p:fltVal val="0.9552"/>
                                          </p:val>
                                        </p:tav>
                                        <p:tav tm="59900">
                                          <p:val>
                                            <p:fltVal val="0.9616"/>
                                          </p:val>
                                        </p:tav>
                                        <p:tav tm="63220">
                                          <p:val>
                                            <p:fltVal val="0.9675"/>
                                          </p:val>
                                        </p:tav>
                                        <p:tav tm="66540">
                                          <p:val>
                                            <p:fltVal val="0.973"/>
                                          </p:val>
                                        </p:tav>
                                        <p:tav tm="69870">
                                          <p:val>
                                            <p:fltVal val="0.978"/>
                                          </p:val>
                                        </p:tav>
                                        <p:tav tm="73190">
                                          <p:val>
                                            <p:fltVal val="0.9825"/>
                                          </p:val>
                                        </p:tav>
                                        <p:tav tm="76510">
                                          <p:val>
                                            <p:fltVal val="0.9865"/>
                                          </p:val>
                                        </p:tav>
                                        <p:tav tm="79830">
                                          <p:val>
                                            <p:fltVal val="0.99"/>
                                          </p:val>
                                        </p:tav>
                                        <p:tav tm="83160">
                                          <p:val>
                                            <p:fltVal val="0.993"/>
                                          </p:val>
                                        </p:tav>
                                        <p:tav tm="86480">
                                          <p:val>
                                            <p:fltVal val="0.9955"/>
                                          </p:val>
                                        </p:tav>
                                        <p:tav tm="89800">
                                          <p:val>
                                            <p:fltVal val="0.9974"/>
                                          </p:val>
                                        </p:tav>
                                        <p:tav tm="93120">
                                          <p:val>
                                            <p:fltVal val="0.9988"/>
                                          </p:val>
                                        </p:tav>
                                        <p:tav tm="96450">
                                          <p:val>
                                            <p:fltVal val="0.9996"/>
                                          </p:val>
                                        </p:tav>
                                        <p:tav tm="100000">
                                          <p:val>
                                            <p:fltVal val="1"/>
                                          </p:val>
                                        </p:tav>
                                      </p:tavLst>
                                    </p:anim>
                                    <p:anim calcmode="lin" valueType="num">
                                      <p:cBhvr additive="mult">
                                        <p:cTn id="10" dur="1600" fill="hold"/>
                                        <p:tgtEl>
                                          <p:spTgt spid="14"/>
                                        </p:tgtEl>
                                        <p:attrNameLst>
                                          <p:attrName>3d.object.scale.y</p:attrName>
                                        </p:attrNameLst>
                                      </p:cBhvr>
                                      <p:tavLst>
                                        <p:tav tm="0">
                                          <p:val>
                                            <p:fltVal val="0.8"/>
                                          </p:val>
                                        </p:tav>
                                        <p:tav tm="3330">
                                          <p:val>
                                            <p:fltVal val="0.8104"/>
                                          </p:val>
                                        </p:tav>
                                        <p:tav tm="6660">
                                          <p:val>
                                            <p:fltVal val="0.8208"/>
                                          </p:val>
                                        </p:tav>
                                        <p:tav tm="9990">
                                          <p:val>
                                            <p:fltVal val="0.8312"/>
                                          </p:val>
                                        </p:tav>
                                        <p:tav tm="13320">
                                          <p:val>
                                            <p:fltVal val="0.8415"/>
                                          </p:val>
                                        </p:tav>
                                        <p:tav tm="16650">
                                          <p:val>
                                            <p:fltVal val="0.8517"/>
                                          </p:val>
                                        </p:tav>
                                        <p:tav tm="19970">
                                          <p:val>
                                            <p:fltVal val="0.8617"/>
                                          </p:val>
                                        </p:tav>
                                        <p:tav tm="23290">
                                          <p:val>
                                            <p:fltVal val="0.8715"/>
                                          </p:val>
                                        </p:tav>
                                        <p:tav tm="26620">
                                          <p:val>
                                            <p:fltVal val="0.8812"/>
                                          </p:val>
                                        </p:tav>
                                        <p:tav tm="29950">
                                          <p:val>
                                            <p:fltVal val="0.8906"/>
                                          </p:val>
                                        </p:tav>
                                        <p:tav tm="33280">
                                          <p:val>
                                            <p:fltVal val="0.8998"/>
                                          </p:val>
                                        </p:tav>
                                        <p:tav tm="36610">
                                          <p:val>
                                            <p:fltVal val="0.9087"/>
                                          </p:val>
                                        </p:tav>
                                        <p:tav tm="39940">
                                          <p:val>
                                            <p:fltVal val="0.9174"/>
                                          </p:val>
                                        </p:tav>
                                        <p:tav tm="43270">
                                          <p:val>
                                            <p:fltVal val="0.9257"/>
                                          </p:val>
                                        </p:tav>
                                        <p:tav tm="46600">
                                          <p:val>
                                            <p:fltVal val="0.9336"/>
                                          </p:val>
                                        </p:tav>
                                        <p:tav tm="49930">
                                          <p:val>
                                            <p:fltVal val="0.9412"/>
                                          </p:val>
                                        </p:tav>
                                        <p:tav tm="53250">
                                          <p:val>
                                            <p:fltVal val="0.9484"/>
                                          </p:val>
                                        </p:tav>
                                        <p:tav tm="56580">
                                          <p:val>
                                            <p:fltVal val="0.9552"/>
                                          </p:val>
                                        </p:tav>
                                        <p:tav tm="59900">
                                          <p:val>
                                            <p:fltVal val="0.9616"/>
                                          </p:val>
                                        </p:tav>
                                        <p:tav tm="63220">
                                          <p:val>
                                            <p:fltVal val="0.9675"/>
                                          </p:val>
                                        </p:tav>
                                        <p:tav tm="66540">
                                          <p:val>
                                            <p:fltVal val="0.973"/>
                                          </p:val>
                                        </p:tav>
                                        <p:tav tm="69870">
                                          <p:val>
                                            <p:fltVal val="0.978"/>
                                          </p:val>
                                        </p:tav>
                                        <p:tav tm="73190">
                                          <p:val>
                                            <p:fltVal val="0.9825"/>
                                          </p:val>
                                        </p:tav>
                                        <p:tav tm="76510">
                                          <p:val>
                                            <p:fltVal val="0.9865"/>
                                          </p:val>
                                        </p:tav>
                                        <p:tav tm="79830">
                                          <p:val>
                                            <p:fltVal val="0.99"/>
                                          </p:val>
                                        </p:tav>
                                        <p:tav tm="83160">
                                          <p:val>
                                            <p:fltVal val="0.993"/>
                                          </p:val>
                                        </p:tav>
                                        <p:tav tm="86480">
                                          <p:val>
                                            <p:fltVal val="0.9955"/>
                                          </p:val>
                                        </p:tav>
                                        <p:tav tm="89800">
                                          <p:val>
                                            <p:fltVal val="0.9974"/>
                                          </p:val>
                                        </p:tav>
                                        <p:tav tm="93120">
                                          <p:val>
                                            <p:fltVal val="0.9988"/>
                                          </p:val>
                                        </p:tav>
                                        <p:tav tm="96450">
                                          <p:val>
                                            <p:fltVal val="0.9996"/>
                                          </p:val>
                                        </p:tav>
                                        <p:tav tm="100000">
                                          <p:val>
                                            <p:fltVal val="1"/>
                                          </p:val>
                                        </p:tav>
                                      </p:tavLst>
                                    </p:anim>
                                    <p:anim calcmode="lin" valueType="num">
                                      <p:cBhvr additive="mult">
                                        <p:cTn id="11" dur="1600" fill="hold"/>
                                        <p:tgtEl>
                                          <p:spTgt spid="14"/>
                                        </p:tgtEl>
                                        <p:attrNameLst>
                                          <p:attrName>3d.object.scale.z</p:attrName>
                                        </p:attrNameLst>
                                      </p:cBhvr>
                                      <p:tavLst>
                                        <p:tav tm="0">
                                          <p:val>
                                            <p:fltVal val="0.8"/>
                                          </p:val>
                                        </p:tav>
                                        <p:tav tm="3330">
                                          <p:val>
                                            <p:fltVal val="0.8104"/>
                                          </p:val>
                                        </p:tav>
                                        <p:tav tm="6660">
                                          <p:val>
                                            <p:fltVal val="0.8208"/>
                                          </p:val>
                                        </p:tav>
                                        <p:tav tm="9990">
                                          <p:val>
                                            <p:fltVal val="0.8312"/>
                                          </p:val>
                                        </p:tav>
                                        <p:tav tm="13320">
                                          <p:val>
                                            <p:fltVal val="0.8415"/>
                                          </p:val>
                                        </p:tav>
                                        <p:tav tm="16650">
                                          <p:val>
                                            <p:fltVal val="0.8517"/>
                                          </p:val>
                                        </p:tav>
                                        <p:tav tm="19970">
                                          <p:val>
                                            <p:fltVal val="0.8617"/>
                                          </p:val>
                                        </p:tav>
                                        <p:tav tm="23290">
                                          <p:val>
                                            <p:fltVal val="0.8715"/>
                                          </p:val>
                                        </p:tav>
                                        <p:tav tm="26620">
                                          <p:val>
                                            <p:fltVal val="0.8812"/>
                                          </p:val>
                                        </p:tav>
                                        <p:tav tm="29950">
                                          <p:val>
                                            <p:fltVal val="0.8906"/>
                                          </p:val>
                                        </p:tav>
                                        <p:tav tm="33280">
                                          <p:val>
                                            <p:fltVal val="0.8998"/>
                                          </p:val>
                                        </p:tav>
                                        <p:tav tm="36610">
                                          <p:val>
                                            <p:fltVal val="0.9087"/>
                                          </p:val>
                                        </p:tav>
                                        <p:tav tm="39940">
                                          <p:val>
                                            <p:fltVal val="0.9174"/>
                                          </p:val>
                                        </p:tav>
                                        <p:tav tm="43270">
                                          <p:val>
                                            <p:fltVal val="0.9257"/>
                                          </p:val>
                                        </p:tav>
                                        <p:tav tm="46600">
                                          <p:val>
                                            <p:fltVal val="0.9336"/>
                                          </p:val>
                                        </p:tav>
                                        <p:tav tm="49930">
                                          <p:val>
                                            <p:fltVal val="0.9412"/>
                                          </p:val>
                                        </p:tav>
                                        <p:tav tm="53250">
                                          <p:val>
                                            <p:fltVal val="0.9484"/>
                                          </p:val>
                                        </p:tav>
                                        <p:tav tm="56580">
                                          <p:val>
                                            <p:fltVal val="0.9552"/>
                                          </p:val>
                                        </p:tav>
                                        <p:tav tm="59900">
                                          <p:val>
                                            <p:fltVal val="0.9616"/>
                                          </p:val>
                                        </p:tav>
                                        <p:tav tm="63220">
                                          <p:val>
                                            <p:fltVal val="0.9675"/>
                                          </p:val>
                                        </p:tav>
                                        <p:tav tm="66540">
                                          <p:val>
                                            <p:fltVal val="0.973"/>
                                          </p:val>
                                        </p:tav>
                                        <p:tav tm="69870">
                                          <p:val>
                                            <p:fltVal val="0.978"/>
                                          </p:val>
                                        </p:tav>
                                        <p:tav tm="73190">
                                          <p:val>
                                            <p:fltVal val="0.9825"/>
                                          </p:val>
                                        </p:tav>
                                        <p:tav tm="76510">
                                          <p:val>
                                            <p:fltVal val="0.9865"/>
                                          </p:val>
                                        </p:tav>
                                        <p:tav tm="79830">
                                          <p:val>
                                            <p:fltVal val="0.99"/>
                                          </p:val>
                                        </p:tav>
                                        <p:tav tm="83160">
                                          <p:val>
                                            <p:fltVal val="0.993"/>
                                          </p:val>
                                        </p:tav>
                                        <p:tav tm="86480">
                                          <p:val>
                                            <p:fltVal val="0.9955"/>
                                          </p:val>
                                        </p:tav>
                                        <p:tav tm="89800">
                                          <p:val>
                                            <p:fltVal val="0.9974"/>
                                          </p:val>
                                        </p:tav>
                                        <p:tav tm="93120">
                                          <p:val>
                                            <p:fltVal val="0.9988"/>
                                          </p:val>
                                        </p:tav>
                                        <p:tav tm="96450">
                                          <p:val>
                                            <p:fltVal val="0.9996"/>
                                          </p:val>
                                        </p:tav>
                                        <p:tav tm="100000">
                                          <p:val>
                                            <p:fltVal val="1"/>
                                          </p:val>
                                        </p:tav>
                                      </p:tavLst>
                                    </p:anim>
                                  </p:childTnLst>
                                </p:cTn>
                              </p:par>
                              <p:par>
                                <p:cTn id="12" presetID="60" presetClass="entr" presetSubtype="128" fill="hold" nodeType="withEffect">
                                  <p:stCondLst>
                                    <p:cond delay="30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1600"/>
                                        <p:tgtEl>
                                          <p:spTgt spid="15"/>
                                        </p:tgtEl>
                                      </p:cBhvr>
                                    </p:animEffect>
                                    <p:anim calcmode="lin" valueType="num">
                                      <p:cBhvr additive="sum">
                                        <p:cTn id="15" dur="1600" fill="hold"/>
                                        <p:tgtEl>
                                          <p:spTgt spid="15"/>
                                        </p:tgtEl>
                                        <p:attrNameLst>
                                          <p:attrName>3d.view.rotation.y</p:attrName>
                                        </p:attrNameLst>
                                      </p:cBhvr>
                                      <p:tavLst>
                                        <p:tav tm="0">
                                          <p:val>
                                            <p:fltVal val="-20"/>
                                          </p:val>
                                        </p:tav>
                                        <p:tav tm="3330">
                                          <p:val>
                                            <p:fltVal val="-19.9349"/>
                                          </p:val>
                                        </p:tav>
                                        <p:tav tm="6660">
                                          <p:val>
                                            <p:fltVal val="-19.7456"/>
                                          </p:val>
                                        </p:tav>
                                        <p:tav tm="9990">
                                          <p:val>
                                            <p:fltVal val="-19.441"/>
                                          </p:val>
                                        </p:tav>
                                        <p:tav tm="13320">
                                          <p:val>
                                            <p:fltVal val="-19.0299"/>
                                          </p:val>
                                        </p:tav>
                                        <p:tav tm="16650">
                                          <p:val>
                                            <p:fltVal val="-18.5212"/>
                                          </p:val>
                                        </p:tav>
                                        <p:tav tm="19970">
                                          <p:val>
                                            <p:fltVal val="-17.9257"/>
                                          </p:val>
                                        </p:tav>
                                        <p:tav tm="23290">
                                          <p:val>
                                            <p:fltVal val="-17.2507"/>
                                          </p:val>
                                        </p:tav>
                                        <p:tav tm="26620">
                                          <p:val>
                                            <p:fltVal val="-16.5027"/>
                                          </p:val>
                                        </p:tav>
                                        <p:tav tm="29950">
                                          <p:val>
                                            <p:fltVal val="-15.6925"/>
                                          </p:val>
                                        </p:tav>
                                        <p:tav tm="33280">
                                          <p:val>
                                            <p:fltVal val="-14.829"/>
                                          </p:val>
                                        </p:tav>
                                        <p:tav tm="36610">
                                          <p:val>
                                            <p:fltVal val="-13.9209"/>
                                          </p:val>
                                        </p:tav>
                                        <p:tav tm="39940">
                                          <p:val>
                                            <p:fltVal val="-12.9772"/>
                                          </p:val>
                                        </p:tav>
                                        <p:tav tm="43270">
                                          <p:val>
                                            <p:fltVal val="-12.0068"/>
                                          </p:val>
                                        </p:tav>
                                        <p:tav tm="46600">
                                          <p:val>
                                            <p:fltVal val="-11.0184"/>
                                          </p:val>
                                        </p:tav>
                                        <p:tav tm="49930">
                                          <p:val>
                                            <p:fltVal val="-10.0209"/>
                                          </p:val>
                                        </p:tav>
                                        <p:tav tm="53250">
                                          <p:val>
                                            <p:fltVal val="-9.0263"/>
                                          </p:val>
                                        </p:tav>
                                        <p:tav tm="56580">
                                          <p:val>
                                            <p:fltVal val="-8.0373"/>
                                          </p:val>
                                        </p:tav>
                                        <p:tav tm="59900">
                                          <p:val>
                                            <p:fltVal val="-7.0688"/>
                                          </p:val>
                                        </p:tav>
                                        <p:tav tm="63220">
                                          <p:val>
                                            <p:fltVal val="-6.1264"/>
                                          </p:val>
                                        </p:tav>
                                        <p:tav tm="66540">
                                          <p:val>
                                            <p:fltVal val="-5.2189"/>
                                          </p:val>
                                        </p:tav>
                                        <p:tav tm="69870">
                                          <p:val>
                                            <p:fltVal val="-4.3528"/>
                                          </p:val>
                                        </p:tav>
                                        <p:tav tm="73190">
                                          <p:val>
                                            <p:fltVal val="-3.5418"/>
                                          </p:val>
                                        </p:tav>
                                        <p:tav tm="76510">
                                          <p:val>
                                            <p:fltVal val="-2.7922"/>
                                          </p:val>
                                        </p:tav>
                                        <p:tav tm="79830">
                                          <p:val>
                                            <p:fltVal val="-2.1127"/>
                                          </p:val>
                                        </p:tav>
                                        <p:tav tm="83160">
                                          <p:val>
                                            <p:fltVal val="-1.5104"/>
                                          </p:val>
                                        </p:tav>
                                        <p:tav tm="86480">
                                          <p:val>
                                            <p:fltVal val="-0.9978"/>
                                          </p:val>
                                        </p:tav>
                                        <p:tav tm="89800">
                                          <p:val>
                                            <p:fltVal val="-0.5817"/>
                                          </p:val>
                                        </p:tav>
                                        <p:tav tm="93120">
                                          <p:val>
                                            <p:fltVal val="-0.2709"/>
                                          </p:val>
                                        </p:tav>
                                        <p:tav tm="96450">
                                          <p:val>
                                            <p:fltVal val="-0.0738"/>
                                          </p:val>
                                        </p:tav>
                                        <p:tav tm="100000">
                                          <p:val>
                                            <p:fltVal val="0"/>
                                          </p:val>
                                        </p:tav>
                                      </p:tavLst>
                                    </p:anim>
                                    <p:anim calcmode="lin" valueType="num">
                                      <p:cBhvr additive="mult">
                                        <p:cTn id="16" dur="1600" fill="hold"/>
                                        <p:tgtEl>
                                          <p:spTgt spid="15"/>
                                        </p:tgtEl>
                                        <p:attrNameLst>
                                          <p:attrName>3d.object.scale.x</p:attrName>
                                        </p:attrNameLst>
                                      </p:cBhvr>
                                      <p:tavLst>
                                        <p:tav tm="0">
                                          <p:val>
                                            <p:fltVal val="0.8"/>
                                          </p:val>
                                        </p:tav>
                                        <p:tav tm="3330">
                                          <p:val>
                                            <p:fltVal val="0.8104"/>
                                          </p:val>
                                        </p:tav>
                                        <p:tav tm="6660">
                                          <p:val>
                                            <p:fltVal val="0.8208"/>
                                          </p:val>
                                        </p:tav>
                                        <p:tav tm="9990">
                                          <p:val>
                                            <p:fltVal val="0.8312"/>
                                          </p:val>
                                        </p:tav>
                                        <p:tav tm="13320">
                                          <p:val>
                                            <p:fltVal val="0.8415"/>
                                          </p:val>
                                        </p:tav>
                                        <p:tav tm="16650">
                                          <p:val>
                                            <p:fltVal val="0.8517"/>
                                          </p:val>
                                        </p:tav>
                                        <p:tav tm="19970">
                                          <p:val>
                                            <p:fltVal val="0.8617"/>
                                          </p:val>
                                        </p:tav>
                                        <p:tav tm="23290">
                                          <p:val>
                                            <p:fltVal val="0.8715"/>
                                          </p:val>
                                        </p:tav>
                                        <p:tav tm="26620">
                                          <p:val>
                                            <p:fltVal val="0.8812"/>
                                          </p:val>
                                        </p:tav>
                                        <p:tav tm="29950">
                                          <p:val>
                                            <p:fltVal val="0.8906"/>
                                          </p:val>
                                        </p:tav>
                                        <p:tav tm="33280">
                                          <p:val>
                                            <p:fltVal val="0.8998"/>
                                          </p:val>
                                        </p:tav>
                                        <p:tav tm="36610">
                                          <p:val>
                                            <p:fltVal val="0.9087"/>
                                          </p:val>
                                        </p:tav>
                                        <p:tav tm="39940">
                                          <p:val>
                                            <p:fltVal val="0.9174"/>
                                          </p:val>
                                        </p:tav>
                                        <p:tav tm="43270">
                                          <p:val>
                                            <p:fltVal val="0.9257"/>
                                          </p:val>
                                        </p:tav>
                                        <p:tav tm="46600">
                                          <p:val>
                                            <p:fltVal val="0.9336"/>
                                          </p:val>
                                        </p:tav>
                                        <p:tav tm="49930">
                                          <p:val>
                                            <p:fltVal val="0.9412"/>
                                          </p:val>
                                        </p:tav>
                                        <p:tav tm="53250">
                                          <p:val>
                                            <p:fltVal val="0.9484"/>
                                          </p:val>
                                        </p:tav>
                                        <p:tav tm="56580">
                                          <p:val>
                                            <p:fltVal val="0.9552"/>
                                          </p:val>
                                        </p:tav>
                                        <p:tav tm="59900">
                                          <p:val>
                                            <p:fltVal val="0.9616"/>
                                          </p:val>
                                        </p:tav>
                                        <p:tav tm="63220">
                                          <p:val>
                                            <p:fltVal val="0.9675"/>
                                          </p:val>
                                        </p:tav>
                                        <p:tav tm="66540">
                                          <p:val>
                                            <p:fltVal val="0.973"/>
                                          </p:val>
                                        </p:tav>
                                        <p:tav tm="69870">
                                          <p:val>
                                            <p:fltVal val="0.978"/>
                                          </p:val>
                                        </p:tav>
                                        <p:tav tm="73190">
                                          <p:val>
                                            <p:fltVal val="0.9825"/>
                                          </p:val>
                                        </p:tav>
                                        <p:tav tm="76510">
                                          <p:val>
                                            <p:fltVal val="0.9865"/>
                                          </p:val>
                                        </p:tav>
                                        <p:tav tm="79830">
                                          <p:val>
                                            <p:fltVal val="0.99"/>
                                          </p:val>
                                        </p:tav>
                                        <p:tav tm="83160">
                                          <p:val>
                                            <p:fltVal val="0.993"/>
                                          </p:val>
                                        </p:tav>
                                        <p:tav tm="86480">
                                          <p:val>
                                            <p:fltVal val="0.9955"/>
                                          </p:val>
                                        </p:tav>
                                        <p:tav tm="89800">
                                          <p:val>
                                            <p:fltVal val="0.9974"/>
                                          </p:val>
                                        </p:tav>
                                        <p:tav tm="93120">
                                          <p:val>
                                            <p:fltVal val="0.9988"/>
                                          </p:val>
                                        </p:tav>
                                        <p:tav tm="96450">
                                          <p:val>
                                            <p:fltVal val="0.9996"/>
                                          </p:val>
                                        </p:tav>
                                        <p:tav tm="100000">
                                          <p:val>
                                            <p:fltVal val="1"/>
                                          </p:val>
                                        </p:tav>
                                      </p:tavLst>
                                    </p:anim>
                                    <p:anim calcmode="lin" valueType="num">
                                      <p:cBhvr additive="mult">
                                        <p:cTn id="17" dur="1600" fill="hold"/>
                                        <p:tgtEl>
                                          <p:spTgt spid="15"/>
                                        </p:tgtEl>
                                        <p:attrNameLst>
                                          <p:attrName>3d.object.scale.y</p:attrName>
                                        </p:attrNameLst>
                                      </p:cBhvr>
                                      <p:tavLst>
                                        <p:tav tm="0">
                                          <p:val>
                                            <p:fltVal val="0.8"/>
                                          </p:val>
                                        </p:tav>
                                        <p:tav tm="3330">
                                          <p:val>
                                            <p:fltVal val="0.8104"/>
                                          </p:val>
                                        </p:tav>
                                        <p:tav tm="6660">
                                          <p:val>
                                            <p:fltVal val="0.8208"/>
                                          </p:val>
                                        </p:tav>
                                        <p:tav tm="9990">
                                          <p:val>
                                            <p:fltVal val="0.8312"/>
                                          </p:val>
                                        </p:tav>
                                        <p:tav tm="13320">
                                          <p:val>
                                            <p:fltVal val="0.8415"/>
                                          </p:val>
                                        </p:tav>
                                        <p:tav tm="16650">
                                          <p:val>
                                            <p:fltVal val="0.8517"/>
                                          </p:val>
                                        </p:tav>
                                        <p:tav tm="19970">
                                          <p:val>
                                            <p:fltVal val="0.8617"/>
                                          </p:val>
                                        </p:tav>
                                        <p:tav tm="23290">
                                          <p:val>
                                            <p:fltVal val="0.8715"/>
                                          </p:val>
                                        </p:tav>
                                        <p:tav tm="26620">
                                          <p:val>
                                            <p:fltVal val="0.8812"/>
                                          </p:val>
                                        </p:tav>
                                        <p:tav tm="29950">
                                          <p:val>
                                            <p:fltVal val="0.8906"/>
                                          </p:val>
                                        </p:tav>
                                        <p:tav tm="33280">
                                          <p:val>
                                            <p:fltVal val="0.8998"/>
                                          </p:val>
                                        </p:tav>
                                        <p:tav tm="36610">
                                          <p:val>
                                            <p:fltVal val="0.9087"/>
                                          </p:val>
                                        </p:tav>
                                        <p:tav tm="39940">
                                          <p:val>
                                            <p:fltVal val="0.9174"/>
                                          </p:val>
                                        </p:tav>
                                        <p:tav tm="43270">
                                          <p:val>
                                            <p:fltVal val="0.9257"/>
                                          </p:val>
                                        </p:tav>
                                        <p:tav tm="46600">
                                          <p:val>
                                            <p:fltVal val="0.9336"/>
                                          </p:val>
                                        </p:tav>
                                        <p:tav tm="49930">
                                          <p:val>
                                            <p:fltVal val="0.9412"/>
                                          </p:val>
                                        </p:tav>
                                        <p:tav tm="53250">
                                          <p:val>
                                            <p:fltVal val="0.9484"/>
                                          </p:val>
                                        </p:tav>
                                        <p:tav tm="56580">
                                          <p:val>
                                            <p:fltVal val="0.9552"/>
                                          </p:val>
                                        </p:tav>
                                        <p:tav tm="59900">
                                          <p:val>
                                            <p:fltVal val="0.9616"/>
                                          </p:val>
                                        </p:tav>
                                        <p:tav tm="63220">
                                          <p:val>
                                            <p:fltVal val="0.9675"/>
                                          </p:val>
                                        </p:tav>
                                        <p:tav tm="66540">
                                          <p:val>
                                            <p:fltVal val="0.973"/>
                                          </p:val>
                                        </p:tav>
                                        <p:tav tm="69870">
                                          <p:val>
                                            <p:fltVal val="0.978"/>
                                          </p:val>
                                        </p:tav>
                                        <p:tav tm="73190">
                                          <p:val>
                                            <p:fltVal val="0.9825"/>
                                          </p:val>
                                        </p:tav>
                                        <p:tav tm="76510">
                                          <p:val>
                                            <p:fltVal val="0.9865"/>
                                          </p:val>
                                        </p:tav>
                                        <p:tav tm="79830">
                                          <p:val>
                                            <p:fltVal val="0.99"/>
                                          </p:val>
                                        </p:tav>
                                        <p:tav tm="83160">
                                          <p:val>
                                            <p:fltVal val="0.993"/>
                                          </p:val>
                                        </p:tav>
                                        <p:tav tm="86480">
                                          <p:val>
                                            <p:fltVal val="0.9955"/>
                                          </p:val>
                                        </p:tav>
                                        <p:tav tm="89800">
                                          <p:val>
                                            <p:fltVal val="0.9974"/>
                                          </p:val>
                                        </p:tav>
                                        <p:tav tm="93120">
                                          <p:val>
                                            <p:fltVal val="0.9988"/>
                                          </p:val>
                                        </p:tav>
                                        <p:tav tm="96450">
                                          <p:val>
                                            <p:fltVal val="0.9996"/>
                                          </p:val>
                                        </p:tav>
                                        <p:tav tm="100000">
                                          <p:val>
                                            <p:fltVal val="1"/>
                                          </p:val>
                                        </p:tav>
                                      </p:tavLst>
                                    </p:anim>
                                    <p:anim calcmode="lin" valueType="num">
                                      <p:cBhvr additive="mult">
                                        <p:cTn id="18" dur="1600" fill="hold"/>
                                        <p:tgtEl>
                                          <p:spTgt spid="15"/>
                                        </p:tgtEl>
                                        <p:attrNameLst>
                                          <p:attrName>3d.object.scale.z</p:attrName>
                                        </p:attrNameLst>
                                      </p:cBhvr>
                                      <p:tavLst>
                                        <p:tav tm="0">
                                          <p:val>
                                            <p:fltVal val="0.8"/>
                                          </p:val>
                                        </p:tav>
                                        <p:tav tm="3330">
                                          <p:val>
                                            <p:fltVal val="0.8104"/>
                                          </p:val>
                                        </p:tav>
                                        <p:tav tm="6660">
                                          <p:val>
                                            <p:fltVal val="0.8208"/>
                                          </p:val>
                                        </p:tav>
                                        <p:tav tm="9990">
                                          <p:val>
                                            <p:fltVal val="0.8312"/>
                                          </p:val>
                                        </p:tav>
                                        <p:tav tm="13320">
                                          <p:val>
                                            <p:fltVal val="0.8415"/>
                                          </p:val>
                                        </p:tav>
                                        <p:tav tm="16650">
                                          <p:val>
                                            <p:fltVal val="0.8517"/>
                                          </p:val>
                                        </p:tav>
                                        <p:tav tm="19970">
                                          <p:val>
                                            <p:fltVal val="0.8617"/>
                                          </p:val>
                                        </p:tav>
                                        <p:tav tm="23290">
                                          <p:val>
                                            <p:fltVal val="0.8715"/>
                                          </p:val>
                                        </p:tav>
                                        <p:tav tm="26620">
                                          <p:val>
                                            <p:fltVal val="0.8812"/>
                                          </p:val>
                                        </p:tav>
                                        <p:tav tm="29950">
                                          <p:val>
                                            <p:fltVal val="0.8906"/>
                                          </p:val>
                                        </p:tav>
                                        <p:tav tm="33280">
                                          <p:val>
                                            <p:fltVal val="0.8998"/>
                                          </p:val>
                                        </p:tav>
                                        <p:tav tm="36610">
                                          <p:val>
                                            <p:fltVal val="0.9087"/>
                                          </p:val>
                                        </p:tav>
                                        <p:tav tm="39940">
                                          <p:val>
                                            <p:fltVal val="0.9174"/>
                                          </p:val>
                                        </p:tav>
                                        <p:tav tm="43270">
                                          <p:val>
                                            <p:fltVal val="0.9257"/>
                                          </p:val>
                                        </p:tav>
                                        <p:tav tm="46600">
                                          <p:val>
                                            <p:fltVal val="0.9336"/>
                                          </p:val>
                                        </p:tav>
                                        <p:tav tm="49930">
                                          <p:val>
                                            <p:fltVal val="0.9412"/>
                                          </p:val>
                                        </p:tav>
                                        <p:tav tm="53250">
                                          <p:val>
                                            <p:fltVal val="0.9484"/>
                                          </p:val>
                                        </p:tav>
                                        <p:tav tm="56580">
                                          <p:val>
                                            <p:fltVal val="0.9552"/>
                                          </p:val>
                                        </p:tav>
                                        <p:tav tm="59900">
                                          <p:val>
                                            <p:fltVal val="0.9616"/>
                                          </p:val>
                                        </p:tav>
                                        <p:tav tm="63220">
                                          <p:val>
                                            <p:fltVal val="0.9675"/>
                                          </p:val>
                                        </p:tav>
                                        <p:tav tm="66540">
                                          <p:val>
                                            <p:fltVal val="0.973"/>
                                          </p:val>
                                        </p:tav>
                                        <p:tav tm="69870">
                                          <p:val>
                                            <p:fltVal val="0.978"/>
                                          </p:val>
                                        </p:tav>
                                        <p:tav tm="73190">
                                          <p:val>
                                            <p:fltVal val="0.9825"/>
                                          </p:val>
                                        </p:tav>
                                        <p:tav tm="76510">
                                          <p:val>
                                            <p:fltVal val="0.9865"/>
                                          </p:val>
                                        </p:tav>
                                        <p:tav tm="79830">
                                          <p:val>
                                            <p:fltVal val="0.99"/>
                                          </p:val>
                                        </p:tav>
                                        <p:tav tm="83160">
                                          <p:val>
                                            <p:fltVal val="0.993"/>
                                          </p:val>
                                        </p:tav>
                                        <p:tav tm="86480">
                                          <p:val>
                                            <p:fltVal val="0.9955"/>
                                          </p:val>
                                        </p:tav>
                                        <p:tav tm="89800">
                                          <p:val>
                                            <p:fltVal val="0.9974"/>
                                          </p:val>
                                        </p:tav>
                                        <p:tav tm="93120">
                                          <p:val>
                                            <p:fltVal val="0.9988"/>
                                          </p:val>
                                        </p:tav>
                                        <p:tav tm="96450">
                                          <p:val>
                                            <p:fltVal val="0.9996"/>
                                          </p:val>
                                        </p:tav>
                                        <p:tav tm="100000">
                                          <p:val>
                                            <p:fltVal val="1"/>
                                          </p:val>
                                        </p:tav>
                                      </p:tavLst>
                                    </p:anim>
                                  </p:childTnLst>
                                </p:cTn>
                              </p:par>
                              <p:par>
                                <p:cTn id="19" presetID="37" presetClass="emph" presetSubtype="128" repeatCount="indefinite" fill="hold" nodeType="withEffect">
                                  <p:stCondLst>
                                    <p:cond delay="1900"/>
                                  </p:stCondLst>
                                  <p:childTnLst>
                                    <p:animRot by="21600000">
                                      <p:cBhvr>
                                        <p:cTn id="20" dur="10000" fill="hold"/>
                                        <p:tgtEl>
                                          <p:spTgt spid="14"/>
                                        </p:tgtEl>
                                        <p:attrNameLst>
                                          <p:attrName>3d.view.rotation.y</p:attrName>
                                        </p:attrNameLst>
                                      </p:cBhvr>
                                    </p:animRot>
                                  </p:childTnLst>
                                </p:cTn>
                              </p:par>
                              <p:par>
                                <p:cTn id="21" presetID="37" presetClass="emph" presetSubtype="128" repeatCount="indefinite" fill="hold" nodeType="withEffect">
                                  <p:stCondLst>
                                    <p:cond delay="1900"/>
                                  </p:stCondLst>
                                  <p:childTnLst>
                                    <p:animRot by="-21600000">
                                      <p:cBhvr>
                                        <p:cTn id="22" dur="6667" fill="hold"/>
                                        <p:tgtEl>
                                          <p:spTgt spid="15"/>
                                        </p:tgtEl>
                                        <p:attrNameLst>
                                          <p:attrName>3d.view.rotation.y</p:attrName>
                                        </p:attrNameLst>
                                      </p:cBhvr>
                                    </p:animRot>
                                  </p:childTnLst>
                                </p:cTn>
                              </p:par>
                              <p:par>
                                <p:cTn id="23" presetID="53" presetClass="entr" presetSubtype="16" fill="hold" nodeType="withEffect">
                                  <p:stCondLst>
                                    <p:cond delay="1360"/>
                                  </p:stCondLst>
                                  <p:childTnLst>
                                    <p:set>
                                      <p:cBhvr>
                                        <p:cTn id="24" dur="1" fill="hold">
                                          <p:stCondLst>
                                            <p:cond delay="0"/>
                                          </p:stCondLst>
                                        </p:cTn>
                                        <p:tgtEl>
                                          <p:spTgt spid="3"/>
                                        </p:tgtEl>
                                        <p:attrNameLst>
                                          <p:attrName>style.visibility</p:attrName>
                                        </p:attrNameLst>
                                      </p:cBhvr>
                                      <p:to>
                                        <p:strVal val="visible"/>
                                      </p:to>
                                    </p:set>
                                    <p:anim calcmode="lin" valueType="num">
                                      <p:cBhvr>
                                        <p:cTn id="25" dur="550" fill="hold"/>
                                        <p:tgtEl>
                                          <p:spTgt spid="3"/>
                                        </p:tgtEl>
                                        <p:attrNameLst>
                                          <p:attrName>ppt_w</p:attrName>
                                        </p:attrNameLst>
                                      </p:cBhvr>
                                      <p:tavLst>
                                        <p:tav tm="0">
                                          <p:val>
                                            <p:fltVal val="0"/>
                                          </p:val>
                                        </p:tav>
                                        <p:tav tm="100000">
                                          <p:val>
                                            <p:strVal val="#ppt_w"/>
                                          </p:val>
                                        </p:tav>
                                      </p:tavLst>
                                    </p:anim>
                                    <p:anim calcmode="lin" valueType="num">
                                      <p:cBhvr>
                                        <p:cTn id="26" dur="550" fill="hold"/>
                                        <p:tgtEl>
                                          <p:spTgt spid="3"/>
                                        </p:tgtEl>
                                        <p:attrNameLst>
                                          <p:attrName>ppt_h</p:attrName>
                                        </p:attrNameLst>
                                      </p:cBhvr>
                                      <p:tavLst>
                                        <p:tav tm="0">
                                          <p:val>
                                            <p:fltVal val="0"/>
                                          </p:val>
                                        </p:tav>
                                        <p:tav tm="100000">
                                          <p:val>
                                            <p:strVal val="#ppt_h"/>
                                          </p:val>
                                        </p:tav>
                                      </p:tavLst>
                                    </p:anim>
                                    <p:animEffect transition="in" filter="fade">
                                      <p:cBhvr>
                                        <p:cTn id="27" dur="550"/>
                                        <p:tgtEl>
                                          <p:spTgt spid="3"/>
                                        </p:tgtEl>
                                      </p:cBhvr>
                                    </p:animEffect>
                                  </p:childTnLst>
                                </p:cTn>
                              </p:par>
                              <p:par>
                                <p:cTn id="28" presetID="55" presetClass="entr" presetSubtype="0" fill="hold" grpId="0" nodeType="withEffect">
                                  <p:stCondLst>
                                    <p:cond delay="1520"/>
                                  </p:stCondLst>
                                  <p:childTnLst>
                                    <p:set>
                                      <p:cBhvr>
                                        <p:cTn id="29" dur="1" fill="hold">
                                          <p:stCondLst>
                                            <p:cond delay="0"/>
                                          </p:stCondLst>
                                        </p:cTn>
                                        <p:tgtEl>
                                          <p:spTgt spid="4"/>
                                        </p:tgtEl>
                                        <p:attrNameLst>
                                          <p:attrName>style.visibility</p:attrName>
                                        </p:attrNameLst>
                                      </p:cBhvr>
                                      <p:to>
                                        <p:strVal val="visible"/>
                                      </p:to>
                                    </p:set>
                                    <p:anim calcmode="lin" valueType="num">
                                      <p:cBhvr>
                                        <p:cTn id="30" dur="550" fill="hold"/>
                                        <p:tgtEl>
                                          <p:spTgt spid="4"/>
                                        </p:tgtEl>
                                        <p:attrNameLst>
                                          <p:attrName>ppt_w</p:attrName>
                                        </p:attrNameLst>
                                      </p:cBhvr>
                                      <p:tavLst>
                                        <p:tav tm="0">
                                          <p:val>
                                            <p:strVal val="#ppt_w*0.70"/>
                                          </p:val>
                                        </p:tav>
                                        <p:tav tm="100000">
                                          <p:val>
                                            <p:strVal val="#ppt_w"/>
                                          </p:val>
                                        </p:tav>
                                      </p:tavLst>
                                    </p:anim>
                                    <p:anim calcmode="lin" valueType="num">
                                      <p:cBhvr>
                                        <p:cTn id="31" dur="550" fill="hold"/>
                                        <p:tgtEl>
                                          <p:spTgt spid="4"/>
                                        </p:tgtEl>
                                        <p:attrNameLst>
                                          <p:attrName>ppt_h</p:attrName>
                                        </p:attrNameLst>
                                      </p:cBhvr>
                                      <p:tavLst>
                                        <p:tav tm="0">
                                          <p:val>
                                            <p:strVal val="#ppt_h"/>
                                          </p:val>
                                        </p:tav>
                                        <p:tav tm="100000">
                                          <p:val>
                                            <p:strVal val="#ppt_h"/>
                                          </p:val>
                                        </p:tav>
                                      </p:tavLst>
                                    </p:anim>
                                    <p:animEffect transition="in" filter="fade">
                                      <p:cBhvr>
                                        <p:cTn id="32" dur="550"/>
                                        <p:tgtEl>
                                          <p:spTgt spid="4"/>
                                        </p:tgtEl>
                                      </p:cBhvr>
                                    </p:animEffect>
                                  </p:childTnLst>
                                </p:cTn>
                              </p:par>
                              <p:par>
                                <p:cTn id="33" presetID="53" presetClass="entr" presetSubtype="16" fill="hold" nodeType="withEffect">
                                  <p:stCondLst>
                                    <p:cond delay="1680"/>
                                  </p:stCondLst>
                                  <p:childTnLst>
                                    <p:set>
                                      <p:cBhvr>
                                        <p:cTn id="34" dur="1" fill="hold">
                                          <p:stCondLst>
                                            <p:cond delay="0"/>
                                          </p:stCondLst>
                                        </p:cTn>
                                        <p:tgtEl>
                                          <p:spTgt spid="5"/>
                                        </p:tgtEl>
                                        <p:attrNameLst>
                                          <p:attrName>style.visibility</p:attrName>
                                        </p:attrNameLst>
                                      </p:cBhvr>
                                      <p:to>
                                        <p:strVal val="visible"/>
                                      </p:to>
                                    </p:set>
                                    <p:anim calcmode="lin" valueType="num">
                                      <p:cBhvr>
                                        <p:cTn id="35" dur="550" fill="hold"/>
                                        <p:tgtEl>
                                          <p:spTgt spid="5"/>
                                        </p:tgtEl>
                                        <p:attrNameLst>
                                          <p:attrName>ppt_w</p:attrName>
                                        </p:attrNameLst>
                                      </p:cBhvr>
                                      <p:tavLst>
                                        <p:tav tm="0">
                                          <p:val>
                                            <p:fltVal val="0"/>
                                          </p:val>
                                        </p:tav>
                                        <p:tav tm="100000">
                                          <p:val>
                                            <p:strVal val="#ppt_w"/>
                                          </p:val>
                                        </p:tav>
                                      </p:tavLst>
                                    </p:anim>
                                    <p:anim calcmode="lin" valueType="num">
                                      <p:cBhvr>
                                        <p:cTn id="36" dur="550" fill="hold"/>
                                        <p:tgtEl>
                                          <p:spTgt spid="5"/>
                                        </p:tgtEl>
                                        <p:attrNameLst>
                                          <p:attrName>ppt_h</p:attrName>
                                        </p:attrNameLst>
                                      </p:cBhvr>
                                      <p:tavLst>
                                        <p:tav tm="0">
                                          <p:val>
                                            <p:fltVal val="0"/>
                                          </p:val>
                                        </p:tav>
                                        <p:tav tm="100000">
                                          <p:val>
                                            <p:strVal val="#ppt_h"/>
                                          </p:val>
                                        </p:tav>
                                      </p:tavLst>
                                    </p:anim>
                                    <p:animEffect transition="in" filter="fade">
                                      <p:cBhvr>
                                        <p:cTn id="37" dur="550"/>
                                        <p:tgtEl>
                                          <p:spTgt spid="5"/>
                                        </p:tgtEl>
                                      </p:cBhvr>
                                    </p:animEffect>
                                  </p:childTnLst>
                                </p:cTn>
                              </p:par>
                              <p:par>
                                <p:cTn id="38" presetID="53" presetClass="entr" presetSubtype="16" fill="hold" grpId="0" nodeType="withEffect">
                                  <p:stCondLst>
                                    <p:cond delay="1680"/>
                                  </p:stCondLst>
                                  <p:childTnLst>
                                    <p:set>
                                      <p:cBhvr>
                                        <p:cTn id="39" dur="1" fill="hold">
                                          <p:stCondLst>
                                            <p:cond delay="0"/>
                                          </p:stCondLst>
                                        </p:cTn>
                                        <p:tgtEl>
                                          <p:spTgt spid="7"/>
                                        </p:tgtEl>
                                        <p:attrNameLst>
                                          <p:attrName>style.visibility</p:attrName>
                                        </p:attrNameLst>
                                      </p:cBhvr>
                                      <p:to>
                                        <p:strVal val="visible"/>
                                      </p:to>
                                    </p:set>
                                    <p:anim calcmode="lin" valueType="num">
                                      <p:cBhvr>
                                        <p:cTn id="40" dur="550" fill="hold"/>
                                        <p:tgtEl>
                                          <p:spTgt spid="7"/>
                                        </p:tgtEl>
                                        <p:attrNameLst>
                                          <p:attrName>ppt_w</p:attrName>
                                        </p:attrNameLst>
                                      </p:cBhvr>
                                      <p:tavLst>
                                        <p:tav tm="0">
                                          <p:val>
                                            <p:fltVal val="0"/>
                                          </p:val>
                                        </p:tav>
                                        <p:tav tm="100000">
                                          <p:val>
                                            <p:strVal val="#ppt_w"/>
                                          </p:val>
                                        </p:tav>
                                      </p:tavLst>
                                    </p:anim>
                                    <p:anim calcmode="lin" valueType="num">
                                      <p:cBhvr>
                                        <p:cTn id="41" dur="550" fill="hold"/>
                                        <p:tgtEl>
                                          <p:spTgt spid="7"/>
                                        </p:tgtEl>
                                        <p:attrNameLst>
                                          <p:attrName>ppt_h</p:attrName>
                                        </p:attrNameLst>
                                      </p:cBhvr>
                                      <p:tavLst>
                                        <p:tav tm="0">
                                          <p:val>
                                            <p:fltVal val="0"/>
                                          </p:val>
                                        </p:tav>
                                        <p:tav tm="100000">
                                          <p:val>
                                            <p:strVal val="#ppt_h"/>
                                          </p:val>
                                        </p:tav>
                                      </p:tavLst>
                                    </p:anim>
                                    <p:animEffect transition="in" filter="fade">
                                      <p:cBhvr>
                                        <p:cTn id="42" dur="550"/>
                                        <p:tgtEl>
                                          <p:spTgt spid="7"/>
                                        </p:tgtEl>
                                      </p:cBhvr>
                                    </p:animEffect>
                                  </p:childTnLst>
                                </p:cTn>
                              </p:par>
                              <p:par>
                                <p:cTn id="43" presetID="2" presetClass="entr" presetSubtype="2" fill="hold" nodeType="withEffect">
                                  <p:stCondLst>
                                    <p:cond delay="1840"/>
                                  </p:stCondLst>
                                  <p:childTnLst>
                                    <p:set>
                                      <p:cBhvr>
                                        <p:cTn id="44" dur="1" fill="hold">
                                          <p:stCondLst>
                                            <p:cond delay="0"/>
                                          </p:stCondLst>
                                        </p:cTn>
                                        <p:tgtEl>
                                          <p:spTgt spid="8"/>
                                        </p:tgtEl>
                                        <p:attrNameLst>
                                          <p:attrName>style.visibility</p:attrName>
                                        </p:attrNameLst>
                                      </p:cBhvr>
                                      <p:to>
                                        <p:strVal val="visible"/>
                                      </p:to>
                                    </p:set>
                                    <p:anim calcmode="lin" valueType="num">
                                      <p:cBhvr additive="base">
                                        <p:cTn id="45" dur="500" fill="hold"/>
                                        <p:tgtEl>
                                          <p:spTgt spid="8"/>
                                        </p:tgtEl>
                                        <p:attrNameLst>
                                          <p:attrName>ppt_x</p:attrName>
                                        </p:attrNameLst>
                                      </p:cBhvr>
                                      <p:tavLst>
                                        <p:tav tm="0">
                                          <p:val>
                                            <p:strVal val="1+#ppt_w/2"/>
                                          </p:val>
                                        </p:tav>
                                        <p:tav tm="100000">
                                          <p:val>
                                            <p:strVal val="#ppt_x"/>
                                          </p:val>
                                        </p:tav>
                                      </p:tavLst>
                                    </p:anim>
                                    <p:anim calcmode="lin" valueType="num">
                                      <p:cBhvr additive="base">
                                        <p:cTn id="46" dur="500" fill="hold"/>
                                        <p:tgtEl>
                                          <p:spTgt spid="8"/>
                                        </p:tgtEl>
                                        <p:attrNameLst>
                                          <p:attrName>ppt_y</p:attrName>
                                        </p:attrNameLst>
                                      </p:cBhvr>
                                      <p:tavLst>
                                        <p:tav tm="0">
                                          <p:val>
                                            <p:strVal val="#ppt_y"/>
                                          </p:val>
                                        </p:tav>
                                        <p:tav tm="100000">
                                          <p:val>
                                            <p:strVal val="#ppt_y"/>
                                          </p:val>
                                        </p:tav>
                                      </p:tavLst>
                                    </p:anim>
                                  </p:childTnLst>
                                </p:cTn>
                              </p:par>
                              <p:par>
                                <p:cTn id="47" presetID="2" presetClass="entr" presetSubtype="2" fill="hold" grpId="0" nodeType="withEffect">
                                  <p:stCondLst>
                                    <p:cond delay="1840"/>
                                  </p:stCondLst>
                                  <p:childTnLst>
                                    <p:set>
                                      <p:cBhvr>
                                        <p:cTn id="48" dur="1" fill="hold">
                                          <p:stCondLst>
                                            <p:cond delay="0"/>
                                          </p:stCondLst>
                                        </p:cTn>
                                        <p:tgtEl>
                                          <p:spTgt spid="9"/>
                                        </p:tgtEl>
                                        <p:attrNameLst>
                                          <p:attrName>style.visibility</p:attrName>
                                        </p:attrNameLst>
                                      </p:cBhvr>
                                      <p:to>
                                        <p:strVal val="visible"/>
                                      </p:to>
                                    </p:set>
                                    <p:anim calcmode="lin" valueType="num">
                                      <p:cBhvr additive="base">
                                        <p:cTn id="49" dur="500" fill="hold"/>
                                        <p:tgtEl>
                                          <p:spTgt spid="9"/>
                                        </p:tgtEl>
                                        <p:attrNameLst>
                                          <p:attrName>ppt_x</p:attrName>
                                        </p:attrNameLst>
                                      </p:cBhvr>
                                      <p:tavLst>
                                        <p:tav tm="0">
                                          <p:val>
                                            <p:strVal val="1+#ppt_w/2"/>
                                          </p:val>
                                        </p:tav>
                                        <p:tav tm="100000">
                                          <p:val>
                                            <p:strVal val="#ppt_x"/>
                                          </p:val>
                                        </p:tav>
                                      </p:tavLst>
                                    </p:anim>
                                    <p:anim calcmode="lin" valueType="num">
                                      <p:cBhvr additive="base">
                                        <p:cTn id="50" dur="500" fill="hold"/>
                                        <p:tgtEl>
                                          <p:spTgt spid="9"/>
                                        </p:tgtEl>
                                        <p:attrNameLst>
                                          <p:attrName>ppt_y</p:attrName>
                                        </p:attrNameLst>
                                      </p:cBhvr>
                                      <p:tavLst>
                                        <p:tav tm="0">
                                          <p:val>
                                            <p:strVal val="#ppt_y"/>
                                          </p:val>
                                        </p:tav>
                                        <p:tav tm="100000">
                                          <p:val>
                                            <p:strVal val="#ppt_y"/>
                                          </p:val>
                                        </p:tav>
                                      </p:tavLst>
                                    </p:anim>
                                  </p:childTnLst>
                                </p:cTn>
                              </p:par>
                              <p:par>
                                <p:cTn id="51" presetID="2" presetClass="entr" presetSubtype="2" fill="hold" nodeType="withEffect">
                                  <p:stCondLst>
                                    <p:cond delay="2000"/>
                                  </p:stCondLst>
                                  <p:childTnLst>
                                    <p:set>
                                      <p:cBhvr>
                                        <p:cTn id="52" dur="1" fill="hold">
                                          <p:stCondLst>
                                            <p:cond delay="0"/>
                                          </p:stCondLst>
                                        </p:cTn>
                                        <p:tgtEl>
                                          <p:spTgt spid="10"/>
                                        </p:tgtEl>
                                        <p:attrNameLst>
                                          <p:attrName>style.visibility</p:attrName>
                                        </p:attrNameLst>
                                      </p:cBhvr>
                                      <p:to>
                                        <p:strVal val="visible"/>
                                      </p:to>
                                    </p:set>
                                    <p:anim calcmode="lin" valueType="num">
                                      <p:cBhvr additive="base">
                                        <p:cTn id="53" dur="500" fill="hold"/>
                                        <p:tgtEl>
                                          <p:spTgt spid="10"/>
                                        </p:tgtEl>
                                        <p:attrNameLst>
                                          <p:attrName>ppt_x</p:attrName>
                                        </p:attrNameLst>
                                      </p:cBhvr>
                                      <p:tavLst>
                                        <p:tav tm="0">
                                          <p:val>
                                            <p:strVal val="1+#ppt_w/2"/>
                                          </p:val>
                                        </p:tav>
                                        <p:tav tm="100000">
                                          <p:val>
                                            <p:strVal val="#ppt_x"/>
                                          </p:val>
                                        </p:tav>
                                      </p:tavLst>
                                    </p:anim>
                                    <p:anim calcmode="lin" valueType="num">
                                      <p:cBhvr additive="base">
                                        <p:cTn id="54" dur="500" fill="hold"/>
                                        <p:tgtEl>
                                          <p:spTgt spid="10"/>
                                        </p:tgtEl>
                                        <p:attrNameLst>
                                          <p:attrName>ppt_y</p:attrName>
                                        </p:attrNameLst>
                                      </p:cBhvr>
                                      <p:tavLst>
                                        <p:tav tm="0">
                                          <p:val>
                                            <p:strVal val="#ppt_y"/>
                                          </p:val>
                                        </p:tav>
                                        <p:tav tm="100000">
                                          <p:val>
                                            <p:strVal val="#ppt_y"/>
                                          </p:val>
                                        </p:tav>
                                      </p:tavLst>
                                    </p:anim>
                                  </p:childTnLst>
                                </p:cTn>
                              </p:par>
                              <p:par>
                                <p:cTn id="55" presetID="2" presetClass="entr" presetSubtype="2" fill="hold" grpId="0" nodeType="withEffect">
                                  <p:stCondLst>
                                    <p:cond delay="2000"/>
                                  </p:stCondLst>
                                  <p:childTnLst>
                                    <p:set>
                                      <p:cBhvr>
                                        <p:cTn id="56" dur="1" fill="hold">
                                          <p:stCondLst>
                                            <p:cond delay="0"/>
                                          </p:stCondLst>
                                        </p:cTn>
                                        <p:tgtEl>
                                          <p:spTgt spid="11"/>
                                        </p:tgtEl>
                                        <p:attrNameLst>
                                          <p:attrName>style.visibility</p:attrName>
                                        </p:attrNameLst>
                                      </p:cBhvr>
                                      <p:to>
                                        <p:strVal val="visible"/>
                                      </p:to>
                                    </p:set>
                                    <p:anim calcmode="lin" valueType="num">
                                      <p:cBhvr additive="base">
                                        <p:cTn id="57" dur="500" fill="hold"/>
                                        <p:tgtEl>
                                          <p:spTgt spid="11"/>
                                        </p:tgtEl>
                                        <p:attrNameLst>
                                          <p:attrName>ppt_x</p:attrName>
                                        </p:attrNameLst>
                                      </p:cBhvr>
                                      <p:tavLst>
                                        <p:tav tm="0">
                                          <p:val>
                                            <p:strVal val="1+#ppt_w/2"/>
                                          </p:val>
                                        </p:tav>
                                        <p:tav tm="100000">
                                          <p:val>
                                            <p:strVal val="#ppt_x"/>
                                          </p:val>
                                        </p:tav>
                                      </p:tavLst>
                                    </p:anim>
                                    <p:anim calcmode="lin" valueType="num">
                                      <p:cBhvr additive="base">
                                        <p:cTn id="58" dur="500" fill="hold"/>
                                        <p:tgtEl>
                                          <p:spTgt spid="11"/>
                                        </p:tgtEl>
                                        <p:attrNameLst>
                                          <p:attrName>ppt_y</p:attrName>
                                        </p:attrNameLst>
                                      </p:cBhvr>
                                      <p:tavLst>
                                        <p:tav tm="0">
                                          <p:val>
                                            <p:strVal val="#ppt_y"/>
                                          </p:val>
                                        </p:tav>
                                        <p:tav tm="100000">
                                          <p:val>
                                            <p:strVal val="#ppt_y"/>
                                          </p:val>
                                        </p:tav>
                                      </p:tavLst>
                                    </p:anim>
                                  </p:childTnLst>
                                </p:cTn>
                              </p:par>
                              <p:par>
                                <p:cTn id="59" presetID="2" presetClass="entr" presetSubtype="2" fill="hold" nodeType="withEffect">
                                  <p:stCondLst>
                                    <p:cond delay="2160"/>
                                  </p:stCondLst>
                                  <p:childTnLst>
                                    <p:set>
                                      <p:cBhvr>
                                        <p:cTn id="60" dur="1" fill="hold">
                                          <p:stCondLst>
                                            <p:cond delay="0"/>
                                          </p:stCondLst>
                                        </p:cTn>
                                        <p:tgtEl>
                                          <p:spTgt spid="12"/>
                                        </p:tgtEl>
                                        <p:attrNameLst>
                                          <p:attrName>style.visibility</p:attrName>
                                        </p:attrNameLst>
                                      </p:cBhvr>
                                      <p:to>
                                        <p:strVal val="visible"/>
                                      </p:to>
                                    </p:set>
                                    <p:anim calcmode="lin" valueType="num">
                                      <p:cBhvr additive="base">
                                        <p:cTn id="61" dur="500" fill="hold"/>
                                        <p:tgtEl>
                                          <p:spTgt spid="12"/>
                                        </p:tgtEl>
                                        <p:attrNameLst>
                                          <p:attrName>ppt_x</p:attrName>
                                        </p:attrNameLst>
                                      </p:cBhvr>
                                      <p:tavLst>
                                        <p:tav tm="0">
                                          <p:val>
                                            <p:strVal val="1+#ppt_w/2"/>
                                          </p:val>
                                        </p:tav>
                                        <p:tav tm="100000">
                                          <p:val>
                                            <p:strVal val="#ppt_x"/>
                                          </p:val>
                                        </p:tav>
                                      </p:tavLst>
                                    </p:anim>
                                    <p:anim calcmode="lin" valueType="num">
                                      <p:cBhvr additive="base">
                                        <p:cTn id="62" dur="500" fill="hold"/>
                                        <p:tgtEl>
                                          <p:spTgt spid="12"/>
                                        </p:tgtEl>
                                        <p:attrNameLst>
                                          <p:attrName>ppt_y</p:attrName>
                                        </p:attrNameLst>
                                      </p:cBhvr>
                                      <p:tavLst>
                                        <p:tav tm="0">
                                          <p:val>
                                            <p:strVal val="#ppt_y"/>
                                          </p:val>
                                        </p:tav>
                                        <p:tav tm="100000">
                                          <p:val>
                                            <p:strVal val="#ppt_y"/>
                                          </p:val>
                                        </p:tav>
                                      </p:tavLst>
                                    </p:anim>
                                  </p:childTnLst>
                                </p:cTn>
                              </p:par>
                              <p:par>
                                <p:cTn id="63" presetID="2" presetClass="entr" presetSubtype="2" fill="hold" grpId="0" nodeType="withEffect">
                                  <p:stCondLst>
                                    <p:cond delay="2160"/>
                                  </p:stCondLst>
                                  <p:childTnLst>
                                    <p:set>
                                      <p:cBhvr>
                                        <p:cTn id="64" dur="1" fill="hold">
                                          <p:stCondLst>
                                            <p:cond delay="0"/>
                                          </p:stCondLst>
                                        </p:cTn>
                                        <p:tgtEl>
                                          <p:spTgt spid="13"/>
                                        </p:tgtEl>
                                        <p:attrNameLst>
                                          <p:attrName>style.visibility</p:attrName>
                                        </p:attrNameLst>
                                      </p:cBhvr>
                                      <p:to>
                                        <p:strVal val="visible"/>
                                      </p:to>
                                    </p:set>
                                    <p:anim calcmode="lin" valueType="num">
                                      <p:cBhvr additive="base">
                                        <p:cTn id="65" dur="500" fill="hold"/>
                                        <p:tgtEl>
                                          <p:spTgt spid="13"/>
                                        </p:tgtEl>
                                        <p:attrNameLst>
                                          <p:attrName>ppt_x</p:attrName>
                                        </p:attrNameLst>
                                      </p:cBhvr>
                                      <p:tavLst>
                                        <p:tav tm="0">
                                          <p:val>
                                            <p:strVal val="1+#ppt_w/2"/>
                                          </p:val>
                                        </p:tav>
                                        <p:tav tm="100000">
                                          <p:val>
                                            <p:strVal val="#ppt_x"/>
                                          </p:val>
                                        </p:tav>
                                      </p:tavLst>
                                    </p:anim>
                                    <p:anim calcmode="lin" valueType="num">
                                      <p:cBhvr additive="base">
                                        <p:cTn id="66"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9" grpId="0" animBg="1"/>
      <p:bldP spid="11" grpId="0" animBg="1"/>
      <p:bldP spid="13"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Glow" descr="assets/glow_soft.png"/>
          <p:cNvPicPr>
            <a:picLocks noChangeAspect="1"/>
          </p:cNvPicPr>
          <p:nvPr/>
        </p:nvPicPr>
        <p:blipFill>
          <a:blip r:embed="rId3"/>
          <a:stretch>
            <a:fillRect/>
          </a:stretch>
        </p:blipFill>
        <p:spPr>
          <a:xfrm>
            <a:off x="6583680" y="1554480"/>
            <a:ext cx="4343400" cy="4343400"/>
          </a:xfrm>
          <a:prstGeom prst="rect">
            <a:avLst/>
          </a:prstGeom>
        </p:spPr>
      </p:pic>
      <p:pic>
        <p:nvPicPr>
          <p:cNvPr id="3" name="S02_A00_fade_12" descr="assets/iai.jpg"/>
          <p:cNvPicPr>
            <a:picLocks noChangeAspect="1"/>
          </p:cNvPicPr>
          <p:nvPr/>
        </p:nvPicPr>
        <p:blipFill>
          <a:blip r:embed="rId4"/>
          <a:stretch>
            <a:fillRect/>
          </a:stretch>
        </p:blipFill>
        <p:spPr>
          <a:xfrm>
            <a:off x="457200" y="274320"/>
            <a:ext cx="1143000" cy="1143000"/>
          </a:xfrm>
          <a:prstGeom prst="rect">
            <a:avLst/>
          </a:prstGeom>
        </p:spPr>
      </p:pic>
      <p:pic>
        <p:nvPicPr>
          <p:cNvPr id="4" name="S02_A00_fade_13" descr="assets/sangotech.jpg"/>
          <p:cNvPicPr>
            <a:picLocks noChangeAspect="1"/>
          </p:cNvPicPr>
          <p:nvPr/>
        </p:nvPicPr>
        <p:blipFill>
          <a:blip r:embed="rId5"/>
          <a:stretch>
            <a:fillRect/>
          </a:stretch>
        </p:blipFill>
        <p:spPr>
          <a:xfrm>
            <a:off x="10588752" y="274320"/>
            <a:ext cx="1143000" cy="1143000"/>
          </a:xfrm>
          <a:prstGeom prst="rect">
            <a:avLst/>
          </a:prstGeom>
        </p:spPr>
      </p:pic>
      <p:sp>
        <p:nvSpPr>
          <p:cNvPr id="5" name="S02_A01_rise_14"/>
          <p:cNvSpPr txBox="1"/>
          <p:nvPr/>
        </p:nvSpPr>
        <p:spPr>
          <a:xfrm>
            <a:off x="1828800" y="384048"/>
            <a:ext cx="8531352" cy="502920"/>
          </a:xfrm>
          <a:prstGeom prst="rect">
            <a:avLst/>
          </a:prstGeom>
          <a:noFill/>
          <a:ln/>
        </p:spPr>
        <p:txBody>
          <a:bodyPr wrap="square" lIns="0" tIns="0" rIns="0" bIns="0" rtlCol="0" anchor="ctr"/>
          <a:lstStyle/>
          <a:p>
            <a:pPr marL="0" indent="0" algn="ctr">
              <a:buNone/>
            </a:pPr>
            <a:r>
              <a:rPr lang="en-US" sz="2400" kern="0" spc="100" dirty="0">
                <a:solidFill>
                  <a:srgbClr val="5B2FD6"/>
                </a:solidFill>
                <a:latin typeface="Segoe UI Semibold" pitchFamily="34" charset="0"/>
                <a:ea typeface="Segoe UI Semibold" pitchFamily="34" charset="-122"/>
                <a:cs typeface="Segoe UI Semibold" pitchFamily="34" charset="-120"/>
              </a:rPr>
              <a:t>VALIDATION DE RAPPORT DE STAGE ACADÉMIQUE</a:t>
            </a:r>
            <a:endParaRPr lang="en-US" sz="2400" dirty="0"/>
          </a:p>
        </p:txBody>
      </p:sp>
      <p:sp>
        <p:nvSpPr>
          <p:cNvPr id="6" name="S02_A01_rise_15"/>
          <p:cNvSpPr txBox="1"/>
          <p:nvPr/>
        </p:nvSpPr>
        <p:spPr>
          <a:xfrm>
            <a:off x="1828800" y="896112"/>
            <a:ext cx="8531352" cy="274320"/>
          </a:xfrm>
          <a:prstGeom prst="rect">
            <a:avLst/>
          </a:prstGeom>
          <a:noFill/>
          <a:ln/>
        </p:spPr>
        <p:txBody>
          <a:bodyPr wrap="square" lIns="0" tIns="0" rIns="0" bIns="0" rtlCol="0" anchor="t"/>
          <a:lstStyle/>
          <a:p>
            <a:pPr marL="0" indent="0" algn="ctr">
              <a:buNone/>
            </a:pPr>
            <a:r>
              <a:rPr lang="en-US" sz="1100" dirty="0">
                <a:solidFill>
                  <a:srgbClr val="6E6A85"/>
                </a:solidFill>
                <a:latin typeface="Segoe UI" pitchFamily="34" charset="0"/>
                <a:ea typeface="Segoe UI" pitchFamily="34" charset="-122"/>
                <a:cs typeface="Segoe UI" pitchFamily="34" charset="-120"/>
              </a:rPr>
              <a:t>Institut Africain d’Informatique  ·  SANGOTECH SARL</a:t>
            </a:r>
            <a:endParaRPr lang="en-US" sz="1100" dirty="0"/>
          </a:p>
        </p:txBody>
      </p:sp>
      <p:sp>
        <p:nvSpPr>
          <p:cNvPr id="7" name="S02_A02_zoom_16"/>
          <p:cNvSpPr/>
          <p:nvPr/>
        </p:nvSpPr>
        <p:spPr>
          <a:xfrm>
            <a:off x="1737360" y="1353312"/>
            <a:ext cx="8714232" cy="1078992"/>
          </a:xfrm>
          <a:prstGeom prst="roundRect">
            <a:avLst>
              <a:gd name="adj" fmla="val 13559"/>
            </a:avLst>
          </a:prstGeom>
          <a:solidFill>
            <a:srgbClr val="5B2FD6"/>
          </a:solidFill>
          <a:ln w="12700">
            <a:solidFill>
              <a:srgbClr val="4B25B8"/>
            </a:solidFill>
            <a:prstDash val="solid"/>
          </a:ln>
          <a:effectLst>
            <a:outerShdw blurRad="228600" dist="50800" dir="5400000" algn="bl" rotWithShape="0">
              <a:srgbClr val="2A1B6B">
                <a:alpha val="25000"/>
              </a:srgbClr>
            </a:outerShdw>
          </a:effectLst>
        </p:spPr>
      </p:sp>
      <p:sp>
        <p:nvSpPr>
          <p:cNvPr id="8" name="S02_A02_zoom_17"/>
          <p:cNvSpPr txBox="1"/>
          <p:nvPr/>
        </p:nvSpPr>
        <p:spPr>
          <a:xfrm>
            <a:off x="1965960" y="1353312"/>
            <a:ext cx="8257032" cy="1078992"/>
          </a:xfrm>
          <a:prstGeom prst="rect">
            <a:avLst/>
          </a:prstGeom>
          <a:noFill/>
          <a:ln/>
        </p:spPr>
        <p:txBody>
          <a:bodyPr wrap="square" lIns="0" tIns="0" rIns="0" bIns="0" rtlCol="0" anchor="ctr"/>
          <a:lstStyle/>
          <a:p>
            <a:pPr marL="0" indent="0" algn="ctr">
              <a:lnSpc>
                <a:spcPct val="105000"/>
              </a:lnSpc>
              <a:buNone/>
            </a:pPr>
            <a:r>
              <a:rPr lang="en-US" sz="1700" dirty="0">
                <a:solidFill>
                  <a:srgbClr val="FFFFFF"/>
                </a:solidFill>
                <a:latin typeface="Segoe UI Semibold" pitchFamily="34" charset="0"/>
                <a:ea typeface="Segoe UI Semibold" pitchFamily="34" charset="-122"/>
                <a:cs typeface="Segoe UI Semibold" pitchFamily="34" charset="-120"/>
              </a:rPr>
              <a:t>MISE EN PLACE D’UNE PLATEFORME INTELLIGENTE D’ASSISTANCE AU DÉPANNAGE ET DE MISE EN RELATION AVEC DES TECHNICIENS</a:t>
            </a:r>
            <a:endParaRPr lang="en-US" sz="1700" dirty="0"/>
          </a:p>
        </p:txBody>
      </p:sp>
      <p:sp>
        <p:nvSpPr>
          <p:cNvPr id="9" name="S02_A03_fade_18"/>
          <p:cNvSpPr txBox="1"/>
          <p:nvPr/>
        </p:nvSpPr>
        <p:spPr>
          <a:xfrm>
            <a:off x="1737360" y="2542032"/>
            <a:ext cx="8714232" cy="457200"/>
          </a:xfrm>
          <a:prstGeom prst="rect">
            <a:avLst/>
          </a:prstGeom>
          <a:noFill/>
          <a:ln/>
        </p:spPr>
        <p:txBody>
          <a:bodyPr wrap="square" lIns="0" tIns="0" rIns="0" bIns="0" rtlCol="0" anchor="ctr"/>
          <a:lstStyle/>
          <a:p>
            <a:pPr marL="0" indent="0" algn="ctr">
              <a:buNone/>
            </a:pPr>
            <a:r>
              <a:rPr lang="en-US" sz="1200" dirty="0">
                <a:solidFill>
                  <a:srgbClr val="3E3A56"/>
                </a:solidFill>
                <a:latin typeface="Segoe UI" pitchFamily="34" charset="0"/>
                <a:ea typeface="Segoe UI" pitchFamily="34" charset="-122"/>
                <a:cs typeface="Segoe UI" pitchFamily="34" charset="-120"/>
              </a:rPr>
              <a:t>Stage effectué du 06 juillet au 30 septembre 2026 en vue de l’obtention du Diplôme d’Ingénieur des Travaux Informatiques, option Génie Logiciel</a:t>
            </a:r>
            <a:endParaRPr lang="en-US" sz="1200" dirty="0"/>
          </a:p>
        </p:txBody>
      </p:sp>
      <p:pic>
        <p:nvPicPr>
          <p:cNvPr id="10" name="S02_A04_fly_19" descr="assets/presenter.gif"/>
          <p:cNvPicPr>
            <a:picLocks noChangeAspect="1"/>
          </p:cNvPicPr>
          <p:nvPr/>
        </p:nvPicPr>
        <p:blipFill>
          <a:blip r:embed="rId6"/>
          <a:stretch>
            <a:fillRect/>
          </a:stretch>
        </p:blipFill>
        <p:spPr>
          <a:xfrm>
            <a:off x="868680" y="3017520"/>
            <a:ext cx="1508760" cy="1353312"/>
          </a:xfrm>
          <a:prstGeom prst="rect">
            <a:avLst/>
          </a:prstGeom>
        </p:spPr>
      </p:pic>
      <p:sp>
        <p:nvSpPr>
          <p:cNvPr id="11" name="S02_A04_fly_20"/>
          <p:cNvSpPr txBox="1"/>
          <p:nvPr/>
        </p:nvSpPr>
        <p:spPr>
          <a:xfrm>
            <a:off x="2606040" y="3246120"/>
            <a:ext cx="3657600" cy="320040"/>
          </a:xfrm>
          <a:prstGeom prst="rect">
            <a:avLst/>
          </a:prstGeom>
          <a:noFill/>
          <a:ln/>
        </p:spPr>
        <p:txBody>
          <a:bodyPr wrap="square" lIns="0" tIns="0" rIns="0" bIns="0" rtlCol="0" anchor="t"/>
          <a:lstStyle/>
          <a:p>
            <a:pPr marL="0" indent="0">
              <a:buNone/>
            </a:pPr>
            <a:r>
              <a:rPr lang="en-US" sz="1400" dirty="0">
                <a:solidFill>
                  <a:srgbClr val="6E6A85"/>
                </a:solidFill>
                <a:latin typeface="Segoe UI Semibold" pitchFamily="34" charset="0"/>
                <a:ea typeface="Segoe UI Semibold" pitchFamily="34" charset="-122"/>
                <a:cs typeface="Segoe UI Semibold" pitchFamily="34" charset="-120"/>
              </a:rPr>
              <a:t>Présenté par :</a:t>
            </a:r>
            <a:endParaRPr lang="en-US" sz="1400" dirty="0"/>
          </a:p>
        </p:txBody>
      </p:sp>
      <p:sp>
        <p:nvSpPr>
          <p:cNvPr id="12" name="S02_A04_fly_21"/>
          <p:cNvSpPr/>
          <p:nvPr/>
        </p:nvSpPr>
        <p:spPr>
          <a:xfrm rot="5400000">
            <a:off x="2633472" y="3685032"/>
            <a:ext cx="201168" cy="201168"/>
          </a:xfrm>
          <a:prstGeom prst="triangle">
            <a:avLst/>
          </a:prstGeom>
          <a:solidFill>
            <a:srgbClr val="5B2FD6"/>
          </a:solidFill>
          <a:ln w="12700">
            <a:solidFill>
              <a:srgbClr val="5B2FD6"/>
            </a:solidFill>
            <a:prstDash val="solid"/>
          </a:ln>
        </p:spPr>
      </p:sp>
      <p:sp>
        <p:nvSpPr>
          <p:cNvPr id="13" name="S02_A04_fly_22"/>
          <p:cNvSpPr txBox="1"/>
          <p:nvPr/>
        </p:nvSpPr>
        <p:spPr>
          <a:xfrm>
            <a:off x="2971800" y="3593592"/>
            <a:ext cx="3840480" cy="384048"/>
          </a:xfrm>
          <a:prstGeom prst="rect">
            <a:avLst/>
          </a:prstGeom>
          <a:noFill/>
          <a:ln/>
        </p:spPr>
        <p:txBody>
          <a:bodyPr wrap="square" lIns="0" tIns="0" rIns="0" bIns="0" rtlCol="0" anchor="ctr"/>
          <a:lstStyle/>
          <a:p>
            <a:pPr marL="0" indent="0">
              <a:buNone/>
            </a:pPr>
            <a:r>
              <a:rPr lang="en-US" sz="2000" dirty="0">
                <a:solidFill>
                  <a:srgbClr val="17132E"/>
                </a:solidFill>
                <a:latin typeface="Segoe UI Semibold" pitchFamily="34" charset="0"/>
                <a:ea typeface="Segoe UI Semibold" pitchFamily="34" charset="-122"/>
                <a:cs typeface="Segoe UI Semibold" pitchFamily="34" charset="-120"/>
              </a:rPr>
              <a:t>FEUNOU FOSSO Otniel</a:t>
            </a:r>
            <a:endParaRPr lang="en-US" sz="2000" dirty="0"/>
          </a:p>
        </p:txBody>
      </p:sp>
      <p:sp>
        <p:nvSpPr>
          <p:cNvPr id="14" name="S02_A05_fade_23"/>
          <p:cNvSpPr txBox="1"/>
          <p:nvPr/>
        </p:nvSpPr>
        <p:spPr>
          <a:xfrm>
            <a:off x="1828800" y="4553712"/>
            <a:ext cx="8531352" cy="292608"/>
          </a:xfrm>
          <a:prstGeom prst="rect">
            <a:avLst/>
          </a:prstGeom>
          <a:noFill/>
          <a:ln/>
        </p:spPr>
        <p:txBody>
          <a:bodyPr wrap="square" lIns="0" tIns="0" rIns="0" bIns="0" rtlCol="0" anchor="t"/>
          <a:lstStyle/>
          <a:p>
            <a:pPr marL="0" indent="0" algn="ctr">
              <a:buNone/>
            </a:pPr>
            <a:r>
              <a:rPr lang="en-US" sz="1300" i="1" dirty="0">
                <a:solidFill>
                  <a:srgbClr val="6E6A85"/>
                </a:solidFill>
                <a:latin typeface="Segoe UI" pitchFamily="34" charset="0"/>
                <a:ea typeface="Segoe UI" pitchFamily="34" charset="-122"/>
                <a:cs typeface="Segoe UI" pitchFamily="34" charset="-120"/>
              </a:rPr>
              <a:t>Sous l’encadrement</a:t>
            </a:r>
            <a:endParaRPr lang="en-US" sz="1300" dirty="0"/>
          </a:p>
        </p:txBody>
      </p:sp>
      <p:sp>
        <p:nvSpPr>
          <p:cNvPr id="15" name="S02_A06_rise_24"/>
          <p:cNvSpPr txBox="1"/>
          <p:nvPr/>
        </p:nvSpPr>
        <p:spPr>
          <a:xfrm>
            <a:off x="1463040" y="4937760"/>
            <a:ext cx="4206240" cy="274320"/>
          </a:xfrm>
          <a:prstGeom prst="rect">
            <a:avLst/>
          </a:prstGeom>
          <a:noFill/>
          <a:ln/>
        </p:spPr>
        <p:txBody>
          <a:bodyPr wrap="square" lIns="0" tIns="0" rIns="0" bIns="0" rtlCol="0" anchor="t"/>
          <a:lstStyle/>
          <a:p>
            <a:pPr marL="0" indent="0" algn="ctr">
              <a:buNone/>
            </a:pPr>
            <a:r>
              <a:rPr lang="en-US" sz="1100" u="sng" dirty="0">
                <a:solidFill>
                  <a:srgbClr val="6E6A85"/>
                </a:solidFill>
                <a:latin typeface="Segoe UI" pitchFamily="34" charset="0"/>
                <a:ea typeface="Segoe UI" pitchFamily="34" charset="-122"/>
                <a:cs typeface="Segoe UI" pitchFamily="34" charset="-120"/>
              </a:rPr>
              <a:t>Académique de :</a:t>
            </a:r>
            <a:endParaRPr lang="en-US" sz="1100" dirty="0"/>
          </a:p>
        </p:txBody>
      </p:sp>
      <p:sp>
        <p:nvSpPr>
          <p:cNvPr id="16" name="S02_A06_rise_25"/>
          <p:cNvSpPr txBox="1"/>
          <p:nvPr/>
        </p:nvSpPr>
        <p:spPr>
          <a:xfrm>
            <a:off x="1463040" y="5230368"/>
            <a:ext cx="4206240" cy="384048"/>
          </a:xfrm>
          <a:prstGeom prst="rect">
            <a:avLst/>
          </a:prstGeom>
          <a:noFill/>
          <a:ln/>
        </p:spPr>
        <p:txBody>
          <a:bodyPr wrap="square" lIns="0" tIns="0" rIns="0" bIns="0" rtlCol="0" anchor="t"/>
          <a:lstStyle/>
          <a:p>
            <a:pPr marL="0" indent="0" algn="ctr">
              <a:buNone/>
            </a:pPr>
            <a:r>
              <a:rPr lang="en-US" sz="1700" dirty="0">
                <a:solidFill>
                  <a:srgbClr val="17132E"/>
                </a:solidFill>
                <a:latin typeface="Segoe UI Semibold" pitchFamily="34" charset="0"/>
                <a:ea typeface="Segoe UI Semibold" pitchFamily="34" charset="-122"/>
                <a:cs typeface="Segoe UI Semibold" pitchFamily="34" charset="-120"/>
              </a:rPr>
              <a:t>Mme MAGNE Prudence</a:t>
            </a:r>
            <a:endParaRPr lang="en-US" sz="1700" dirty="0"/>
          </a:p>
        </p:txBody>
      </p:sp>
      <p:sp>
        <p:nvSpPr>
          <p:cNvPr id="17" name="S02_A06_rise_26"/>
          <p:cNvSpPr/>
          <p:nvPr/>
        </p:nvSpPr>
        <p:spPr>
          <a:xfrm>
            <a:off x="6096305" y="4892040"/>
            <a:ext cx="0" cy="868680"/>
          </a:xfrm>
          <a:prstGeom prst="line">
            <a:avLst/>
          </a:prstGeom>
          <a:noFill/>
          <a:ln w="25400">
            <a:solidFill>
              <a:srgbClr val="5B2FD6"/>
            </a:solidFill>
            <a:prstDash val="solid"/>
          </a:ln>
        </p:spPr>
      </p:sp>
      <p:sp>
        <p:nvSpPr>
          <p:cNvPr id="18" name="S02_A06_rise_27"/>
          <p:cNvSpPr txBox="1"/>
          <p:nvPr/>
        </p:nvSpPr>
        <p:spPr>
          <a:xfrm>
            <a:off x="6519672" y="4937760"/>
            <a:ext cx="4206240" cy="274320"/>
          </a:xfrm>
          <a:prstGeom prst="rect">
            <a:avLst/>
          </a:prstGeom>
          <a:noFill/>
          <a:ln/>
        </p:spPr>
        <p:txBody>
          <a:bodyPr wrap="square" lIns="0" tIns="0" rIns="0" bIns="0" rtlCol="0" anchor="t"/>
          <a:lstStyle/>
          <a:p>
            <a:pPr marL="0" indent="0" algn="ctr">
              <a:buNone/>
            </a:pPr>
            <a:r>
              <a:rPr lang="en-US" sz="1100" u="sng" dirty="0">
                <a:solidFill>
                  <a:srgbClr val="6E6A85"/>
                </a:solidFill>
                <a:latin typeface="Segoe UI" pitchFamily="34" charset="0"/>
                <a:ea typeface="Segoe UI" pitchFamily="34" charset="-122"/>
                <a:cs typeface="Segoe UI" pitchFamily="34" charset="-120"/>
              </a:rPr>
              <a:t>Professionnel de :</a:t>
            </a:r>
            <a:endParaRPr lang="en-US" sz="1100" dirty="0"/>
          </a:p>
        </p:txBody>
      </p:sp>
      <p:sp>
        <p:nvSpPr>
          <p:cNvPr id="19" name="S02_A06_rise_28"/>
          <p:cNvSpPr txBox="1"/>
          <p:nvPr/>
        </p:nvSpPr>
        <p:spPr>
          <a:xfrm>
            <a:off x="6519672" y="5230368"/>
            <a:ext cx="4206240" cy="384048"/>
          </a:xfrm>
          <a:prstGeom prst="rect">
            <a:avLst/>
          </a:prstGeom>
          <a:noFill/>
          <a:ln/>
        </p:spPr>
        <p:txBody>
          <a:bodyPr wrap="square" lIns="0" tIns="0" rIns="0" bIns="0" rtlCol="0" anchor="t"/>
          <a:lstStyle/>
          <a:p>
            <a:pPr marL="0" indent="0" algn="ctr">
              <a:buNone/>
            </a:pPr>
            <a:r>
              <a:rPr lang="en-US" sz="1700" dirty="0">
                <a:solidFill>
                  <a:srgbClr val="17132E"/>
                </a:solidFill>
                <a:latin typeface="Segoe UI Semibold" pitchFamily="34" charset="0"/>
                <a:ea typeface="Segoe UI Semibold" pitchFamily="34" charset="-122"/>
                <a:cs typeface="Segoe UI Semibold" pitchFamily="34" charset="-120"/>
              </a:rPr>
              <a:t>M. NSANGOU Ghislain</a:t>
            </a:r>
            <a:endParaRPr lang="en-US" sz="1700" dirty="0"/>
          </a:p>
        </p:txBody>
      </p:sp>
      <p:sp>
        <p:nvSpPr>
          <p:cNvPr id="20" name="S02_A07_fade_29"/>
          <p:cNvSpPr txBox="1"/>
          <p:nvPr/>
        </p:nvSpPr>
        <p:spPr>
          <a:xfrm>
            <a:off x="1828800" y="6144768"/>
            <a:ext cx="8531352" cy="320040"/>
          </a:xfrm>
          <a:prstGeom prst="rect">
            <a:avLst/>
          </a:prstGeom>
          <a:noFill/>
          <a:ln/>
        </p:spPr>
        <p:txBody>
          <a:bodyPr wrap="square" lIns="0" tIns="0" rIns="0" bIns="0" rtlCol="0" anchor="t"/>
          <a:lstStyle/>
          <a:p>
            <a:pPr marL="0" indent="0" algn="ctr">
              <a:buNone/>
            </a:pPr>
            <a:r>
              <a:rPr lang="en-US" sz="1200" b="1" kern="0" spc="200" dirty="0">
                <a:solidFill>
                  <a:srgbClr val="5B2FD6"/>
                </a:solidFill>
                <a:latin typeface="Segoe UI" pitchFamily="34" charset="0"/>
                <a:ea typeface="Segoe UI" pitchFamily="34" charset="-122"/>
                <a:cs typeface="Segoe UI" pitchFamily="34" charset="-120"/>
              </a:rPr>
              <a:t>ANNÉE ACADÉMIQUE 2025 / 2026</a:t>
            </a:r>
            <a:endParaRPr lang="en-US" sz="1200" dirty="0"/>
          </a:p>
        </p:txBody>
      </p:sp>
      <mc:AlternateContent xmlns:mc="http://schemas.openxmlformats.org/markup-compatibility/2006">
        <mc:Choice xmlns:am3d="http://schemas.microsoft.com/office/drawing/2017/model3d" Requires="am3d">
          <p:graphicFrame>
            <p:nvGraphicFramePr>
              <p:cNvPr id="21" name="!!GearBig" descr="Engrenage 3D animé">
                <a:extLst>
                  <a:ext uri="{FF2B5EF4-FFF2-40B4-BE49-F238E27FC236}">
                    <a16:creationId xmlns:a16="http://schemas.microsoft.com/office/drawing/2014/main" id="{18933950-EDB5-4864-B075-E08D1F8B1B4F}"/>
                  </a:ext>
                </a:extLst>
              </p:cNvPr>
              <p:cNvGraphicFramePr>
                <a:graphicFrameLocks/>
              </p:cNvGraphicFramePr>
              <p:nvPr>
                <p:extLst>
                  <p:ext uri="{D42A27DB-BD31-4B8C-83A1-F6EECF244321}">
                    <p14:modId xmlns:p14="http://schemas.microsoft.com/office/powerpoint/2010/main" val="1938304092"/>
                  </p:ext>
                </p:extLst>
              </p:nvPr>
            </p:nvGraphicFramePr>
            <p:xfrm>
              <a:off x="7683703" y="2660904"/>
              <a:ext cx="1737360" cy="1737360"/>
            </p:xfrm>
            <a:graphic>
              <a:graphicData uri="http://schemas.microsoft.com/office/drawing/2017/model3d">
                <am3d:model3d r:embed="rId7" r:link="rId8">
                  <am3d:spPr>
                    <a:xfrm>
                      <a:off x="0" y="0"/>
                      <a:ext cx="1737360" cy="1737360"/>
                    </a:xfrm>
                    <a:prstGeom prst="rect">
                      <a:avLst/>
                    </a:prstGeom>
                  </am3d:spPr>
                  <am3d:camera>
                    <am3d:pos x="0" y="158400000" z="158400000"/>
                    <am3d:up dx="0" dy="36000000" dz="0"/>
                    <am3d:lookAt x="0" y="0" z="0"/>
                    <am3d:perspective fov="660000"/>
                  </am3d:camera>
                  <am3d:trans>
                    <am3d:meterPerModelUnit n="404766" d="1000000"/>
                    <am3d:preTrans dx="0" dy="0" dz="0"/>
                    <am3d:scale>
                      <am3d:sx n="1000000" d="1000000"/>
                      <am3d:sy n="1000000" d="1000000"/>
                      <am3d:sz n="1000000" d="1000000"/>
                    </am3d:scale>
                    <am3d:rot ax="7653802" ay="1386271" az="9178096"/>
                    <am3d:postTrans dx="0" dy="0" dz="0"/>
                  </am3d:trans>
                  <am3d:raster rName="Office3DRenderer" rVer="16.0.8326">
                    <am3d:blip r:embed="rId9"/>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1" name="!!GearBig" descr="Engrenage 3D animé">
                <a:extLst>
                  <a:ext uri="{FF2B5EF4-FFF2-40B4-BE49-F238E27FC236}">
                    <a16:creationId xmlns:a16="http://schemas.microsoft.com/office/drawing/2014/main" id="{18933950-EDB5-4864-B075-E08D1F8B1B4F}"/>
                  </a:ext>
                </a:extLst>
              </p:cNvPr>
              <p:cNvPicPr>
                <a:picLocks noGrp="1" noRot="1" noChangeAspect="1" noMove="1" noResize="1" noEditPoints="1" noAdjustHandles="1" noChangeArrowheads="1" noChangeShapeType="1" noCrop="1"/>
              </p:cNvPicPr>
              <p:nvPr/>
            </p:nvPicPr>
            <p:blipFill>
              <a:blip r:embed="rId9"/>
              <a:stretch>
                <a:fillRect/>
              </a:stretch>
            </p:blipFill>
            <p:spPr>
              <a:xfrm>
                <a:off x="7683703" y="2660904"/>
                <a:ext cx="1737360" cy="173736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22" name="!!GearSmall" descr="Engrenage 3D animé">
                <a:extLst>
                  <a:ext uri="{FF2B5EF4-FFF2-40B4-BE49-F238E27FC236}">
                    <a16:creationId xmlns:a16="http://schemas.microsoft.com/office/drawing/2014/main" id="{6F850C0B-C24C-4391-A070-06CCA043B790}"/>
                  </a:ext>
                </a:extLst>
              </p:cNvPr>
              <p:cNvGraphicFramePr>
                <a:graphicFrameLocks/>
              </p:cNvGraphicFramePr>
              <p:nvPr>
                <p:extLst>
                  <p:ext uri="{D42A27DB-BD31-4B8C-83A1-F6EECF244321}">
                    <p14:modId xmlns:p14="http://schemas.microsoft.com/office/powerpoint/2010/main" val="2949880487"/>
                  </p:ext>
                </p:extLst>
              </p:nvPr>
            </p:nvGraphicFramePr>
            <p:xfrm>
              <a:off x="9355226" y="3351733"/>
              <a:ext cx="1233526" cy="1233526"/>
            </p:xfrm>
            <a:graphic>
              <a:graphicData uri="http://schemas.microsoft.com/office/drawing/2017/model3d">
                <am3d:model3d r:embed="rId10" r:link="rId11">
                  <am3d:spPr>
                    <a:xfrm>
                      <a:off x="0" y="0"/>
                      <a:ext cx="1233526" cy="1233526"/>
                    </a:xfrm>
                    <a:prstGeom prst="rect">
                      <a:avLst/>
                    </a:prstGeom>
                  </am3d:spPr>
                  <am3d:camera>
                    <am3d:pos x="0" y="158400000" z="158400000"/>
                    <am3d:up dx="0" dy="36000000" dz="0"/>
                    <am3d:lookAt x="0" y="0" z="0"/>
                    <am3d:perspective fov="660000"/>
                  </am3d:camera>
                  <am3d:trans>
                    <am3d:meterPerModelUnit n="573084" d="1000000"/>
                    <am3d:preTrans dx="0" dy="0" dz="0"/>
                    <am3d:scale>
                      <am3d:sx n="1000000" d="1000000"/>
                      <am3d:sy n="1000000" d="1000000"/>
                      <am3d:sz n="1000000" d="1000000"/>
                    </am3d:scale>
                    <am3d:rot ax="6070445" ay="-665899" az="2655585"/>
                    <am3d:postTrans dx="0" dy="0" dz="0"/>
                  </am3d:trans>
                  <am3d:raster rName="Office3DRenderer" rVer="16.0.8326">
                    <am3d:blip r:embed="rId12"/>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2" name="!!GearSmall" descr="Engrenage 3D animé">
                <a:extLst>
                  <a:ext uri="{FF2B5EF4-FFF2-40B4-BE49-F238E27FC236}">
                    <a16:creationId xmlns:a16="http://schemas.microsoft.com/office/drawing/2014/main" id="{6F850C0B-C24C-4391-A070-06CCA043B790}"/>
                  </a:ext>
                </a:extLst>
              </p:cNvPr>
              <p:cNvPicPr>
                <a:picLocks noGrp="1" noRot="1" noChangeAspect="1" noMove="1" noResize="1" noEditPoints="1" noAdjustHandles="1" noChangeArrowheads="1" noChangeShapeType="1" noCrop="1"/>
              </p:cNvPicPr>
              <p:nvPr/>
            </p:nvPicPr>
            <p:blipFill>
              <a:blip r:embed="rId12"/>
              <a:stretch>
                <a:fillRect/>
              </a:stretch>
            </p:blipFill>
            <p:spPr>
              <a:xfrm>
                <a:off x="9355226" y="3351733"/>
                <a:ext cx="1233526" cy="1233526"/>
              </a:xfrm>
              <a:prstGeom prst="rect">
                <a:avLst/>
              </a:prstGeom>
            </p:spPr>
          </p:pic>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mph" presetSubtype="128" repeatCount="indefinite" fill="hold" nodeType="withEffect">
                                  <p:stCondLst>
                                    <p:cond delay="0"/>
                                  </p:stCondLst>
                                  <p:childTnLst>
                                    <p:animRot by="21600000">
                                      <p:cBhvr>
                                        <p:cTn id="6" dur="16000" fill="hold"/>
                                        <p:tgtEl>
                                          <p:spTgt spid="21"/>
                                        </p:tgtEl>
                                        <p:attrNameLst>
                                          <p:attrName>3d.view.rotation.y</p:attrName>
                                        </p:attrNameLst>
                                      </p:cBhvr>
                                    </p:animRot>
                                  </p:childTnLst>
                                </p:cTn>
                              </p:par>
                              <p:par>
                                <p:cTn id="7" presetID="37" presetClass="emph" presetSubtype="128" repeatCount="indefinite" fill="hold" nodeType="withEffect">
                                  <p:stCondLst>
                                    <p:cond delay="0"/>
                                  </p:stCondLst>
                                  <p:childTnLst>
                                    <p:animRot by="-21600000">
                                      <p:cBhvr>
                                        <p:cTn id="8" dur="10667" fill="hold"/>
                                        <p:tgtEl>
                                          <p:spTgt spid="22"/>
                                        </p:tgtEl>
                                        <p:attrNameLst>
                                          <p:attrName>3d.view.rotation.y</p:attrName>
                                        </p:attrNameLst>
                                      </p:cBhvr>
                                    </p:animRot>
                                  </p:childTnLst>
                                </p:cTn>
                              </p:par>
                              <p:par>
                                <p:cTn id="9" presetID="10" presetClass="entr" presetSubtype="0" fill="hold" nodeType="withEffect">
                                  <p:stCondLst>
                                    <p:cond delay="3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50"/>
                                        <p:tgtEl>
                                          <p:spTgt spid="3"/>
                                        </p:tgtEl>
                                      </p:cBhvr>
                                    </p:animEffect>
                                  </p:childTnLst>
                                </p:cTn>
                              </p:par>
                              <p:par>
                                <p:cTn id="12" presetID="10" presetClass="entr" presetSubtype="0" fill="hold" nodeType="withEffect">
                                  <p:stCondLst>
                                    <p:cond delay="35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50"/>
                                        <p:tgtEl>
                                          <p:spTgt spid="4"/>
                                        </p:tgtEl>
                                      </p:cBhvr>
                                    </p:animEffect>
                                  </p:childTnLst>
                                </p:cTn>
                              </p:par>
                              <p:par>
                                <p:cTn id="15" presetID="42" presetClass="entr" presetSubtype="0" fill="hold" grpId="0" nodeType="withEffect">
                                  <p:stCondLst>
                                    <p:cond delay="51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50"/>
                                        <p:tgtEl>
                                          <p:spTgt spid="5"/>
                                        </p:tgtEl>
                                      </p:cBhvr>
                                    </p:animEffect>
                                    <p:anim calcmode="lin" valueType="num">
                                      <p:cBhvr>
                                        <p:cTn id="18" dur="550" fill="hold"/>
                                        <p:tgtEl>
                                          <p:spTgt spid="5"/>
                                        </p:tgtEl>
                                        <p:attrNameLst>
                                          <p:attrName>ppt_x</p:attrName>
                                        </p:attrNameLst>
                                      </p:cBhvr>
                                      <p:tavLst>
                                        <p:tav tm="0">
                                          <p:val>
                                            <p:strVal val="#ppt_x"/>
                                          </p:val>
                                        </p:tav>
                                        <p:tav tm="100000">
                                          <p:val>
                                            <p:strVal val="#ppt_x"/>
                                          </p:val>
                                        </p:tav>
                                      </p:tavLst>
                                    </p:anim>
                                    <p:anim calcmode="lin" valueType="num">
                                      <p:cBhvr>
                                        <p:cTn id="19" dur="550" fill="hold"/>
                                        <p:tgtEl>
                                          <p:spTgt spid="5"/>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51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50"/>
                                        <p:tgtEl>
                                          <p:spTgt spid="6"/>
                                        </p:tgtEl>
                                      </p:cBhvr>
                                    </p:animEffect>
                                    <p:anim calcmode="lin" valueType="num">
                                      <p:cBhvr>
                                        <p:cTn id="23" dur="550" fill="hold"/>
                                        <p:tgtEl>
                                          <p:spTgt spid="6"/>
                                        </p:tgtEl>
                                        <p:attrNameLst>
                                          <p:attrName>ppt_x</p:attrName>
                                        </p:attrNameLst>
                                      </p:cBhvr>
                                      <p:tavLst>
                                        <p:tav tm="0">
                                          <p:val>
                                            <p:strVal val="#ppt_x"/>
                                          </p:val>
                                        </p:tav>
                                        <p:tav tm="100000">
                                          <p:val>
                                            <p:strVal val="#ppt_x"/>
                                          </p:val>
                                        </p:tav>
                                      </p:tavLst>
                                    </p:anim>
                                    <p:anim calcmode="lin" valueType="num">
                                      <p:cBhvr>
                                        <p:cTn id="24" dur="550" fill="hold"/>
                                        <p:tgtEl>
                                          <p:spTgt spid="6"/>
                                        </p:tgtEl>
                                        <p:attrNameLst>
                                          <p:attrName>ppt_y</p:attrName>
                                        </p:attrNameLst>
                                      </p:cBhvr>
                                      <p:tavLst>
                                        <p:tav tm="0">
                                          <p:val>
                                            <p:strVal val="#ppt_y+.1"/>
                                          </p:val>
                                        </p:tav>
                                        <p:tav tm="100000">
                                          <p:val>
                                            <p:strVal val="#ppt_y"/>
                                          </p:val>
                                        </p:tav>
                                      </p:tavLst>
                                    </p:anim>
                                  </p:childTnLst>
                                </p:cTn>
                              </p:par>
                              <p:par>
                                <p:cTn id="25" presetID="53" presetClass="entr" presetSubtype="16" fill="hold" nodeType="withEffect">
                                  <p:stCondLst>
                                    <p:cond delay="670"/>
                                  </p:stCondLst>
                                  <p:childTnLst>
                                    <p:set>
                                      <p:cBhvr>
                                        <p:cTn id="26" dur="1" fill="hold">
                                          <p:stCondLst>
                                            <p:cond delay="0"/>
                                          </p:stCondLst>
                                        </p:cTn>
                                        <p:tgtEl>
                                          <p:spTgt spid="7"/>
                                        </p:tgtEl>
                                        <p:attrNameLst>
                                          <p:attrName>style.visibility</p:attrName>
                                        </p:attrNameLst>
                                      </p:cBhvr>
                                      <p:to>
                                        <p:strVal val="visible"/>
                                      </p:to>
                                    </p:set>
                                    <p:anim calcmode="lin" valueType="num">
                                      <p:cBhvr>
                                        <p:cTn id="27" dur="550" fill="hold"/>
                                        <p:tgtEl>
                                          <p:spTgt spid="7"/>
                                        </p:tgtEl>
                                        <p:attrNameLst>
                                          <p:attrName>ppt_w</p:attrName>
                                        </p:attrNameLst>
                                      </p:cBhvr>
                                      <p:tavLst>
                                        <p:tav tm="0">
                                          <p:val>
                                            <p:fltVal val="0"/>
                                          </p:val>
                                        </p:tav>
                                        <p:tav tm="100000">
                                          <p:val>
                                            <p:strVal val="#ppt_w"/>
                                          </p:val>
                                        </p:tav>
                                      </p:tavLst>
                                    </p:anim>
                                    <p:anim calcmode="lin" valueType="num">
                                      <p:cBhvr>
                                        <p:cTn id="28" dur="550" fill="hold"/>
                                        <p:tgtEl>
                                          <p:spTgt spid="7"/>
                                        </p:tgtEl>
                                        <p:attrNameLst>
                                          <p:attrName>ppt_h</p:attrName>
                                        </p:attrNameLst>
                                      </p:cBhvr>
                                      <p:tavLst>
                                        <p:tav tm="0">
                                          <p:val>
                                            <p:fltVal val="0"/>
                                          </p:val>
                                        </p:tav>
                                        <p:tav tm="100000">
                                          <p:val>
                                            <p:strVal val="#ppt_h"/>
                                          </p:val>
                                        </p:tav>
                                      </p:tavLst>
                                    </p:anim>
                                    <p:animEffect transition="in" filter="fade">
                                      <p:cBhvr>
                                        <p:cTn id="29" dur="550"/>
                                        <p:tgtEl>
                                          <p:spTgt spid="7"/>
                                        </p:tgtEl>
                                      </p:cBhvr>
                                    </p:animEffect>
                                  </p:childTnLst>
                                </p:cTn>
                              </p:par>
                              <p:par>
                                <p:cTn id="30" presetID="53" presetClass="entr" presetSubtype="16" fill="hold" grpId="0" nodeType="withEffect">
                                  <p:stCondLst>
                                    <p:cond delay="670"/>
                                  </p:stCondLst>
                                  <p:childTnLst>
                                    <p:set>
                                      <p:cBhvr>
                                        <p:cTn id="31" dur="1" fill="hold">
                                          <p:stCondLst>
                                            <p:cond delay="0"/>
                                          </p:stCondLst>
                                        </p:cTn>
                                        <p:tgtEl>
                                          <p:spTgt spid="8"/>
                                        </p:tgtEl>
                                        <p:attrNameLst>
                                          <p:attrName>style.visibility</p:attrName>
                                        </p:attrNameLst>
                                      </p:cBhvr>
                                      <p:to>
                                        <p:strVal val="visible"/>
                                      </p:to>
                                    </p:set>
                                    <p:anim calcmode="lin" valueType="num">
                                      <p:cBhvr>
                                        <p:cTn id="32" dur="550" fill="hold"/>
                                        <p:tgtEl>
                                          <p:spTgt spid="8"/>
                                        </p:tgtEl>
                                        <p:attrNameLst>
                                          <p:attrName>ppt_w</p:attrName>
                                        </p:attrNameLst>
                                      </p:cBhvr>
                                      <p:tavLst>
                                        <p:tav tm="0">
                                          <p:val>
                                            <p:fltVal val="0"/>
                                          </p:val>
                                        </p:tav>
                                        <p:tav tm="100000">
                                          <p:val>
                                            <p:strVal val="#ppt_w"/>
                                          </p:val>
                                        </p:tav>
                                      </p:tavLst>
                                    </p:anim>
                                    <p:anim calcmode="lin" valueType="num">
                                      <p:cBhvr>
                                        <p:cTn id="33" dur="550" fill="hold"/>
                                        <p:tgtEl>
                                          <p:spTgt spid="8"/>
                                        </p:tgtEl>
                                        <p:attrNameLst>
                                          <p:attrName>ppt_h</p:attrName>
                                        </p:attrNameLst>
                                      </p:cBhvr>
                                      <p:tavLst>
                                        <p:tav tm="0">
                                          <p:val>
                                            <p:fltVal val="0"/>
                                          </p:val>
                                        </p:tav>
                                        <p:tav tm="100000">
                                          <p:val>
                                            <p:strVal val="#ppt_h"/>
                                          </p:val>
                                        </p:tav>
                                      </p:tavLst>
                                    </p:anim>
                                    <p:animEffect transition="in" filter="fade">
                                      <p:cBhvr>
                                        <p:cTn id="34" dur="550"/>
                                        <p:tgtEl>
                                          <p:spTgt spid="8"/>
                                        </p:tgtEl>
                                      </p:cBhvr>
                                    </p:animEffect>
                                  </p:childTnLst>
                                </p:cTn>
                              </p:par>
                              <p:par>
                                <p:cTn id="35" presetID="10" presetClass="entr" presetSubtype="0" fill="hold" grpId="0" nodeType="withEffect">
                                  <p:stCondLst>
                                    <p:cond delay="83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50"/>
                                        <p:tgtEl>
                                          <p:spTgt spid="9"/>
                                        </p:tgtEl>
                                      </p:cBhvr>
                                    </p:animEffect>
                                  </p:childTnLst>
                                </p:cTn>
                              </p:par>
                              <p:par>
                                <p:cTn id="38" presetID="2" presetClass="entr" presetSubtype="8" fill="hold" nodeType="withEffect">
                                  <p:stCondLst>
                                    <p:cond delay="990"/>
                                  </p:stCondLst>
                                  <p:childTnLst>
                                    <p:set>
                                      <p:cBhvr>
                                        <p:cTn id="39" dur="1" fill="hold">
                                          <p:stCondLst>
                                            <p:cond delay="0"/>
                                          </p:stCondLst>
                                        </p:cTn>
                                        <p:tgtEl>
                                          <p:spTgt spid="10"/>
                                        </p:tgtEl>
                                        <p:attrNameLst>
                                          <p:attrName>style.visibility</p:attrName>
                                        </p:attrNameLst>
                                      </p:cBhvr>
                                      <p:to>
                                        <p:strVal val="visible"/>
                                      </p:to>
                                    </p:set>
                                    <p:anim calcmode="lin" valueType="num">
                                      <p:cBhvr additive="base">
                                        <p:cTn id="40" dur="500" fill="hold"/>
                                        <p:tgtEl>
                                          <p:spTgt spid="10"/>
                                        </p:tgtEl>
                                        <p:attrNameLst>
                                          <p:attrName>ppt_x</p:attrName>
                                        </p:attrNameLst>
                                      </p:cBhvr>
                                      <p:tavLst>
                                        <p:tav tm="0">
                                          <p:val>
                                            <p:strVal val="0-#ppt_w/2"/>
                                          </p:val>
                                        </p:tav>
                                        <p:tav tm="100000">
                                          <p:val>
                                            <p:strVal val="#ppt_x"/>
                                          </p:val>
                                        </p:tav>
                                      </p:tavLst>
                                    </p:anim>
                                    <p:anim calcmode="lin" valueType="num">
                                      <p:cBhvr additive="base">
                                        <p:cTn id="41" dur="500" fill="hold"/>
                                        <p:tgtEl>
                                          <p:spTgt spid="10"/>
                                        </p:tgtEl>
                                        <p:attrNameLst>
                                          <p:attrName>ppt_y</p:attrName>
                                        </p:attrNameLst>
                                      </p:cBhvr>
                                      <p:tavLst>
                                        <p:tav tm="0">
                                          <p:val>
                                            <p:strVal val="#ppt_y"/>
                                          </p:val>
                                        </p:tav>
                                        <p:tav tm="100000">
                                          <p:val>
                                            <p:strVal val="#ppt_y"/>
                                          </p:val>
                                        </p:tav>
                                      </p:tavLst>
                                    </p:anim>
                                  </p:childTnLst>
                                </p:cTn>
                              </p:par>
                              <p:par>
                                <p:cTn id="42" presetID="2" presetClass="entr" presetSubtype="8" fill="hold" grpId="0" nodeType="withEffect">
                                  <p:stCondLst>
                                    <p:cond delay="990"/>
                                  </p:stCondLst>
                                  <p:childTnLst>
                                    <p:set>
                                      <p:cBhvr>
                                        <p:cTn id="43" dur="1" fill="hold">
                                          <p:stCondLst>
                                            <p:cond delay="0"/>
                                          </p:stCondLst>
                                        </p:cTn>
                                        <p:tgtEl>
                                          <p:spTgt spid="11"/>
                                        </p:tgtEl>
                                        <p:attrNameLst>
                                          <p:attrName>style.visibility</p:attrName>
                                        </p:attrNameLst>
                                      </p:cBhvr>
                                      <p:to>
                                        <p:strVal val="visible"/>
                                      </p:to>
                                    </p:set>
                                    <p:anim calcmode="lin" valueType="num">
                                      <p:cBhvr additive="base">
                                        <p:cTn id="44" dur="500" fill="hold"/>
                                        <p:tgtEl>
                                          <p:spTgt spid="11"/>
                                        </p:tgtEl>
                                        <p:attrNameLst>
                                          <p:attrName>ppt_x</p:attrName>
                                        </p:attrNameLst>
                                      </p:cBhvr>
                                      <p:tavLst>
                                        <p:tav tm="0">
                                          <p:val>
                                            <p:strVal val="0-#ppt_w/2"/>
                                          </p:val>
                                        </p:tav>
                                        <p:tav tm="100000">
                                          <p:val>
                                            <p:strVal val="#ppt_x"/>
                                          </p:val>
                                        </p:tav>
                                      </p:tavLst>
                                    </p:anim>
                                    <p:anim calcmode="lin" valueType="num">
                                      <p:cBhvr additive="base">
                                        <p:cTn id="45" dur="500" fill="hold"/>
                                        <p:tgtEl>
                                          <p:spTgt spid="11"/>
                                        </p:tgtEl>
                                        <p:attrNameLst>
                                          <p:attrName>ppt_y</p:attrName>
                                        </p:attrNameLst>
                                      </p:cBhvr>
                                      <p:tavLst>
                                        <p:tav tm="0">
                                          <p:val>
                                            <p:strVal val="#ppt_y"/>
                                          </p:val>
                                        </p:tav>
                                        <p:tav tm="100000">
                                          <p:val>
                                            <p:strVal val="#ppt_y"/>
                                          </p:val>
                                        </p:tav>
                                      </p:tavLst>
                                    </p:anim>
                                  </p:childTnLst>
                                </p:cTn>
                              </p:par>
                              <p:par>
                                <p:cTn id="46" presetID="2" presetClass="entr" presetSubtype="8" fill="hold" nodeType="withEffect">
                                  <p:stCondLst>
                                    <p:cond delay="990"/>
                                  </p:stCondLst>
                                  <p:childTnLst>
                                    <p:set>
                                      <p:cBhvr>
                                        <p:cTn id="47" dur="1" fill="hold">
                                          <p:stCondLst>
                                            <p:cond delay="0"/>
                                          </p:stCondLst>
                                        </p:cTn>
                                        <p:tgtEl>
                                          <p:spTgt spid="12"/>
                                        </p:tgtEl>
                                        <p:attrNameLst>
                                          <p:attrName>style.visibility</p:attrName>
                                        </p:attrNameLst>
                                      </p:cBhvr>
                                      <p:to>
                                        <p:strVal val="visible"/>
                                      </p:to>
                                    </p:set>
                                    <p:anim calcmode="lin" valueType="num">
                                      <p:cBhvr additive="base">
                                        <p:cTn id="48" dur="500" fill="hold"/>
                                        <p:tgtEl>
                                          <p:spTgt spid="12"/>
                                        </p:tgtEl>
                                        <p:attrNameLst>
                                          <p:attrName>ppt_x</p:attrName>
                                        </p:attrNameLst>
                                      </p:cBhvr>
                                      <p:tavLst>
                                        <p:tav tm="0">
                                          <p:val>
                                            <p:strVal val="0-#ppt_w/2"/>
                                          </p:val>
                                        </p:tav>
                                        <p:tav tm="100000">
                                          <p:val>
                                            <p:strVal val="#ppt_x"/>
                                          </p:val>
                                        </p:tav>
                                      </p:tavLst>
                                    </p:anim>
                                    <p:anim calcmode="lin" valueType="num">
                                      <p:cBhvr additive="base">
                                        <p:cTn id="49" dur="500" fill="hold"/>
                                        <p:tgtEl>
                                          <p:spTgt spid="12"/>
                                        </p:tgtEl>
                                        <p:attrNameLst>
                                          <p:attrName>ppt_y</p:attrName>
                                        </p:attrNameLst>
                                      </p:cBhvr>
                                      <p:tavLst>
                                        <p:tav tm="0">
                                          <p:val>
                                            <p:strVal val="#ppt_y"/>
                                          </p:val>
                                        </p:tav>
                                        <p:tav tm="100000">
                                          <p:val>
                                            <p:strVal val="#ppt_y"/>
                                          </p:val>
                                        </p:tav>
                                      </p:tavLst>
                                    </p:anim>
                                  </p:childTnLst>
                                </p:cTn>
                              </p:par>
                              <p:par>
                                <p:cTn id="50" presetID="2" presetClass="entr" presetSubtype="8" fill="hold" grpId="0" nodeType="withEffect">
                                  <p:stCondLst>
                                    <p:cond delay="990"/>
                                  </p:stCondLst>
                                  <p:childTnLst>
                                    <p:set>
                                      <p:cBhvr>
                                        <p:cTn id="51" dur="1" fill="hold">
                                          <p:stCondLst>
                                            <p:cond delay="0"/>
                                          </p:stCondLst>
                                        </p:cTn>
                                        <p:tgtEl>
                                          <p:spTgt spid="13"/>
                                        </p:tgtEl>
                                        <p:attrNameLst>
                                          <p:attrName>style.visibility</p:attrName>
                                        </p:attrNameLst>
                                      </p:cBhvr>
                                      <p:to>
                                        <p:strVal val="visible"/>
                                      </p:to>
                                    </p:set>
                                    <p:anim calcmode="lin" valueType="num">
                                      <p:cBhvr additive="base">
                                        <p:cTn id="52" dur="500" fill="hold"/>
                                        <p:tgtEl>
                                          <p:spTgt spid="13"/>
                                        </p:tgtEl>
                                        <p:attrNameLst>
                                          <p:attrName>ppt_x</p:attrName>
                                        </p:attrNameLst>
                                      </p:cBhvr>
                                      <p:tavLst>
                                        <p:tav tm="0">
                                          <p:val>
                                            <p:strVal val="0-#ppt_w/2"/>
                                          </p:val>
                                        </p:tav>
                                        <p:tav tm="100000">
                                          <p:val>
                                            <p:strVal val="#ppt_x"/>
                                          </p:val>
                                        </p:tav>
                                      </p:tavLst>
                                    </p:anim>
                                    <p:anim calcmode="lin" valueType="num">
                                      <p:cBhvr additive="base">
                                        <p:cTn id="53" dur="500" fill="hold"/>
                                        <p:tgtEl>
                                          <p:spTgt spid="13"/>
                                        </p:tgtEl>
                                        <p:attrNameLst>
                                          <p:attrName>ppt_y</p:attrName>
                                        </p:attrNameLst>
                                      </p:cBhvr>
                                      <p:tavLst>
                                        <p:tav tm="0">
                                          <p:val>
                                            <p:strVal val="#ppt_y"/>
                                          </p:val>
                                        </p:tav>
                                        <p:tav tm="100000">
                                          <p:val>
                                            <p:strVal val="#ppt_y"/>
                                          </p:val>
                                        </p:tav>
                                      </p:tavLst>
                                    </p:anim>
                                  </p:childTnLst>
                                </p:cTn>
                              </p:par>
                              <p:par>
                                <p:cTn id="54" presetID="10" presetClass="entr" presetSubtype="0" fill="hold" grpId="0" nodeType="withEffect">
                                  <p:stCondLst>
                                    <p:cond delay="1150"/>
                                  </p:stCondLst>
                                  <p:childTnLst>
                                    <p:set>
                                      <p:cBhvr>
                                        <p:cTn id="55" dur="1" fill="hold">
                                          <p:stCondLst>
                                            <p:cond delay="0"/>
                                          </p:stCondLst>
                                        </p:cTn>
                                        <p:tgtEl>
                                          <p:spTgt spid="14"/>
                                        </p:tgtEl>
                                        <p:attrNameLst>
                                          <p:attrName>style.visibility</p:attrName>
                                        </p:attrNameLst>
                                      </p:cBhvr>
                                      <p:to>
                                        <p:strVal val="visible"/>
                                      </p:to>
                                    </p:set>
                                    <p:animEffect transition="in" filter="fade">
                                      <p:cBhvr>
                                        <p:cTn id="56" dur="550"/>
                                        <p:tgtEl>
                                          <p:spTgt spid="14"/>
                                        </p:tgtEl>
                                      </p:cBhvr>
                                    </p:animEffect>
                                  </p:childTnLst>
                                </p:cTn>
                              </p:par>
                              <p:par>
                                <p:cTn id="57" presetID="42" presetClass="entr" presetSubtype="0" fill="hold" grpId="0" nodeType="withEffect">
                                  <p:stCondLst>
                                    <p:cond delay="131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550"/>
                                        <p:tgtEl>
                                          <p:spTgt spid="15"/>
                                        </p:tgtEl>
                                      </p:cBhvr>
                                    </p:animEffect>
                                    <p:anim calcmode="lin" valueType="num">
                                      <p:cBhvr>
                                        <p:cTn id="60" dur="550" fill="hold"/>
                                        <p:tgtEl>
                                          <p:spTgt spid="15"/>
                                        </p:tgtEl>
                                        <p:attrNameLst>
                                          <p:attrName>ppt_x</p:attrName>
                                        </p:attrNameLst>
                                      </p:cBhvr>
                                      <p:tavLst>
                                        <p:tav tm="0">
                                          <p:val>
                                            <p:strVal val="#ppt_x"/>
                                          </p:val>
                                        </p:tav>
                                        <p:tav tm="100000">
                                          <p:val>
                                            <p:strVal val="#ppt_x"/>
                                          </p:val>
                                        </p:tav>
                                      </p:tavLst>
                                    </p:anim>
                                    <p:anim calcmode="lin" valueType="num">
                                      <p:cBhvr>
                                        <p:cTn id="61" dur="550" fill="hold"/>
                                        <p:tgtEl>
                                          <p:spTgt spid="15"/>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1310"/>
                                  </p:stCondLst>
                                  <p:childTnLst>
                                    <p:set>
                                      <p:cBhvr>
                                        <p:cTn id="63" dur="1" fill="hold">
                                          <p:stCondLst>
                                            <p:cond delay="0"/>
                                          </p:stCondLst>
                                        </p:cTn>
                                        <p:tgtEl>
                                          <p:spTgt spid="16"/>
                                        </p:tgtEl>
                                        <p:attrNameLst>
                                          <p:attrName>style.visibility</p:attrName>
                                        </p:attrNameLst>
                                      </p:cBhvr>
                                      <p:to>
                                        <p:strVal val="visible"/>
                                      </p:to>
                                    </p:set>
                                    <p:animEffect transition="in" filter="fade">
                                      <p:cBhvr>
                                        <p:cTn id="64" dur="550"/>
                                        <p:tgtEl>
                                          <p:spTgt spid="16"/>
                                        </p:tgtEl>
                                      </p:cBhvr>
                                    </p:animEffect>
                                    <p:anim calcmode="lin" valueType="num">
                                      <p:cBhvr>
                                        <p:cTn id="65" dur="550" fill="hold"/>
                                        <p:tgtEl>
                                          <p:spTgt spid="16"/>
                                        </p:tgtEl>
                                        <p:attrNameLst>
                                          <p:attrName>ppt_x</p:attrName>
                                        </p:attrNameLst>
                                      </p:cBhvr>
                                      <p:tavLst>
                                        <p:tav tm="0">
                                          <p:val>
                                            <p:strVal val="#ppt_x"/>
                                          </p:val>
                                        </p:tav>
                                        <p:tav tm="100000">
                                          <p:val>
                                            <p:strVal val="#ppt_x"/>
                                          </p:val>
                                        </p:tav>
                                      </p:tavLst>
                                    </p:anim>
                                    <p:anim calcmode="lin" valueType="num">
                                      <p:cBhvr>
                                        <p:cTn id="66" dur="550" fill="hold"/>
                                        <p:tgtEl>
                                          <p:spTgt spid="16"/>
                                        </p:tgtEl>
                                        <p:attrNameLst>
                                          <p:attrName>ppt_y</p:attrName>
                                        </p:attrNameLst>
                                      </p:cBhvr>
                                      <p:tavLst>
                                        <p:tav tm="0">
                                          <p:val>
                                            <p:strVal val="#ppt_y+.1"/>
                                          </p:val>
                                        </p:tav>
                                        <p:tav tm="100000">
                                          <p:val>
                                            <p:strVal val="#ppt_y"/>
                                          </p:val>
                                        </p:tav>
                                      </p:tavLst>
                                    </p:anim>
                                  </p:childTnLst>
                                </p:cTn>
                              </p:par>
                              <p:par>
                                <p:cTn id="67" presetID="42" presetClass="entr" presetSubtype="0" fill="hold" nodeType="withEffect">
                                  <p:stCondLst>
                                    <p:cond delay="1310"/>
                                  </p:stCondLst>
                                  <p:childTnLst>
                                    <p:set>
                                      <p:cBhvr>
                                        <p:cTn id="68" dur="1" fill="hold">
                                          <p:stCondLst>
                                            <p:cond delay="0"/>
                                          </p:stCondLst>
                                        </p:cTn>
                                        <p:tgtEl>
                                          <p:spTgt spid="17"/>
                                        </p:tgtEl>
                                        <p:attrNameLst>
                                          <p:attrName>style.visibility</p:attrName>
                                        </p:attrNameLst>
                                      </p:cBhvr>
                                      <p:to>
                                        <p:strVal val="visible"/>
                                      </p:to>
                                    </p:set>
                                    <p:animEffect transition="in" filter="fade">
                                      <p:cBhvr>
                                        <p:cTn id="69" dur="550"/>
                                        <p:tgtEl>
                                          <p:spTgt spid="17"/>
                                        </p:tgtEl>
                                      </p:cBhvr>
                                    </p:animEffect>
                                    <p:anim calcmode="lin" valueType="num">
                                      <p:cBhvr>
                                        <p:cTn id="70" dur="550" fill="hold"/>
                                        <p:tgtEl>
                                          <p:spTgt spid="17"/>
                                        </p:tgtEl>
                                        <p:attrNameLst>
                                          <p:attrName>ppt_x</p:attrName>
                                        </p:attrNameLst>
                                      </p:cBhvr>
                                      <p:tavLst>
                                        <p:tav tm="0">
                                          <p:val>
                                            <p:strVal val="#ppt_x"/>
                                          </p:val>
                                        </p:tav>
                                        <p:tav tm="100000">
                                          <p:val>
                                            <p:strVal val="#ppt_x"/>
                                          </p:val>
                                        </p:tav>
                                      </p:tavLst>
                                    </p:anim>
                                    <p:anim calcmode="lin" valueType="num">
                                      <p:cBhvr>
                                        <p:cTn id="71" dur="550" fill="hold"/>
                                        <p:tgtEl>
                                          <p:spTgt spid="17"/>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1310"/>
                                  </p:stCondLst>
                                  <p:childTnLst>
                                    <p:set>
                                      <p:cBhvr>
                                        <p:cTn id="73" dur="1" fill="hold">
                                          <p:stCondLst>
                                            <p:cond delay="0"/>
                                          </p:stCondLst>
                                        </p:cTn>
                                        <p:tgtEl>
                                          <p:spTgt spid="18"/>
                                        </p:tgtEl>
                                        <p:attrNameLst>
                                          <p:attrName>style.visibility</p:attrName>
                                        </p:attrNameLst>
                                      </p:cBhvr>
                                      <p:to>
                                        <p:strVal val="visible"/>
                                      </p:to>
                                    </p:set>
                                    <p:animEffect transition="in" filter="fade">
                                      <p:cBhvr>
                                        <p:cTn id="74" dur="550"/>
                                        <p:tgtEl>
                                          <p:spTgt spid="18"/>
                                        </p:tgtEl>
                                      </p:cBhvr>
                                    </p:animEffect>
                                    <p:anim calcmode="lin" valueType="num">
                                      <p:cBhvr>
                                        <p:cTn id="75" dur="550" fill="hold"/>
                                        <p:tgtEl>
                                          <p:spTgt spid="18"/>
                                        </p:tgtEl>
                                        <p:attrNameLst>
                                          <p:attrName>ppt_x</p:attrName>
                                        </p:attrNameLst>
                                      </p:cBhvr>
                                      <p:tavLst>
                                        <p:tav tm="0">
                                          <p:val>
                                            <p:strVal val="#ppt_x"/>
                                          </p:val>
                                        </p:tav>
                                        <p:tav tm="100000">
                                          <p:val>
                                            <p:strVal val="#ppt_x"/>
                                          </p:val>
                                        </p:tav>
                                      </p:tavLst>
                                    </p:anim>
                                    <p:anim calcmode="lin" valueType="num">
                                      <p:cBhvr>
                                        <p:cTn id="76" dur="550" fill="hold"/>
                                        <p:tgtEl>
                                          <p:spTgt spid="18"/>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1310"/>
                                  </p:stCondLst>
                                  <p:childTnLst>
                                    <p:set>
                                      <p:cBhvr>
                                        <p:cTn id="78" dur="1" fill="hold">
                                          <p:stCondLst>
                                            <p:cond delay="0"/>
                                          </p:stCondLst>
                                        </p:cTn>
                                        <p:tgtEl>
                                          <p:spTgt spid="19"/>
                                        </p:tgtEl>
                                        <p:attrNameLst>
                                          <p:attrName>style.visibility</p:attrName>
                                        </p:attrNameLst>
                                      </p:cBhvr>
                                      <p:to>
                                        <p:strVal val="visible"/>
                                      </p:to>
                                    </p:set>
                                    <p:animEffect transition="in" filter="fade">
                                      <p:cBhvr>
                                        <p:cTn id="79" dur="550"/>
                                        <p:tgtEl>
                                          <p:spTgt spid="19"/>
                                        </p:tgtEl>
                                      </p:cBhvr>
                                    </p:animEffect>
                                    <p:anim calcmode="lin" valueType="num">
                                      <p:cBhvr>
                                        <p:cTn id="80" dur="550" fill="hold"/>
                                        <p:tgtEl>
                                          <p:spTgt spid="19"/>
                                        </p:tgtEl>
                                        <p:attrNameLst>
                                          <p:attrName>ppt_x</p:attrName>
                                        </p:attrNameLst>
                                      </p:cBhvr>
                                      <p:tavLst>
                                        <p:tav tm="0">
                                          <p:val>
                                            <p:strVal val="#ppt_x"/>
                                          </p:val>
                                        </p:tav>
                                        <p:tav tm="100000">
                                          <p:val>
                                            <p:strVal val="#ppt_x"/>
                                          </p:val>
                                        </p:tav>
                                      </p:tavLst>
                                    </p:anim>
                                    <p:anim calcmode="lin" valueType="num">
                                      <p:cBhvr>
                                        <p:cTn id="81" dur="550" fill="hold"/>
                                        <p:tgtEl>
                                          <p:spTgt spid="19"/>
                                        </p:tgtEl>
                                        <p:attrNameLst>
                                          <p:attrName>ppt_y</p:attrName>
                                        </p:attrNameLst>
                                      </p:cBhvr>
                                      <p:tavLst>
                                        <p:tav tm="0">
                                          <p:val>
                                            <p:strVal val="#ppt_y+.1"/>
                                          </p:val>
                                        </p:tav>
                                        <p:tav tm="100000">
                                          <p:val>
                                            <p:strVal val="#ppt_y"/>
                                          </p:val>
                                        </p:tav>
                                      </p:tavLst>
                                    </p:anim>
                                  </p:childTnLst>
                                </p:cTn>
                              </p:par>
                              <p:par>
                                <p:cTn id="82" presetID="10" presetClass="entr" presetSubtype="0" fill="hold" grpId="0" nodeType="withEffect">
                                  <p:stCondLst>
                                    <p:cond delay="1470"/>
                                  </p:stCondLst>
                                  <p:childTnLst>
                                    <p:set>
                                      <p:cBhvr>
                                        <p:cTn id="83" dur="1" fill="hold">
                                          <p:stCondLst>
                                            <p:cond delay="0"/>
                                          </p:stCondLst>
                                        </p:cTn>
                                        <p:tgtEl>
                                          <p:spTgt spid="20"/>
                                        </p:tgtEl>
                                        <p:attrNameLst>
                                          <p:attrName>style.visibility</p:attrName>
                                        </p:attrNameLst>
                                      </p:cBhvr>
                                      <p:to>
                                        <p:strVal val="visible"/>
                                      </p:to>
                                    </p:set>
                                    <p:animEffect transition="in" filter="fade">
                                      <p:cBhvr>
                                        <p:cTn id="84" dur="5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1" grpId="0" animBg="1"/>
      <p:bldP spid="13" grpId="0" animBg="1"/>
      <p:bldP spid="14" grpId="0" animBg="1"/>
      <p:bldP spid="15" grpId="0" animBg="1"/>
      <p:bldP spid="16" grpId="0" animBg="1"/>
      <p:bldP spid="18" grpId="0" animBg="1"/>
      <p:bldP spid="19" grpId="0" animBg="1"/>
      <p:bldP spid="2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Glow" descr="assets/glow_soft.png"/>
          <p:cNvPicPr>
            <a:picLocks noChangeAspect="1"/>
          </p:cNvPicPr>
          <p:nvPr/>
        </p:nvPicPr>
        <p:blipFill>
          <a:blip r:embed="rId4"/>
          <a:stretch>
            <a:fillRect/>
          </a:stretch>
        </p:blipFill>
        <p:spPr>
          <a:xfrm>
            <a:off x="-271577" y="2149754"/>
            <a:ext cx="5257800" cy="5257800"/>
          </a:xfrm>
          <a:prstGeom prst="rect">
            <a:avLst/>
          </a:prstGeom>
        </p:spPr>
      </p:pic>
      <p:sp>
        <p:nvSpPr>
          <p:cNvPr id="3" name="!!Ring1"/>
          <p:cNvSpPr/>
          <p:nvPr/>
        </p:nvSpPr>
        <p:spPr>
          <a:xfrm>
            <a:off x="-19202" y="4631436"/>
            <a:ext cx="4626864" cy="1303934"/>
          </a:xfrm>
          <a:prstGeom prst="ellipse">
            <a:avLst/>
          </a:prstGeom>
          <a:solidFill>
            <a:srgbClr val="5B2FD6">
              <a:alpha val="8000"/>
            </a:srgbClr>
          </a:solidFill>
          <a:ln w="15875">
            <a:solidFill>
              <a:srgbClr val="7C5CFF">
                <a:alpha val="70000"/>
              </a:srgbClr>
            </a:solidFill>
            <a:prstDash val="solid"/>
          </a:ln>
        </p:spPr>
      </p:sp>
      <p:sp>
        <p:nvSpPr>
          <p:cNvPr id="4" name="!!Ring2"/>
          <p:cNvSpPr/>
          <p:nvPr/>
        </p:nvSpPr>
        <p:spPr>
          <a:xfrm>
            <a:off x="-597560" y="4547311"/>
            <a:ext cx="5783580" cy="1682496"/>
          </a:xfrm>
          <a:prstGeom prst="ellipse">
            <a:avLst/>
          </a:prstGeom>
          <a:solidFill>
            <a:srgbClr val="5B2FD6">
              <a:alpha val="0"/>
            </a:srgbClr>
          </a:solidFill>
          <a:ln w="9525">
            <a:solidFill>
              <a:srgbClr val="7C5CFF">
                <a:alpha val="55000"/>
              </a:srgbClr>
            </a:solidFill>
            <a:prstDash val="dash"/>
          </a:ln>
        </p:spPr>
      </p:sp>
      <p:sp>
        <p:nvSpPr>
          <p:cNvPr id="5" name="Text 2"/>
          <p:cNvSpPr txBox="1"/>
          <p:nvPr/>
        </p:nvSpPr>
        <p:spPr>
          <a:xfrm>
            <a:off x="548640" y="274320"/>
            <a:ext cx="9692640" cy="256032"/>
          </a:xfrm>
          <a:prstGeom prst="rect">
            <a:avLst/>
          </a:prstGeom>
          <a:noFill/>
          <a:ln/>
        </p:spPr>
        <p:txBody>
          <a:bodyPr wrap="square" lIns="0" tIns="0" rIns="0" bIns="0" rtlCol="0" anchor="t"/>
          <a:lstStyle/>
          <a:p>
            <a:pPr marL="0" indent="0">
              <a:buNone/>
            </a:pPr>
            <a:r>
              <a:rPr lang="en-US" sz="950" i="1" dirty="0">
                <a:solidFill>
                  <a:srgbClr val="6E6A85"/>
                </a:solidFill>
                <a:latin typeface="Segoe UI" pitchFamily="34" charset="0"/>
                <a:ea typeface="Segoe UI" pitchFamily="34" charset="-122"/>
                <a:cs typeface="Segoe UI" pitchFamily="34" charset="-120"/>
              </a:rPr>
              <a:t>Mise en place d’une plateforme intelligente d’assistance au dépannage et de mise en relation avec des techniciens</a:t>
            </a:r>
            <a:endParaRPr lang="en-US" sz="950" dirty="0"/>
          </a:p>
        </p:txBody>
      </p:sp>
      <p:sp>
        <p:nvSpPr>
          <p:cNvPr id="6" name="!!Kicker"/>
          <p:cNvSpPr txBox="1"/>
          <p:nvPr/>
        </p:nvSpPr>
        <p:spPr>
          <a:xfrm>
            <a:off x="548640" y="713232"/>
            <a:ext cx="3657600" cy="274320"/>
          </a:xfrm>
          <a:prstGeom prst="rect">
            <a:avLst/>
          </a:prstGeom>
          <a:noFill/>
          <a:ln/>
        </p:spPr>
        <p:txBody>
          <a:bodyPr wrap="square" lIns="0" tIns="0" rIns="0" bIns="0" rtlCol="0" anchor="t"/>
          <a:lstStyle/>
          <a:p>
            <a:pPr marL="0" indent="0">
              <a:buNone/>
            </a:pPr>
            <a:r>
              <a:rPr lang="en-US" sz="1100" b="1" kern="0" spc="200" dirty="0">
                <a:solidFill>
                  <a:srgbClr val="5B2FD6"/>
                </a:solidFill>
                <a:latin typeface="Segoe UI" pitchFamily="34" charset="0"/>
                <a:ea typeface="Segoe UI" pitchFamily="34" charset="-122"/>
                <a:cs typeface="Segoe UI" pitchFamily="34" charset="-120"/>
              </a:rPr>
              <a:t>SOMMAIRE</a:t>
            </a:r>
            <a:endParaRPr lang="en-US" sz="1100" dirty="0"/>
          </a:p>
        </p:txBody>
      </p:sp>
      <p:sp>
        <p:nvSpPr>
          <p:cNvPr id="7" name="!!Title"/>
          <p:cNvSpPr txBox="1"/>
          <p:nvPr/>
        </p:nvSpPr>
        <p:spPr>
          <a:xfrm>
            <a:off x="548640" y="987552"/>
            <a:ext cx="3840480" cy="1371600"/>
          </a:xfrm>
          <a:prstGeom prst="rect">
            <a:avLst/>
          </a:prstGeom>
          <a:noFill/>
          <a:ln/>
        </p:spPr>
        <p:txBody>
          <a:bodyPr wrap="square" lIns="0" tIns="0" rIns="0" bIns="0" rtlCol="0" anchor="t"/>
          <a:lstStyle/>
          <a:p>
            <a:pPr marL="0" indent="0">
              <a:buNone/>
            </a:pPr>
            <a:r>
              <a:rPr lang="en-US" sz="3600" dirty="0">
                <a:solidFill>
                  <a:srgbClr val="17132E"/>
                </a:solidFill>
                <a:latin typeface="Segoe UI Semibold" pitchFamily="34" charset="0"/>
                <a:ea typeface="Segoe UI Semibold" pitchFamily="34" charset="-122"/>
                <a:cs typeface="Segoe UI Semibold" pitchFamily="34" charset="-120"/>
              </a:rPr>
              <a:t>Plan de</a:t>
            </a:r>
            <a:endParaRPr lang="en-US" sz="3600" dirty="0"/>
          </a:p>
          <a:p>
            <a:pPr marL="0" indent="0">
              <a:buNone/>
            </a:pPr>
            <a:r>
              <a:rPr lang="en-US" sz="3600" dirty="0">
                <a:solidFill>
                  <a:srgbClr val="17132E"/>
                </a:solidFill>
                <a:latin typeface="Segoe UI Semibold" pitchFamily="34" charset="0"/>
                <a:ea typeface="Segoe UI Semibold" pitchFamily="34" charset="-122"/>
                <a:cs typeface="Segoe UI Semibold" pitchFamily="34" charset="-120"/>
              </a:rPr>
              <a:t>présentation</a:t>
            </a:r>
            <a:endParaRPr lang="en-US" sz="3600" dirty="0"/>
          </a:p>
        </p:txBody>
      </p:sp>
      <p:sp>
        <p:nvSpPr>
          <p:cNvPr id="8" name="S03_A00_fly_30"/>
          <p:cNvSpPr/>
          <p:nvPr/>
        </p:nvSpPr>
        <p:spPr>
          <a:xfrm>
            <a:off x="4480560" y="822960"/>
            <a:ext cx="6858000" cy="731520"/>
          </a:xfrm>
          <a:prstGeom prst="roundRect">
            <a:avLst>
              <a:gd name="adj" fmla="val 20000"/>
            </a:avLst>
          </a:prstGeom>
          <a:solidFill>
            <a:srgbClr val="F3EFFF"/>
          </a:solidFill>
          <a:ln w="12700">
            <a:solidFill>
              <a:srgbClr val="C9B8FF"/>
            </a:solidFill>
            <a:prstDash val="solid"/>
          </a:ln>
        </p:spPr>
      </p:sp>
      <p:sp>
        <p:nvSpPr>
          <p:cNvPr id="9" name="S03_A00_fly_31"/>
          <p:cNvSpPr txBox="1"/>
          <p:nvPr/>
        </p:nvSpPr>
        <p:spPr>
          <a:xfrm>
            <a:off x="4709160" y="822960"/>
            <a:ext cx="822960" cy="731520"/>
          </a:xfrm>
          <a:prstGeom prst="rect">
            <a:avLst/>
          </a:prstGeom>
          <a:noFill/>
          <a:ln/>
        </p:spPr>
        <p:txBody>
          <a:bodyPr wrap="square" lIns="0" tIns="0" rIns="0" bIns="0" rtlCol="0" anchor="ctr"/>
          <a:lstStyle/>
          <a:p>
            <a:pPr marL="0" indent="0">
              <a:buNone/>
            </a:pPr>
            <a:r>
              <a:rPr lang="en-US" sz="2400" dirty="0">
                <a:solidFill>
                  <a:srgbClr val="5B2FD6"/>
                </a:solidFill>
                <a:latin typeface="Segoe UI Black" pitchFamily="34" charset="0"/>
                <a:ea typeface="Segoe UI Black" pitchFamily="34" charset="-122"/>
                <a:cs typeface="Segoe UI Black" pitchFamily="34" charset="-120"/>
              </a:rPr>
              <a:t>01</a:t>
            </a:r>
            <a:endParaRPr lang="en-US" sz="2400" dirty="0"/>
          </a:p>
        </p:txBody>
      </p:sp>
      <p:sp>
        <p:nvSpPr>
          <p:cNvPr id="10" name="S03_A00_fly_32"/>
          <p:cNvSpPr txBox="1"/>
          <p:nvPr/>
        </p:nvSpPr>
        <p:spPr>
          <a:xfrm>
            <a:off x="5532120" y="914400"/>
            <a:ext cx="5120640" cy="310896"/>
          </a:xfrm>
          <a:prstGeom prst="rect">
            <a:avLst/>
          </a:prstGeom>
          <a:noFill/>
          <a:ln/>
        </p:spPr>
        <p:txBody>
          <a:bodyPr wrap="square" lIns="0" tIns="0" rIns="0" bIns="0" rtlCol="0" anchor="ctr"/>
          <a:lstStyle/>
          <a:p>
            <a:pPr marL="0" indent="0">
              <a:buNone/>
            </a:pPr>
            <a:r>
              <a:rPr lang="en-US" sz="1600" dirty="0">
                <a:solidFill>
                  <a:srgbClr val="17132E"/>
                </a:solidFill>
                <a:latin typeface="Segoe UI Semibold" pitchFamily="34" charset="0"/>
                <a:ea typeface="Segoe UI Semibold" pitchFamily="34" charset="-122"/>
                <a:cs typeface="Segoe UI Semibold" pitchFamily="34" charset="-120"/>
              </a:rPr>
              <a:t>Introduction</a:t>
            </a:r>
            <a:endParaRPr lang="en-US" sz="1600" dirty="0"/>
          </a:p>
        </p:txBody>
      </p:sp>
      <p:sp>
        <p:nvSpPr>
          <p:cNvPr id="11" name="S03_A00_fly_33"/>
          <p:cNvSpPr txBox="1"/>
          <p:nvPr/>
        </p:nvSpPr>
        <p:spPr>
          <a:xfrm>
            <a:off x="5532120" y="1225296"/>
            <a:ext cx="5120640" cy="237744"/>
          </a:xfrm>
          <a:prstGeom prst="rect">
            <a:avLst/>
          </a:prstGeom>
          <a:noFill/>
          <a:ln/>
        </p:spPr>
        <p:txBody>
          <a:bodyPr wrap="square" lIns="0" tIns="0" rIns="0" bIns="0" rtlCol="0" anchor="ctr"/>
          <a:lstStyle/>
          <a:p>
            <a:pPr marL="0" indent="0">
              <a:buNone/>
            </a:pPr>
            <a:r>
              <a:rPr lang="en-US" sz="1100" dirty="0">
                <a:solidFill>
                  <a:srgbClr val="3E3A56"/>
                </a:solidFill>
                <a:latin typeface="Segoe UI" pitchFamily="34" charset="0"/>
                <a:ea typeface="Segoe UI" pitchFamily="34" charset="-122"/>
                <a:cs typeface="Segoe UI" pitchFamily="34" charset="-120"/>
              </a:rPr>
              <a:t>Le quotidien face aux pannes</a:t>
            </a:r>
            <a:endParaRPr lang="en-US" sz="1100" dirty="0"/>
          </a:p>
        </p:txBody>
      </p:sp>
      <p:sp>
        <p:nvSpPr>
          <p:cNvPr id="12" name="S03_A01_fly_34"/>
          <p:cNvSpPr/>
          <p:nvPr/>
        </p:nvSpPr>
        <p:spPr>
          <a:xfrm>
            <a:off x="4736592" y="1709928"/>
            <a:ext cx="6601968" cy="731520"/>
          </a:xfrm>
          <a:prstGeom prst="roundRect">
            <a:avLst>
              <a:gd name="adj" fmla="val 20000"/>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13" name="S03_A01_fly_35"/>
          <p:cNvSpPr txBox="1"/>
          <p:nvPr/>
        </p:nvSpPr>
        <p:spPr>
          <a:xfrm>
            <a:off x="4965192" y="1709928"/>
            <a:ext cx="822960" cy="731520"/>
          </a:xfrm>
          <a:prstGeom prst="rect">
            <a:avLst/>
          </a:prstGeom>
          <a:noFill/>
          <a:ln/>
        </p:spPr>
        <p:txBody>
          <a:bodyPr wrap="square" lIns="0" tIns="0" rIns="0" bIns="0" rtlCol="0" anchor="ctr"/>
          <a:lstStyle/>
          <a:p>
            <a:pPr marL="0" indent="0">
              <a:buNone/>
            </a:pPr>
            <a:r>
              <a:rPr lang="en-US" sz="2400" dirty="0">
                <a:solidFill>
                  <a:srgbClr val="7C5CFF"/>
                </a:solidFill>
                <a:latin typeface="Segoe UI Black" pitchFamily="34" charset="0"/>
                <a:ea typeface="Segoe UI Black" pitchFamily="34" charset="-122"/>
                <a:cs typeface="Segoe UI Black" pitchFamily="34" charset="-120"/>
              </a:rPr>
              <a:t>02</a:t>
            </a:r>
            <a:endParaRPr lang="en-US" sz="2400" dirty="0"/>
          </a:p>
        </p:txBody>
      </p:sp>
      <p:sp>
        <p:nvSpPr>
          <p:cNvPr id="14" name="S03_A01_fly_36"/>
          <p:cNvSpPr txBox="1"/>
          <p:nvPr/>
        </p:nvSpPr>
        <p:spPr>
          <a:xfrm>
            <a:off x="5788152" y="1801368"/>
            <a:ext cx="5120640" cy="310896"/>
          </a:xfrm>
          <a:prstGeom prst="rect">
            <a:avLst/>
          </a:prstGeom>
          <a:noFill/>
          <a:ln/>
        </p:spPr>
        <p:txBody>
          <a:bodyPr wrap="square" lIns="0" tIns="0" rIns="0" bIns="0" rtlCol="0" anchor="ctr"/>
          <a:lstStyle/>
          <a:p>
            <a:pPr marL="0" indent="0">
              <a:buNone/>
            </a:pPr>
            <a:r>
              <a:rPr lang="en-US" sz="1600" dirty="0">
                <a:solidFill>
                  <a:srgbClr val="17132E"/>
                </a:solidFill>
                <a:latin typeface="Segoe UI Semibold" pitchFamily="34" charset="0"/>
                <a:ea typeface="Segoe UI Semibold" pitchFamily="34" charset="-122"/>
                <a:cs typeface="Segoe UI Semibold" pitchFamily="34" charset="-120"/>
              </a:rPr>
              <a:t>Présentation de l’entreprise</a:t>
            </a:r>
            <a:endParaRPr lang="en-US" sz="1600" dirty="0"/>
          </a:p>
        </p:txBody>
      </p:sp>
      <p:sp>
        <p:nvSpPr>
          <p:cNvPr id="15" name="S03_A01_fly_37"/>
          <p:cNvSpPr txBox="1"/>
          <p:nvPr/>
        </p:nvSpPr>
        <p:spPr>
          <a:xfrm>
            <a:off x="5788152" y="2112264"/>
            <a:ext cx="5120640" cy="237744"/>
          </a:xfrm>
          <a:prstGeom prst="rect">
            <a:avLst/>
          </a:prstGeom>
          <a:noFill/>
          <a:ln/>
        </p:spPr>
        <p:txBody>
          <a:bodyPr wrap="square" lIns="0" tIns="0" rIns="0" bIns="0" rtlCol="0" anchor="ctr"/>
          <a:lstStyle/>
          <a:p>
            <a:pPr marL="0" indent="0">
              <a:buNone/>
            </a:pPr>
            <a:r>
              <a:rPr lang="en-US" sz="1100" dirty="0">
                <a:solidFill>
                  <a:srgbClr val="3E3A56"/>
                </a:solidFill>
                <a:latin typeface="Segoe UI" pitchFamily="34" charset="0"/>
                <a:ea typeface="Segoe UI" pitchFamily="34" charset="-122"/>
                <a:cs typeface="Segoe UI" pitchFamily="34" charset="-120"/>
              </a:rPr>
              <a:t>SANGOTECH SARL, notre structure d’accueil</a:t>
            </a:r>
            <a:endParaRPr lang="en-US" sz="1100" dirty="0"/>
          </a:p>
        </p:txBody>
      </p:sp>
      <p:sp>
        <p:nvSpPr>
          <p:cNvPr id="16" name="S03_A02_fly_38"/>
          <p:cNvSpPr/>
          <p:nvPr/>
        </p:nvSpPr>
        <p:spPr>
          <a:xfrm>
            <a:off x="4992624" y="2596896"/>
            <a:ext cx="6345936" cy="731520"/>
          </a:xfrm>
          <a:prstGeom prst="roundRect">
            <a:avLst>
              <a:gd name="adj" fmla="val 20000"/>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17" name="S03_A02_fly_39"/>
          <p:cNvSpPr txBox="1"/>
          <p:nvPr/>
        </p:nvSpPr>
        <p:spPr>
          <a:xfrm>
            <a:off x="5221224" y="2596896"/>
            <a:ext cx="822960" cy="731520"/>
          </a:xfrm>
          <a:prstGeom prst="rect">
            <a:avLst/>
          </a:prstGeom>
          <a:noFill/>
          <a:ln/>
        </p:spPr>
        <p:txBody>
          <a:bodyPr wrap="square" lIns="0" tIns="0" rIns="0" bIns="0" rtlCol="0" anchor="ctr"/>
          <a:lstStyle/>
          <a:p>
            <a:pPr marL="0" indent="0">
              <a:buNone/>
            </a:pPr>
            <a:r>
              <a:rPr lang="en-US" sz="2400" dirty="0">
                <a:solidFill>
                  <a:srgbClr val="7C5CFF"/>
                </a:solidFill>
                <a:latin typeface="Segoe UI Black" pitchFamily="34" charset="0"/>
                <a:ea typeface="Segoe UI Black" pitchFamily="34" charset="-122"/>
                <a:cs typeface="Segoe UI Black" pitchFamily="34" charset="-120"/>
              </a:rPr>
              <a:t>03</a:t>
            </a:r>
            <a:endParaRPr lang="en-US" sz="2400" dirty="0"/>
          </a:p>
        </p:txBody>
      </p:sp>
      <p:sp>
        <p:nvSpPr>
          <p:cNvPr id="18" name="S03_A02_fly_40"/>
          <p:cNvSpPr txBox="1"/>
          <p:nvPr/>
        </p:nvSpPr>
        <p:spPr>
          <a:xfrm>
            <a:off x="6044184" y="2688336"/>
            <a:ext cx="5120640" cy="310896"/>
          </a:xfrm>
          <a:prstGeom prst="rect">
            <a:avLst/>
          </a:prstGeom>
          <a:noFill/>
          <a:ln/>
        </p:spPr>
        <p:txBody>
          <a:bodyPr wrap="square" lIns="0" tIns="0" rIns="0" bIns="0" rtlCol="0" anchor="ctr"/>
          <a:lstStyle/>
          <a:p>
            <a:pPr marL="0" indent="0">
              <a:buNone/>
            </a:pPr>
            <a:r>
              <a:rPr lang="en-US" sz="1600" dirty="0">
                <a:solidFill>
                  <a:srgbClr val="17132E"/>
                </a:solidFill>
                <a:latin typeface="Segoe UI Semibold" pitchFamily="34" charset="0"/>
                <a:ea typeface="Segoe UI Semibold" pitchFamily="34" charset="-122"/>
                <a:cs typeface="Segoe UI Semibold" pitchFamily="34" charset="-120"/>
              </a:rPr>
              <a:t>Contexte et problématique</a:t>
            </a:r>
            <a:endParaRPr lang="en-US" sz="1600" dirty="0"/>
          </a:p>
        </p:txBody>
      </p:sp>
      <p:sp>
        <p:nvSpPr>
          <p:cNvPr id="19" name="S03_A02_fly_41"/>
          <p:cNvSpPr txBox="1"/>
          <p:nvPr/>
        </p:nvSpPr>
        <p:spPr>
          <a:xfrm>
            <a:off x="6044184" y="2999232"/>
            <a:ext cx="5120640" cy="237744"/>
          </a:xfrm>
          <a:prstGeom prst="rect">
            <a:avLst/>
          </a:prstGeom>
          <a:noFill/>
          <a:ln/>
        </p:spPr>
        <p:txBody>
          <a:bodyPr wrap="square" lIns="0" tIns="0" rIns="0" bIns="0" rtlCol="0" anchor="ctr"/>
          <a:lstStyle/>
          <a:p>
            <a:pPr marL="0" indent="0">
              <a:buNone/>
            </a:pPr>
            <a:r>
              <a:rPr lang="en-US" sz="1100" dirty="0">
                <a:solidFill>
                  <a:srgbClr val="3E3A56"/>
                </a:solidFill>
                <a:latin typeface="Segoe UI" pitchFamily="34" charset="0"/>
                <a:ea typeface="Segoe UI" pitchFamily="34" charset="-122"/>
                <a:cs typeface="Segoe UI" pitchFamily="34" charset="-120"/>
              </a:rPr>
              <a:t>Constats, question centrale et solution proposée</a:t>
            </a:r>
            <a:endParaRPr lang="en-US" sz="1100" dirty="0"/>
          </a:p>
        </p:txBody>
      </p:sp>
      <p:sp>
        <p:nvSpPr>
          <p:cNvPr id="20" name="S03_A03_fly_42"/>
          <p:cNvSpPr/>
          <p:nvPr/>
        </p:nvSpPr>
        <p:spPr>
          <a:xfrm>
            <a:off x="5248656" y="3483864"/>
            <a:ext cx="6089904" cy="731520"/>
          </a:xfrm>
          <a:prstGeom prst="roundRect">
            <a:avLst>
              <a:gd name="adj" fmla="val 20000"/>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21" name="S03_A03_fly_43"/>
          <p:cNvSpPr txBox="1"/>
          <p:nvPr/>
        </p:nvSpPr>
        <p:spPr>
          <a:xfrm>
            <a:off x="5477256" y="3483864"/>
            <a:ext cx="822960" cy="731520"/>
          </a:xfrm>
          <a:prstGeom prst="rect">
            <a:avLst/>
          </a:prstGeom>
          <a:noFill/>
          <a:ln/>
        </p:spPr>
        <p:txBody>
          <a:bodyPr wrap="square" lIns="0" tIns="0" rIns="0" bIns="0" rtlCol="0" anchor="ctr"/>
          <a:lstStyle/>
          <a:p>
            <a:pPr marL="0" indent="0">
              <a:buNone/>
            </a:pPr>
            <a:r>
              <a:rPr lang="en-US" sz="2400" dirty="0">
                <a:solidFill>
                  <a:srgbClr val="7C5CFF"/>
                </a:solidFill>
                <a:latin typeface="Segoe UI Black" pitchFamily="34" charset="0"/>
                <a:ea typeface="Segoe UI Black" pitchFamily="34" charset="-122"/>
                <a:cs typeface="Segoe UI Black" pitchFamily="34" charset="-120"/>
              </a:rPr>
              <a:t>04</a:t>
            </a:r>
            <a:endParaRPr lang="en-US" sz="2400" dirty="0"/>
          </a:p>
        </p:txBody>
      </p:sp>
      <p:sp>
        <p:nvSpPr>
          <p:cNvPr id="22" name="S03_A03_fly_44"/>
          <p:cNvSpPr txBox="1"/>
          <p:nvPr/>
        </p:nvSpPr>
        <p:spPr>
          <a:xfrm>
            <a:off x="6300216" y="3575304"/>
            <a:ext cx="5120640" cy="310896"/>
          </a:xfrm>
          <a:prstGeom prst="rect">
            <a:avLst/>
          </a:prstGeom>
          <a:noFill/>
          <a:ln/>
        </p:spPr>
        <p:txBody>
          <a:bodyPr wrap="square" lIns="0" tIns="0" rIns="0" bIns="0" rtlCol="0" anchor="ctr"/>
          <a:lstStyle/>
          <a:p>
            <a:pPr marL="0" indent="0">
              <a:buNone/>
            </a:pPr>
            <a:r>
              <a:rPr lang="en-US" sz="1600" dirty="0">
                <a:solidFill>
                  <a:srgbClr val="17132E"/>
                </a:solidFill>
                <a:latin typeface="Segoe UI Semibold" pitchFamily="34" charset="0"/>
                <a:ea typeface="Segoe UI Semibold" pitchFamily="34" charset="-122"/>
                <a:cs typeface="Segoe UI Semibold" pitchFamily="34" charset="-120"/>
              </a:rPr>
              <a:t>Méthodologie</a:t>
            </a:r>
            <a:endParaRPr lang="en-US" sz="1600" dirty="0"/>
          </a:p>
        </p:txBody>
      </p:sp>
      <p:sp>
        <p:nvSpPr>
          <p:cNvPr id="23" name="S03_A03_fly_45"/>
          <p:cNvSpPr txBox="1"/>
          <p:nvPr/>
        </p:nvSpPr>
        <p:spPr>
          <a:xfrm>
            <a:off x="6300216" y="3886200"/>
            <a:ext cx="5120640" cy="237744"/>
          </a:xfrm>
          <a:prstGeom prst="rect">
            <a:avLst/>
          </a:prstGeom>
          <a:noFill/>
          <a:ln/>
        </p:spPr>
        <p:txBody>
          <a:bodyPr wrap="square" lIns="0" tIns="0" rIns="0" bIns="0" rtlCol="0" anchor="ctr"/>
          <a:lstStyle/>
          <a:p>
            <a:pPr marL="0" indent="0">
              <a:buNone/>
            </a:pPr>
            <a:r>
              <a:rPr lang="en-US" sz="1100" dirty="0">
                <a:solidFill>
                  <a:srgbClr val="3E3A56"/>
                </a:solidFill>
                <a:latin typeface="Segoe UI" pitchFamily="34" charset="0"/>
                <a:ea typeface="Segoe UI" pitchFamily="34" charset="-122"/>
                <a:cs typeface="Segoe UI" pitchFamily="34" charset="-120"/>
              </a:rPr>
              <a:t>UML, processus 2TUP et conception du système</a:t>
            </a:r>
            <a:endParaRPr lang="en-US" sz="1100" dirty="0"/>
          </a:p>
        </p:txBody>
      </p:sp>
      <p:sp>
        <p:nvSpPr>
          <p:cNvPr id="24" name="S03_A04_fly_46"/>
          <p:cNvSpPr/>
          <p:nvPr/>
        </p:nvSpPr>
        <p:spPr>
          <a:xfrm>
            <a:off x="5504688" y="4370832"/>
            <a:ext cx="5833872" cy="731520"/>
          </a:xfrm>
          <a:prstGeom prst="roundRect">
            <a:avLst>
              <a:gd name="adj" fmla="val 20000"/>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25" name="S03_A04_fly_47"/>
          <p:cNvSpPr txBox="1"/>
          <p:nvPr/>
        </p:nvSpPr>
        <p:spPr>
          <a:xfrm>
            <a:off x="5733288" y="4370832"/>
            <a:ext cx="822960" cy="731520"/>
          </a:xfrm>
          <a:prstGeom prst="rect">
            <a:avLst/>
          </a:prstGeom>
          <a:noFill/>
          <a:ln/>
        </p:spPr>
        <p:txBody>
          <a:bodyPr wrap="square" lIns="0" tIns="0" rIns="0" bIns="0" rtlCol="0" anchor="ctr"/>
          <a:lstStyle/>
          <a:p>
            <a:pPr marL="0" indent="0">
              <a:buNone/>
            </a:pPr>
            <a:r>
              <a:rPr lang="en-US" sz="2400" dirty="0">
                <a:solidFill>
                  <a:srgbClr val="7C5CFF"/>
                </a:solidFill>
                <a:latin typeface="Segoe UI Black" pitchFamily="34" charset="0"/>
                <a:ea typeface="Segoe UI Black" pitchFamily="34" charset="-122"/>
                <a:cs typeface="Segoe UI Black" pitchFamily="34" charset="-120"/>
              </a:rPr>
              <a:t>05</a:t>
            </a:r>
            <a:endParaRPr lang="en-US" sz="2400" dirty="0"/>
          </a:p>
        </p:txBody>
      </p:sp>
      <p:sp>
        <p:nvSpPr>
          <p:cNvPr id="26" name="S03_A04_fly_48"/>
          <p:cNvSpPr txBox="1"/>
          <p:nvPr/>
        </p:nvSpPr>
        <p:spPr>
          <a:xfrm>
            <a:off x="6556248" y="4462272"/>
            <a:ext cx="5120640" cy="310896"/>
          </a:xfrm>
          <a:prstGeom prst="rect">
            <a:avLst/>
          </a:prstGeom>
          <a:noFill/>
          <a:ln/>
        </p:spPr>
        <p:txBody>
          <a:bodyPr wrap="square" lIns="0" tIns="0" rIns="0" bIns="0" rtlCol="0" anchor="ctr"/>
          <a:lstStyle/>
          <a:p>
            <a:pPr marL="0" indent="0">
              <a:buNone/>
            </a:pPr>
            <a:r>
              <a:rPr lang="en-US" sz="1600" dirty="0">
                <a:solidFill>
                  <a:srgbClr val="17132E"/>
                </a:solidFill>
                <a:latin typeface="Segoe UI Semibold" pitchFamily="34" charset="0"/>
                <a:ea typeface="Segoe UI Semibold" pitchFamily="34" charset="-122"/>
                <a:cs typeface="Segoe UI Semibold" pitchFamily="34" charset="-120"/>
              </a:rPr>
              <a:t>Résultats et commentaires</a:t>
            </a:r>
            <a:endParaRPr lang="en-US" sz="1600" dirty="0"/>
          </a:p>
        </p:txBody>
      </p:sp>
      <p:sp>
        <p:nvSpPr>
          <p:cNvPr id="27" name="S03_A04_fly_49"/>
          <p:cNvSpPr txBox="1"/>
          <p:nvPr/>
        </p:nvSpPr>
        <p:spPr>
          <a:xfrm>
            <a:off x="6556248" y="4773168"/>
            <a:ext cx="5120640" cy="237744"/>
          </a:xfrm>
          <a:prstGeom prst="rect">
            <a:avLst/>
          </a:prstGeom>
          <a:noFill/>
          <a:ln/>
        </p:spPr>
        <p:txBody>
          <a:bodyPr wrap="square" lIns="0" tIns="0" rIns="0" bIns="0" rtlCol="0" anchor="ctr"/>
          <a:lstStyle/>
          <a:p>
            <a:pPr marL="0" indent="0">
              <a:buNone/>
            </a:pPr>
            <a:r>
              <a:rPr lang="en-US" sz="1100" dirty="0">
                <a:solidFill>
                  <a:srgbClr val="3E3A56"/>
                </a:solidFill>
                <a:latin typeface="Segoe UI" pitchFamily="34" charset="0"/>
                <a:ea typeface="Segoe UI" pitchFamily="34" charset="-122"/>
                <a:cs typeface="Segoe UI" pitchFamily="34" charset="-120"/>
              </a:rPr>
              <a:t>Démonstration, fonctionnalités et avancement</a:t>
            </a:r>
            <a:endParaRPr lang="en-US" sz="1100" dirty="0"/>
          </a:p>
        </p:txBody>
      </p:sp>
      <p:sp>
        <p:nvSpPr>
          <p:cNvPr id="28" name="S03_A05_fly_50"/>
          <p:cNvSpPr/>
          <p:nvPr/>
        </p:nvSpPr>
        <p:spPr>
          <a:xfrm>
            <a:off x="5760720" y="5257800"/>
            <a:ext cx="5577840" cy="731520"/>
          </a:xfrm>
          <a:prstGeom prst="roundRect">
            <a:avLst>
              <a:gd name="adj" fmla="val 20000"/>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29" name="S03_A05_fly_51"/>
          <p:cNvSpPr txBox="1"/>
          <p:nvPr/>
        </p:nvSpPr>
        <p:spPr>
          <a:xfrm>
            <a:off x="5989320" y="5257800"/>
            <a:ext cx="822960" cy="731520"/>
          </a:xfrm>
          <a:prstGeom prst="rect">
            <a:avLst/>
          </a:prstGeom>
          <a:noFill/>
          <a:ln/>
        </p:spPr>
        <p:txBody>
          <a:bodyPr wrap="square" lIns="0" tIns="0" rIns="0" bIns="0" rtlCol="0" anchor="ctr"/>
          <a:lstStyle/>
          <a:p>
            <a:pPr marL="0" indent="0">
              <a:buNone/>
            </a:pPr>
            <a:r>
              <a:rPr lang="en-US" sz="2400" dirty="0">
                <a:solidFill>
                  <a:srgbClr val="7C5CFF"/>
                </a:solidFill>
                <a:latin typeface="Segoe UI Black" pitchFamily="34" charset="0"/>
                <a:ea typeface="Segoe UI Black" pitchFamily="34" charset="-122"/>
                <a:cs typeface="Segoe UI Black" pitchFamily="34" charset="-120"/>
              </a:rPr>
              <a:t>06</a:t>
            </a:r>
            <a:endParaRPr lang="en-US" sz="2400" dirty="0"/>
          </a:p>
        </p:txBody>
      </p:sp>
      <p:sp>
        <p:nvSpPr>
          <p:cNvPr id="30" name="S03_A05_fly_52"/>
          <p:cNvSpPr txBox="1"/>
          <p:nvPr/>
        </p:nvSpPr>
        <p:spPr>
          <a:xfrm>
            <a:off x="6812280" y="5349240"/>
            <a:ext cx="5120640" cy="310896"/>
          </a:xfrm>
          <a:prstGeom prst="rect">
            <a:avLst/>
          </a:prstGeom>
          <a:noFill/>
          <a:ln/>
        </p:spPr>
        <p:txBody>
          <a:bodyPr wrap="square" lIns="0" tIns="0" rIns="0" bIns="0" rtlCol="0" anchor="ctr"/>
          <a:lstStyle/>
          <a:p>
            <a:pPr marL="0" indent="0">
              <a:buNone/>
            </a:pPr>
            <a:r>
              <a:rPr lang="en-US" sz="1600" dirty="0">
                <a:solidFill>
                  <a:srgbClr val="17132E"/>
                </a:solidFill>
                <a:latin typeface="Segoe UI Semibold" pitchFamily="34" charset="0"/>
                <a:ea typeface="Segoe UI Semibold" pitchFamily="34" charset="-122"/>
                <a:cs typeface="Segoe UI Semibold" pitchFamily="34" charset="-120"/>
              </a:rPr>
              <a:t>Conclusion et perspectives</a:t>
            </a:r>
            <a:endParaRPr lang="en-US" sz="1600" dirty="0"/>
          </a:p>
        </p:txBody>
      </p:sp>
      <p:sp>
        <p:nvSpPr>
          <p:cNvPr id="31" name="S03_A05_fly_53"/>
          <p:cNvSpPr txBox="1"/>
          <p:nvPr/>
        </p:nvSpPr>
        <p:spPr>
          <a:xfrm>
            <a:off x="6812280" y="5660136"/>
            <a:ext cx="5120640" cy="237744"/>
          </a:xfrm>
          <a:prstGeom prst="rect">
            <a:avLst/>
          </a:prstGeom>
          <a:noFill/>
          <a:ln/>
        </p:spPr>
        <p:txBody>
          <a:bodyPr wrap="square" lIns="0" tIns="0" rIns="0" bIns="0" rtlCol="0" anchor="ctr"/>
          <a:lstStyle/>
          <a:p>
            <a:pPr marL="0" indent="0">
              <a:buNone/>
            </a:pPr>
            <a:r>
              <a:rPr lang="en-US" sz="1100" dirty="0">
                <a:solidFill>
                  <a:srgbClr val="3E3A56"/>
                </a:solidFill>
                <a:latin typeface="Segoe UI" pitchFamily="34" charset="0"/>
                <a:ea typeface="Segoe UI" pitchFamily="34" charset="-122"/>
                <a:cs typeface="Segoe UI" pitchFamily="34" charset="-120"/>
              </a:rPr>
              <a:t>Bilan du travail et évolutions futures</a:t>
            </a:r>
            <a:endParaRPr lang="en-US" sz="1100" dirty="0"/>
          </a:p>
        </p:txBody>
      </p:sp>
      <p:sp>
        <p:nvSpPr>
          <p:cNvPr id="32" name="Text 29"/>
          <p:cNvSpPr txBox="1"/>
          <p:nvPr/>
        </p:nvSpPr>
        <p:spPr>
          <a:xfrm>
            <a:off x="8412480" y="6382512"/>
            <a:ext cx="3227832" cy="274320"/>
          </a:xfrm>
          <a:prstGeom prst="rect">
            <a:avLst/>
          </a:prstGeom>
          <a:noFill/>
          <a:ln/>
        </p:spPr>
        <p:txBody>
          <a:bodyPr wrap="square" lIns="0" tIns="0" rIns="0" bIns="0" rtlCol="0" anchor="ctr"/>
          <a:lstStyle/>
          <a:p>
            <a:pPr marL="0" indent="0" algn="r">
              <a:buNone/>
            </a:pPr>
            <a:r>
              <a:rPr lang="en-US" sz="900" dirty="0">
                <a:solidFill>
                  <a:srgbClr val="6E6A85"/>
                </a:solidFill>
                <a:latin typeface="Segoe UI" pitchFamily="34" charset="0"/>
                <a:ea typeface="Segoe UI" pitchFamily="34" charset="-122"/>
                <a:cs typeface="Segoe UI" pitchFamily="34" charset="-120"/>
              </a:rPr>
              <a:t>FEUNOU FOSSO Otniel</a:t>
            </a:r>
            <a:r>
              <a:rPr lang="en-US" sz="900" b="1" dirty="0">
                <a:solidFill>
                  <a:srgbClr val="5B2FD6"/>
                </a:solidFill>
                <a:latin typeface="Segoe UI" pitchFamily="34" charset="0"/>
                <a:ea typeface="Segoe UI" pitchFamily="34" charset="-122"/>
                <a:cs typeface="Segoe UI" pitchFamily="34" charset="-120"/>
              </a:rPr>
              <a:t>   03</a:t>
            </a:r>
            <a:endParaRPr lang="en-US" sz="900" dirty="0"/>
          </a:p>
        </p:txBody>
      </p:sp>
      <mc:AlternateContent xmlns:mc="http://schemas.openxmlformats.org/markup-compatibility/2006">
        <mc:Choice xmlns:am3d="http://schemas.microsoft.com/office/drawing/2017/model3d" Requires="am3d">
          <p:graphicFrame>
            <p:nvGraphicFramePr>
              <p:cNvPr id="33" name="!!GearBig" descr="Engrenage 3D animé">
                <a:extLst>
                  <a:ext uri="{FF2B5EF4-FFF2-40B4-BE49-F238E27FC236}">
                    <a16:creationId xmlns:a16="http://schemas.microsoft.com/office/drawing/2014/main" id="{BCC7079B-4103-4EE2-A7EE-3A14A62E2C86}"/>
                  </a:ext>
                </a:extLst>
              </p:cNvPr>
              <p:cNvGraphicFramePr>
                <a:graphicFrameLocks/>
              </p:cNvGraphicFramePr>
              <p:nvPr>
                <p:extLst>
                  <p:ext uri="{D42A27DB-BD31-4B8C-83A1-F6EECF244321}">
                    <p14:modId xmlns:p14="http://schemas.microsoft.com/office/powerpoint/2010/main" val="161127440"/>
                  </p:ext>
                </p:extLst>
              </p:nvPr>
            </p:nvGraphicFramePr>
            <p:xfrm>
              <a:off x="548640" y="3474720"/>
              <a:ext cx="2103120" cy="2103120"/>
            </p:xfrm>
            <a:graphic>
              <a:graphicData uri="http://schemas.microsoft.com/office/drawing/2017/model3d">
                <am3d:model3d r:embed="rId5" r:link="rId6">
                  <am3d:spPr>
                    <a:xfrm>
                      <a:off x="0" y="0"/>
                      <a:ext cx="2103120" cy="2103120"/>
                    </a:xfrm>
                    <a:prstGeom prst="rect">
                      <a:avLst/>
                    </a:prstGeom>
                  </am3d:spPr>
                  <am3d:camera>
                    <am3d:pos x="0" y="158400000" z="158400000"/>
                    <am3d:up dx="0" dy="36000000" dz="0"/>
                    <am3d:lookAt x="0" y="0" z="0"/>
                    <am3d:perspective fov="660000"/>
                  </am3d:camera>
                  <am3d:trans>
                    <am3d:meterPerModelUnit n="404766" d="1000000"/>
                    <am3d:preTrans dx="0" dy="0" dz="0"/>
                    <am3d:scale>
                      <am3d:sx n="1000000" d="1000000"/>
                      <am3d:sy n="1000000" d="1000000"/>
                      <am3d:sz n="1000000" d="1000000"/>
                    </am3d:scale>
                    <am3d:rot ax="6153674" ay="-782454" az="2721701"/>
                    <am3d:postTrans dx="0" dy="0" dz="0"/>
                  </am3d:trans>
                  <am3d:raster rName="Office3DRenderer" rVer="16.0.8326">
                    <am3d:blip r:embed="rId7"/>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3" name="!!GearBig" descr="Engrenage 3D animé">
                <a:extLst>
                  <a:ext uri="{FF2B5EF4-FFF2-40B4-BE49-F238E27FC236}">
                    <a16:creationId xmlns:a16="http://schemas.microsoft.com/office/drawing/2014/main" id="{BCC7079B-4103-4EE2-A7EE-3A14A62E2C86}"/>
                  </a:ext>
                </a:extLst>
              </p:cNvPr>
              <p:cNvPicPr>
                <a:picLocks noGrp="1" noRot="1" noChangeAspect="1" noMove="1" noResize="1" noEditPoints="1" noAdjustHandles="1" noChangeArrowheads="1" noChangeShapeType="1" noCrop="1"/>
              </p:cNvPicPr>
              <p:nvPr/>
            </p:nvPicPr>
            <p:blipFill>
              <a:blip r:embed="rId7"/>
              <a:stretch>
                <a:fillRect/>
              </a:stretch>
            </p:blipFill>
            <p:spPr>
              <a:xfrm>
                <a:off x="548640" y="3474720"/>
                <a:ext cx="2103120" cy="210312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34" name="!!GearSmall" descr="Engrenage 3D animé">
                <a:extLst>
                  <a:ext uri="{FF2B5EF4-FFF2-40B4-BE49-F238E27FC236}">
                    <a16:creationId xmlns:a16="http://schemas.microsoft.com/office/drawing/2014/main" id="{EC0C44F2-2436-4655-8A00-7FA3BDAA5965}"/>
                  </a:ext>
                </a:extLst>
              </p:cNvPr>
              <p:cNvGraphicFramePr>
                <a:graphicFrameLocks/>
              </p:cNvGraphicFramePr>
              <p:nvPr>
                <p:extLst>
                  <p:ext uri="{D42A27DB-BD31-4B8C-83A1-F6EECF244321}">
                    <p14:modId xmlns:p14="http://schemas.microsoft.com/office/powerpoint/2010/main" val="2598922456"/>
                  </p:ext>
                </p:extLst>
              </p:nvPr>
            </p:nvGraphicFramePr>
            <p:xfrm>
              <a:off x="2423617" y="4442155"/>
              <a:ext cx="1493215" cy="1493215"/>
            </p:xfrm>
            <a:graphic>
              <a:graphicData uri="http://schemas.microsoft.com/office/drawing/2017/model3d">
                <am3d:model3d r:embed="rId8" r:link="rId9">
                  <am3d:spPr>
                    <a:xfrm>
                      <a:off x="0" y="0"/>
                      <a:ext cx="1493215" cy="1493215"/>
                    </a:xfrm>
                    <a:prstGeom prst="rect">
                      <a:avLst/>
                    </a:prstGeom>
                  </am3d:spPr>
                  <am3d:camera>
                    <am3d:pos x="0" y="158400000" z="158400000"/>
                    <am3d:up dx="0" dy="36000000" dz="0"/>
                    <am3d:lookAt x="0" y="0" z="0"/>
                    <am3d:perspective fov="660000"/>
                  </am3d:camera>
                  <am3d:trans>
                    <am3d:meterPerModelUnit n="573084" d="1000000"/>
                    <am3d:preTrans dx="0" dy="0" dz="0"/>
                    <am3d:scale>
                      <am3d:sx n="1000000" d="1000000"/>
                      <am3d:sy n="1000000" d="1000000"/>
                      <am3d:sz n="1000000" d="1000000"/>
                    </am3d:scale>
                    <am3d:rot ax="5293341" ay="-23042" az="-731277"/>
                    <am3d:postTrans dx="0" dy="0" dz="0"/>
                  </am3d:trans>
                  <am3d:raster rName="Office3DRenderer" rVer="16.0.8326">
                    <am3d:blip r:embed="rId10"/>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4" name="!!GearSmall" descr="Engrenage 3D animé">
                <a:extLst>
                  <a:ext uri="{FF2B5EF4-FFF2-40B4-BE49-F238E27FC236}">
                    <a16:creationId xmlns:a16="http://schemas.microsoft.com/office/drawing/2014/main" id="{EC0C44F2-2436-4655-8A00-7FA3BDAA5965}"/>
                  </a:ext>
                </a:extLst>
              </p:cNvPr>
              <p:cNvPicPr>
                <a:picLocks noGrp="1" noRot="1" noChangeAspect="1" noMove="1" noResize="1" noEditPoints="1" noAdjustHandles="1" noChangeArrowheads="1" noChangeShapeType="1" noCrop="1"/>
              </p:cNvPicPr>
              <p:nvPr/>
            </p:nvPicPr>
            <p:blipFill>
              <a:blip r:embed="rId10"/>
              <a:stretch>
                <a:fillRect/>
              </a:stretch>
            </p:blipFill>
            <p:spPr>
              <a:xfrm>
                <a:off x="2423617" y="4442155"/>
                <a:ext cx="1493215" cy="1493215"/>
              </a:xfrm>
              <a:prstGeom prst="rect">
                <a:avLst/>
              </a:prstGeom>
            </p:spPr>
          </p:pic>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mph" presetSubtype="128" repeatCount="indefinite" fill="hold" nodeType="withEffect">
                                  <p:stCondLst>
                                    <p:cond delay="0"/>
                                  </p:stCondLst>
                                  <p:childTnLst>
                                    <p:animRot by="21600000">
                                      <p:cBhvr>
                                        <p:cTn id="6" dur="16000" fill="hold"/>
                                        <p:tgtEl>
                                          <p:spTgt spid="33"/>
                                        </p:tgtEl>
                                        <p:attrNameLst>
                                          <p:attrName>3d.view.rotation.y</p:attrName>
                                        </p:attrNameLst>
                                      </p:cBhvr>
                                    </p:animRot>
                                  </p:childTnLst>
                                </p:cTn>
                              </p:par>
                              <p:par>
                                <p:cTn id="7" presetID="37" presetClass="emph" presetSubtype="128" repeatCount="indefinite" fill="hold" nodeType="withEffect">
                                  <p:stCondLst>
                                    <p:cond delay="0"/>
                                  </p:stCondLst>
                                  <p:childTnLst>
                                    <p:animRot by="-21600000">
                                      <p:cBhvr>
                                        <p:cTn id="8" dur="10667" fill="hold"/>
                                        <p:tgtEl>
                                          <p:spTgt spid="34"/>
                                        </p:tgtEl>
                                        <p:attrNameLst>
                                          <p:attrName>3d.view.rotation.y</p:attrName>
                                        </p:attrNameLst>
                                      </p:cBhvr>
                                    </p:animRot>
                                  </p:childTnLst>
                                </p:cTn>
                              </p:par>
                              <p:par>
                                <p:cTn id="9" presetID="2" presetClass="entr" presetSubtype="2" fill="hold" nodeType="withEffect">
                                  <p:stCondLst>
                                    <p:cond delay="35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1+#ppt_w/2"/>
                                          </p:val>
                                        </p:tav>
                                        <p:tav tm="100000">
                                          <p:val>
                                            <p:strVal val="#ppt_x"/>
                                          </p:val>
                                        </p:tav>
                                      </p:tavLst>
                                    </p:anim>
                                    <p:anim calcmode="lin" valueType="num">
                                      <p:cBhvr additive="base">
                                        <p:cTn id="12" dur="500" fill="hold"/>
                                        <p:tgtEl>
                                          <p:spTgt spid="8"/>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35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0-#ppt_w/2"/>
                                          </p:val>
                                        </p:tav>
                                        <p:tav tm="100000">
                                          <p:val>
                                            <p:strVal val="#ppt_x"/>
                                          </p:val>
                                        </p:tav>
                                      </p:tavLst>
                                    </p:anim>
                                    <p:anim calcmode="lin" valueType="num">
                                      <p:cBhvr additive="base">
                                        <p:cTn id="16" dur="500" fill="hold"/>
                                        <p:tgtEl>
                                          <p:spTgt spid="9"/>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35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1+#ppt_w/2"/>
                                          </p:val>
                                        </p:tav>
                                        <p:tav tm="100000">
                                          <p:val>
                                            <p:strVal val="#ppt_x"/>
                                          </p:val>
                                        </p:tav>
                                      </p:tavLst>
                                    </p:anim>
                                    <p:anim calcmode="lin" valueType="num">
                                      <p:cBhvr additive="base">
                                        <p:cTn id="20" dur="500" fill="hold"/>
                                        <p:tgtEl>
                                          <p:spTgt spid="10"/>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35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00" fill="hold"/>
                                        <p:tgtEl>
                                          <p:spTgt spid="11"/>
                                        </p:tgtEl>
                                        <p:attrNameLst>
                                          <p:attrName>ppt_x</p:attrName>
                                        </p:attrNameLst>
                                      </p:cBhvr>
                                      <p:tavLst>
                                        <p:tav tm="0">
                                          <p:val>
                                            <p:strVal val="1+#ppt_w/2"/>
                                          </p:val>
                                        </p:tav>
                                        <p:tav tm="100000">
                                          <p:val>
                                            <p:strVal val="#ppt_x"/>
                                          </p:val>
                                        </p:tav>
                                      </p:tavLst>
                                    </p:anim>
                                    <p:anim calcmode="lin" valueType="num">
                                      <p:cBhvr additive="base">
                                        <p:cTn id="24" dur="500" fill="hold"/>
                                        <p:tgtEl>
                                          <p:spTgt spid="11"/>
                                        </p:tgtEl>
                                        <p:attrNameLst>
                                          <p:attrName>ppt_y</p:attrName>
                                        </p:attrNameLst>
                                      </p:cBhvr>
                                      <p:tavLst>
                                        <p:tav tm="0">
                                          <p:val>
                                            <p:strVal val="#ppt_y"/>
                                          </p:val>
                                        </p:tav>
                                        <p:tav tm="100000">
                                          <p:val>
                                            <p:strVal val="#ppt_y"/>
                                          </p:val>
                                        </p:tav>
                                      </p:tavLst>
                                    </p:anim>
                                  </p:childTnLst>
                                </p:cTn>
                              </p:par>
                              <p:par>
                                <p:cTn id="25" presetID="2" presetClass="entr" presetSubtype="2" fill="hold" nodeType="withEffect">
                                  <p:stCondLst>
                                    <p:cond delay="51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1+#ppt_w/2"/>
                                          </p:val>
                                        </p:tav>
                                        <p:tav tm="100000">
                                          <p:val>
                                            <p:strVal val="#ppt_x"/>
                                          </p:val>
                                        </p:tav>
                                      </p:tavLst>
                                    </p:anim>
                                    <p:anim calcmode="lin" valueType="num">
                                      <p:cBhvr additive="base">
                                        <p:cTn id="28" dur="500" fill="hold"/>
                                        <p:tgtEl>
                                          <p:spTgt spid="12"/>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51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0-#ppt_w/2"/>
                                          </p:val>
                                        </p:tav>
                                        <p:tav tm="100000">
                                          <p:val>
                                            <p:strVal val="#ppt_x"/>
                                          </p:val>
                                        </p:tav>
                                      </p:tavLst>
                                    </p:anim>
                                    <p:anim calcmode="lin" valueType="num">
                                      <p:cBhvr additive="base">
                                        <p:cTn id="32" dur="500" fill="hold"/>
                                        <p:tgtEl>
                                          <p:spTgt spid="13"/>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510"/>
                                  </p:stCondLst>
                                  <p:childTnLst>
                                    <p:set>
                                      <p:cBhvr>
                                        <p:cTn id="34" dur="1" fill="hold">
                                          <p:stCondLst>
                                            <p:cond delay="0"/>
                                          </p:stCondLst>
                                        </p:cTn>
                                        <p:tgtEl>
                                          <p:spTgt spid="14"/>
                                        </p:tgtEl>
                                        <p:attrNameLst>
                                          <p:attrName>style.visibility</p:attrName>
                                        </p:attrNameLst>
                                      </p:cBhvr>
                                      <p:to>
                                        <p:strVal val="visible"/>
                                      </p:to>
                                    </p:set>
                                    <p:anim calcmode="lin" valueType="num">
                                      <p:cBhvr additive="base">
                                        <p:cTn id="35" dur="500" fill="hold"/>
                                        <p:tgtEl>
                                          <p:spTgt spid="14"/>
                                        </p:tgtEl>
                                        <p:attrNameLst>
                                          <p:attrName>ppt_x</p:attrName>
                                        </p:attrNameLst>
                                      </p:cBhvr>
                                      <p:tavLst>
                                        <p:tav tm="0">
                                          <p:val>
                                            <p:strVal val="1+#ppt_w/2"/>
                                          </p:val>
                                        </p:tav>
                                        <p:tav tm="100000">
                                          <p:val>
                                            <p:strVal val="#ppt_x"/>
                                          </p:val>
                                        </p:tav>
                                      </p:tavLst>
                                    </p:anim>
                                    <p:anim calcmode="lin" valueType="num">
                                      <p:cBhvr additive="base">
                                        <p:cTn id="36" dur="500" fill="hold"/>
                                        <p:tgtEl>
                                          <p:spTgt spid="14"/>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510"/>
                                  </p:stCondLst>
                                  <p:childTnLst>
                                    <p:set>
                                      <p:cBhvr>
                                        <p:cTn id="38" dur="1" fill="hold">
                                          <p:stCondLst>
                                            <p:cond delay="0"/>
                                          </p:stCondLst>
                                        </p:cTn>
                                        <p:tgtEl>
                                          <p:spTgt spid="15"/>
                                        </p:tgtEl>
                                        <p:attrNameLst>
                                          <p:attrName>style.visibility</p:attrName>
                                        </p:attrNameLst>
                                      </p:cBhvr>
                                      <p:to>
                                        <p:strVal val="visible"/>
                                      </p:to>
                                    </p:set>
                                    <p:anim calcmode="lin" valueType="num">
                                      <p:cBhvr additive="base">
                                        <p:cTn id="39" dur="500" fill="hold"/>
                                        <p:tgtEl>
                                          <p:spTgt spid="15"/>
                                        </p:tgtEl>
                                        <p:attrNameLst>
                                          <p:attrName>ppt_x</p:attrName>
                                        </p:attrNameLst>
                                      </p:cBhvr>
                                      <p:tavLst>
                                        <p:tav tm="0">
                                          <p:val>
                                            <p:strVal val="1+#ppt_w/2"/>
                                          </p:val>
                                        </p:tav>
                                        <p:tav tm="100000">
                                          <p:val>
                                            <p:strVal val="#ppt_x"/>
                                          </p:val>
                                        </p:tav>
                                      </p:tavLst>
                                    </p:anim>
                                    <p:anim calcmode="lin" valueType="num">
                                      <p:cBhvr additive="base">
                                        <p:cTn id="40" dur="500" fill="hold"/>
                                        <p:tgtEl>
                                          <p:spTgt spid="15"/>
                                        </p:tgtEl>
                                        <p:attrNameLst>
                                          <p:attrName>ppt_y</p:attrName>
                                        </p:attrNameLst>
                                      </p:cBhvr>
                                      <p:tavLst>
                                        <p:tav tm="0">
                                          <p:val>
                                            <p:strVal val="#ppt_y"/>
                                          </p:val>
                                        </p:tav>
                                        <p:tav tm="100000">
                                          <p:val>
                                            <p:strVal val="#ppt_y"/>
                                          </p:val>
                                        </p:tav>
                                      </p:tavLst>
                                    </p:anim>
                                  </p:childTnLst>
                                </p:cTn>
                              </p:par>
                              <p:par>
                                <p:cTn id="41" presetID="2" presetClass="entr" presetSubtype="2" fill="hold" nodeType="withEffect">
                                  <p:stCondLst>
                                    <p:cond delay="670"/>
                                  </p:stCondLst>
                                  <p:childTnLst>
                                    <p:set>
                                      <p:cBhvr>
                                        <p:cTn id="42" dur="1" fill="hold">
                                          <p:stCondLst>
                                            <p:cond delay="0"/>
                                          </p:stCondLst>
                                        </p:cTn>
                                        <p:tgtEl>
                                          <p:spTgt spid="16"/>
                                        </p:tgtEl>
                                        <p:attrNameLst>
                                          <p:attrName>style.visibility</p:attrName>
                                        </p:attrNameLst>
                                      </p:cBhvr>
                                      <p:to>
                                        <p:strVal val="visible"/>
                                      </p:to>
                                    </p:set>
                                    <p:anim calcmode="lin" valueType="num">
                                      <p:cBhvr additive="base">
                                        <p:cTn id="43" dur="500" fill="hold"/>
                                        <p:tgtEl>
                                          <p:spTgt spid="16"/>
                                        </p:tgtEl>
                                        <p:attrNameLst>
                                          <p:attrName>ppt_x</p:attrName>
                                        </p:attrNameLst>
                                      </p:cBhvr>
                                      <p:tavLst>
                                        <p:tav tm="0">
                                          <p:val>
                                            <p:strVal val="1+#ppt_w/2"/>
                                          </p:val>
                                        </p:tav>
                                        <p:tav tm="100000">
                                          <p:val>
                                            <p:strVal val="#ppt_x"/>
                                          </p:val>
                                        </p:tav>
                                      </p:tavLst>
                                    </p:anim>
                                    <p:anim calcmode="lin" valueType="num">
                                      <p:cBhvr additive="base">
                                        <p:cTn id="44" dur="500" fill="hold"/>
                                        <p:tgtEl>
                                          <p:spTgt spid="16"/>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670"/>
                                  </p:stCondLst>
                                  <p:childTnLst>
                                    <p:set>
                                      <p:cBhvr>
                                        <p:cTn id="46" dur="1" fill="hold">
                                          <p:stCondLst>
                                            <p:cond delay="0"/>
                                          </p:stCondLst>
                                        </p:cTn>
                                        <p:tgtEl>
                                          <p:spTgt spid="17"/>
                                        </p:tgtEl>
                                        <p:attrNameLst>
                                          <p:attrName>style.visibility</p:attrName>
                                        </p:attrNameLst>
                                      </p:cBhvr>
                                      <p:to>
                                        <p:strVal val="visible"/>
                                      </p:to>
                                    </p:set>
                                    <p:anim calcmode="lin" valueType="num">
                                      <p:cBhvr additive="base">
                                        <p:cTn id="47" dur="500" fill="hold"/>
                                        <p:tgtEl>
                                          <p:spTgt spid="17"/>
                                        </p:tgtEl>
                                        <p:attrNameLst>
                                          <p:attrName>ppt_x</p:attrName>
                                        </p:attrNameLst>
                                      </p:cBhvr>
                                      <p:tavLst>
                                        <p:tav tm="0">
                                          <p:val>
                                            <p:strVal val="0-#ppt_w/2"/>
                                          </p:val>
                                        </p:tav>
                                        <p:tav tm="100000">
                                          <p:val>
                                            <p:strVal val="#ppt_x"/>
                                          </p:val>
                                        </p:tav>
                                      </p:tavLst>
                                    </p:anim>
                                    <p:anim calcmode="lin" valueType="num">
                                      <p:cBhvr additive="base">
                                        <p:cTn id="48" dur="500" fill="hold"/>
                                        <p:tgtEl>
                                          <p:spTgt spid="17"/>
                                        </p:tgtEl>
                                        <p:attrNameLst>
                                          <p:attrName>ppt_y</p:attrName>
                                        </p:attrNameLst>
                                      </p:cBhvr>
                                      <p:tavLst>
                                        <p:tav tm="0">
                                          <p:val>
                                            <p:strVal val="#ppt_y"/>
                                          </p:val>
                                        </p:tav>
                                        <p:tav tm="100000">
                                          <p:val>
                                            <p:strVal val="#ppt_y"/>
                                          </p:val>
                                        </p:tav>
                                      </p:tavLst>
                                    </p:anim>
                                  </p:childTnLst>
                                </p:cTn>
                              </p:par>
                              <p:par>
                                <p:cTn id="49" presetID="2" presetClass="entr" presetSubtype="2" fill="hold" grpId="0" nodeType="withEffect">
                                  <p:stCondLst>
                                    <p:cond delay="670"/>
                                  </p:stCondLst>
                                  <p:childTnLst>
                                    <p:set>
                                      <p:cBhvr>
                                        <p:cTn id="50" dur="1" fill="hold">
                                          <p:stCondLst>
                                            <p:cond delay="0"/>
                                          </p:stCondLst>
                                        </p:cTn>
                                        <p:tgtEl>
                                          <p:spTgt spid="18"/>
                                        </p:tgtEl>
                                        <p:attrNameLst>
                                          <p:attrName>style.visibility</p:attrName>
                                        </p:attrNameLst>
                                      </p:cBhvr>
                                      <p:to>
                                        <p:strVal val="visible"/>
                                      </p:to>
                                    </p:set>
                                    <p:anim calcmode="lin" valueType="num">
                                      <p:cBhvr additive="base">
                                        <p:cTn id="51" dur="500" fill="hold"/>
                                        <p:tgtEl>
                                          <p:spTgt spid="18"/>
                                        </p:tgtEl>
                                        <p:attrNameLst>
                                          <p:attrName>ppt_x</p:attrName>
                                        </p:attrNameLst>
                                      </p:cBhvr>
                                      <p:tavLst>
                                        <p:tav tm="0">
                                          <p:val>
                                            <p:strVal val="1+#ppt_w/2"/>
                                          </p:val>
                                        </p:tav>
                                        <p:tav tm="100000">
                                          <p:val>
                                            <p:strVal val="#ppt_x"/>
                                          </p:val>
                                        </p:tav>
                                      </p:tavLst>
                                    </p:anim>
                                    <p:anim calcmode="lin" valueType="num">
                                      <p:cBhvr additive="base">
                                        <p:cTn id="52" dur="500" fill="hold"/>
                                        <p:tgtEl>
                                          <p:spTgt spid="18"/>
                                        </p:tgtEl>
                                        <p:attrNameLst>
                                          <p:attrName>ppt_y</p:attrName>
                                        </p:attrNameLst>
                                      </p:cBhvr>
                                      <p:tavLst>
                                        <p:tav tm="0">
                                          <p:val>
                                            <p:strVal val="#ppt_y"/>
                                          </p:val>
                                        </p:tav>
                                        <p:tav tm="100000">
                                          <p:val>
                                            <p:strVal val="#ppt_y"/>
                                          </p:val>
                                        </p:tav>
                                      </p:tavLst>
                                    </p:anim>
                                  </p:childTnLst>
                                </p:cTn>
                              </p:par>
                              <p:par>
                                <p:cTn id="53" presetID="2" presetClass="entr" presetSubtype="2" fill="hold" grpId="0" nodeType="withEffect">
                                  <p:stCondLst>
                                    <p:cond delay="670"/>
                                  </p:stCondLst>
                                  <p:childTnLst>
                                    <p:set>
                                      <p:cBhvr>
                                        <p:cTn id="54" dur="1" fill="hold">
                                          <p:stCondLst>
                                            <p:cond delay="0"/>
                                          </p:stCondLst>
                                        </p:cTn>
                                        <p:tgtEl>
                                          <p:spTgt spid="19"/>
                                        </p:tgtEl>
                                        <p:attrNameLst>
                                          <p:attrName>style.visibility</p:attrName>
                                        </p:attrNameLst>
                                      </p:cBhvr>
                                      <p:to>
                                        <p:strVal val="visible"/>
                                      </p:to>
                                    </p:set>
                                    <p:anim calcmode="lin" valueType="num">
                                      <p:cBhvr additive="base">
                                        <p:cTn id="55" dur="500" fill="hold"/>
                                        <p:tgtEl>
                                          <p:spTgt spid="19"/>
                                        </p:tgtEl>
                                        <p:attrNameLst>
                                          <p:attrName>ppt_x</p:attrName>
                                        </p:attrNameLst>
                                      </p:cBhvr>
                                      <p:tavLst>
                                        <p:tav tm="0">
                                          <p:val>
                                            <p:strVal val="1+#ppt_w/2"/>
                                          </p:val>
                                        </p:tav>
                                        <p:tav tm="100000">
                                          <p:val>
                                            <p:strVal val="#ppt_x"/>
                                          </p:val>
                                        </p:tav>
                                      </p:tavLst>
                                    </p:anim>
                                    <p:anim calcmode="lin" valueType="num">
                                      <p:cBhvr additive="base">
                                        <p:cTn id="56" dur="500" fill="hold"/>
                                        <p:tgtEl>
                                          <p:spTgt spid="19"/>
                                        </p:tgtEl>
                                        <p:attrNameLst>
                                          <p:attrName>ppt_y</p:attrName>
                                        </p:attrNameLst>
                                      </p:cBhvr>
                                      <p:tavLst>
                                        <p:tav tm="0">
                                          <p:val>
                                            <p:strVal val="#ppt_y"/>
                                          </p:val>
                                        </p:tav>
                                        <p:tav tm="100000">
                                          <p:val>
                                            <p:strVal val="#ppt_y"/>
                                          </p:val>
                                        </p:tav>
                                      </p:tavLst>
                                    </p:anim>
                                  </p:childTnLst>
                                </p:cTn>
                              </p:par>
                              <p:par>
                                <p:cTn id="57" presetID="2" presetClass="entr" presetSubtype="2" fill="hold" nodeType="withEffect">
                                  <p:stCondLst>
                                    <p:cond delay="830"/>
                                  </p:stCondLst>
                                  <p:childTnLst>
                                    <p:set>
                                      <p:cBhvr>
                                        <p:cTn id="58" dur="1" fill="hold">
                                          <p:stCondLst>
                                            <p:cond delay="0"/>
                                          </p:stCondLst>
                                        </p:cTn>
                                        <p:tgtEl>
                                          <p:spTgt spid="20"/>
                                        </p:tgtEl>
                                        <p:attrNameLst>
                                          <p:attrName>style.visibility</p:attrName>
                                        </p:attrNameLst>
                                      </p:cBhvr>
                                      <p:to>
                                        <p:strVal val="visible"/>
                                      </p:to>
                                    </p:set>
                                    <p:anim calcmode="lin" valueType="num">
                                      <p:cBhvr additive="base">
                                        <p:cTn id="59" dur="500" fill="hold"/>
                                        <p:tgtEl>
                                          <p:spTgt spid="20"/>
                                        </p:tgtEl>
                                        <p:attrNameLst>
                                          <p:attrName>ppt_x</p:attrName>
                                        </p:attrNameLst>
                                      </p:cBhvr>
                                      <p:tavLst>
                                        <p:tav tm="0">
                                          <p:val>
                                            <p:strVal val="1+#ppt_w/2"/>
                                          </p:val>
                                        </p:tav>
                                        <p:tav tm="100000">
                                          <p:val>
                                            <p:strVal val="#ppt_x"/>
                                          </p:val>
                                        </p:tav>
                                      </p:tavLst>
                                    </p:anim>
                                    <p:anim calcmode="lin" valueType="num">
                                      <p:cBhvr additive="base">
                                        <p:cTn id="60" dur="500" fill="hold"/>
                                        <p:tgtEl>
                                          <p:spTgt spid="20"/>
                                        </p:tgtEl>
                                        <p:attrNameLst>
                                          <p:attrName>ppt_y</p:attrName>
                                        </p:attrNameLst>
                                      </p:cBhvr>
                                      <p:tavLst>
                                        <p:tav tm="0">
                                          <p:val>
                                            <p:strVal val="#ppt_y"/>
                                          </p:val>
                                        </p:tav>
                                        <p:tav tm="100000">
                                          <p:val>
                                            <p:strVal val="#ppt_y"/>
                                          </p:val>
                                        </p:tav>
                                      </p:tavLst>
                                    </p:anim>
                                  </p:childTnLst>
                                </p:cTn>
                              </p:par>
                              <p:par>
                                <p:cTn id="61" presetID="2" presetClass="entr" presetSubtype="8" fill="hold" grpId="0" nodeType="withEffect">
                                  <p:stCondLst>
                                    <p:cond delay="830"/>
                                  </p:stCondLst>
                                  <p:childTnLst>
                                    <p:set>
                                      <p:cBhvr>
                                        <p:cTn id="62" dur="1" fill="hold">
                                          <p:stCondLst>
                                            <p:cond delay="0"/>
                                          </p:stCondLst>
                                        </p:cTn>
                                        <p:tgtEl>
                                          <p:spTgt spid="21"/>
                                        </p:tgtEl>
                                        <p:attrNameLst>
                                          <p:attrName>style.visibility</p:attrName>
                                        </p:attrNameLst>
                                      </p:cBhvr>
                                      <p:to>
                                        <p:strVal val="visible"/>
                                      </p:to>
                                    </p:set>
                                    <p:anim calcmode="lin" valueType="num">
                                      <p:cBhvr additive="base">
                                        <p:cTn id="63" dur="500" fill="hold"/>
                                        <p:tgtEl>
                                          <p:spTgt spid="21"/>
                                        </p:tgtEl>
                                        <p:attrNameLst>
                                          <p:attrName>ppt_x</p:attrName>
                                        </p:attrNameLst>
                                      </p:cBhvr>
                                      <p:tavLst>
                                        <p:tav tm="0">
                                          <p:val>
                                            <p:strVal val="0-#ppt_w/2"/>
                                          </p:val>
                                        </p:tav>
                                        <p:tav tm="100000">
                                          <p:val>
                                            <p:strVal val="#ppt_x"/>
                                          </p:val>
                                        </p:tav>
                                      </p:tavLst>
                                    </p:anim>
                                    <p:anim calcmode="lin" valueType="num">
                                      <p:cBhvr additive="base">
                                        <p:cTn id="64" dur="500" fill="hold"/>
                                        <p:tgtEl>
                                          <p:spTgt spid="21"/>
                                        </p:tgtEl>
                                        <p:attrNameLst>
                                          <p:attrName>ppt_y</p:attrName>
                                        </p:attrNameLst>
                                      </p:cBhvr>
                                      <p:tavLst>
                                        <p:tav tm="0">
                                          <p:val>
                                            <p:strVal val="#ppt_y"/>
                                          </p:val>
                                        </p:tav>
                                        <p:tav tm="100000">
                                          <p:val>
                                            <p:strVal val="#ppt_y"/>
                                          </p:val>
                                        </p:tav>
                                      </p:tavLst>
                                    </p:anim>
                                  </p:childTnLst>
                                </p:cTn>
                              </p:par>
                              <p:par>
                                <p:cTn id="65" presetID="2" presetClass="entr" presetSubtype="2" fill="hold" grpId="0" nodeType="withEffect">
                                  <p:stCondLst>
                                    <p:cond delay="830"/>
                                  </p:stCondLst>
                                  <p:childTnLst>
                                    <p:set>
                                      <p:cBhvr>
                                        <p:cTn id="66" dur="1" fill="hold">
                                          <p:stCondLst>
                                            <p:cond delay="0"/>
                                          </p:stCondLst>
                                        </p:cTn>
                                        <p:tgtEl>
                                          <p:spTgt spid="22"/>
                                        </p:tgtEl>
                                        <p:attrNameLst>
                                          <p:attrName>style.visibility</p:attrName>
                                        </p:attrNameLst>
                                      </p:cBhvr>
                                      <p:to>
                                        <p:strVal val="visible"/>
                                      </p:to>
                                    </p:set>
                                    <p:anim calcmode="lin" valueType="num">
                                      <p:cBhvr additive="base">
                                        <p:cTn id="67" dur="500" fill="hold"/>
                                        <p:tgtEl>
                                          <p:spTgt spid="22"/>
                                        </p:tgtEl>
                                        <p:attrNameLst>
                                          <p:attrName>ppt_x</p:attrName>
                                        </p:attrNameLst>
                                      </p:cBhvr>
                                      <p:tavLst>
                                        <p:tav tm="0">
                                          <p:val>
                                            <p:strVal val="1+#ppt_w/2"/>
                                          </p:val>
                                        </p:tav>
                                        <p:tav tm="100000">
                                          <p:val>
                                            <p:strVal val="#ppt_x"/>
                                          </p:val>
                                        </p:tav>
                                      </p:tavLst>
                                    </p:anim>
                                    <p:anim calcmode="lin" valueType="num">
                                      <p:cBhvr additive="base">
                                        <p:cTn id="68" dur="500" fill="hold"/>
                                        <p:tgtEl>
                                          <p:spTgt spid="22"/>
                                        </p:tgtEl>
                                        <p:attrNameLst>
                                          <p:attrName>ppt_y</p:attrName>
                                        </p:attrNameLst>
                                      </p:cBhvr>
                                      <p:tavLst>
                                        <p:tav tm="0">
                                          <p:val>
                                            <p:strVal val="#ppt_y"/>
                                          </p:val>
                                        </p:tav>
                                        <p:tav tm="100000">
                                          <p:val>
                                            <p:strVal val="#ppt_y"/>
                                          </p:val>
                                        </p:tav>
                                      </p:tavLst>
                                    </p:anim>
                                  </p:childTnLst>
                                </p:cTn>
                              </p:par>
                              <p:par>
                                <p:cTn id="69" presetID="2" presetClass="entr" presetSubtype="2" fill="hold" grpId="0" nodeType="withEffect">
                                  <p:stCondLst>
                                    <p:cond delay="830"/>
                                  </p:stCondLst>
                                  <p:childTnLst>
                                    <p:set>
                                      <p:cBhvr>
                                        <p:cTn id="70" dur="1" fill="hold">
                                          <p:stCondLst>
                                            <p:cond delay="0"/>
                                          </p:stCondLst>
                                        </p:cTn>
                                        <p:tgtEl>
                                          <p:spTgt spid="23"/>
                                        </p:tgtEl>
                                        <p:attrNameLst>
                                          <p:attrName>style.visibility</p:attrName>
                                        </p:attrNameLst>
                                      </p:cBhvr>
                                      <p:to>
                                        <p:strVal val="visible"/>
                                      </p:to>
                                    </p:set>
                                    <p:anim calcmode="lin" valueType="num">
                                      <p:cBhvr additive="base">
                                        <p:cTn id="71" dur="500" fill="hold"/>
                                        <p:tgtEl>
                                          <p:spTgt spid="23"/>
                                        </p:tgtEl>
                                        <p:attrNameLst>
                                          <p:attrName>ppt_x</p:attrName>
                                        </p:attrNameLst>
                                      </p:cBhvr>
                                      <p:tavLst>
                                        <p:tav tm="0">
                                          <p:val>
                                            <p:strVal val="1+#ppt_w/2"/>
                                          </p:val>
                                        </p:tav>
                                        <p:tav tm="100000">
                                          <p:val>
                                            <p:strVal val="#ppt_x"/>
                                          </p:val>
                                        </p:tav>
                                      </p:tavLst>
                                    </p:anim>
                                    <p:anim calcmode="lin" valueType="num">
                                      <p:cBhvr additive="base">
                                        <p:cTn id="72" dur="500" fill="hold"/>
                                        <p:tgtEl>
                                          <p:spTgt spid="23"/>
                                        </p:tgtEl>
                                        <p:attrNameLst>
                                          <p:attrName>ppt_y</p:attrName>
                                        </p:attrNameLst>
                                      </p:cBhvr>
                                      <p:tavLst>
                                        <p:tav tm="0">
                                          <p:val>
                                            <p:strVal val="#ppt_y"/>
                                          </p:val>
                                        </p:tav>
                                        <p:tav tm="100000">
                                          <p:val>
                                            <p:strVal val="#ppt_y"/>
                                          </p:val>
                                        </p:tav>
                                      </p:tavLst>
                                    </p:anim>
                                  </p:childTnLst>
                                </p:cTn>
                              </p:par>
                              <p:par>
                                <p:cTn id="73" presetID="2" presetClass="entr" presetSubtype="2" fill="hold" nodeType="withEffect">
                                  <p:stCondLst>
                                    <p:cond delay="990"/>
                                  </p:stCondLst>
                                  <p:childTnLst>
                                    <p:set>
                                      <p:cBhvr>
                                        <p:cTn id="74" dur="1" fill="hold">
                                          <p:stCondLst>
                                            <p:cond delay="0"/>
                                          </p:stCondLst>
                                        </p:cTn>
                                        <p:tgtEl>
                                          <p:spTgt spid="24"/>
                                        </p:tgtEl>
                                        <p:attrNameLst>
                                          <p:attrName>style.visibility</p:attrName>
                                        </p:attrNameLst>
                                      </p:cBhvr>
                                      <p:to>
                                        <p:strVal val="visible"/>
                                      </p:to>
                                    </p:set>
                                    <p:anim calcmode="lin" valueType="num">
                                      <p:cBhvr additive="base">
                                        <p:cTn id="75" dur="500" fill="hold"/>
                                        <p:tgtEl>
                                          <p:spTgt spid="24"/>
                                        </p:tgtEl>
                                        <p:attrNameLst>
                                          <p:attrName>ppt_x</p:attrName>
                                        </p:attrNameLst>
                                      </p:cBhvr>
                                      <p:tavLst>
                                        <p:tav tm="0">
                                          <p:val>
                                            <p:strVal val="1+#ppt_w/2"/>
                                          </p:val>
                                        </p:tav>
                                        <p:tav tm="100000">
                                          <p:val>
                                            <p:strVal val="#ppt_x"/>
                                          </p:val>
                                        </p:tav>
                                      </p:tavLst>
                                    </p:anim>
                                    <p:anim calcmode="lin" valueType="num">
                                      <p:cBhvr additive="base">
                                        <p:cTn id="76" dur="500" fill="hold"/>
                                        <p:tgtEl>
                                          <p:spTgt spid="24"/>
                                        </p:tgtEl>
                                        <p:attrNameLst>
                                          <p:attrName>ppt_y</p:attrName>
                                        </p:attrNameLst>
                                      </p:cBhvr>
                                      <p:tavLst>
                                        <p:tav tm="0">
                                          <p:val>
                                            <p:strVal val="#ppt_y"/>
                                          </p:val>
                                        </p:tav>
                                        <p:tav tm="100000">
                                          <p:val>
                                            <p:strVal val="#ppt_y"/>
                                          </p:val>
                                        </p:tav>
                                      </p:tavLst>
                                    </p:anim>
                                  </p:childTnLst>
                                </p:cTn>
                              </p:par>
                              <p:par>
                                <p:cTn id="77" presetID="2" presetClass="entr" presetSubtype="2" fill="hold" grpId="0" nodeType="withEffect">
                                  <p:stCondLst>
                                    <p:cond delay="990"/>
                                  </p:stCondLst>
                                  <p:childTnLst>
                                    <p:set>
                                      <p:cBhvr>
                                        <p:cTn id="78" dur="1" fill="hold">
                                          <p:stCondLst>
                                            <p:cond delay="0"/>
                                          </p:stCondLst>
                                        </p:cTn>
                                        <p:tgtEl>
                                          <p:spTgt spid="25"/>
                                        </p:tgtEl>
                                        <p:attrNameLst>
                                          <p:attrName>style.visibility</p:attrName>
                                        </p:attrNameLst>
                                      </p:cBhvr>
                                      <p:to>
                                        <p:strVal val="visible"/>
                                      </p:to>
                                    </p:set>
                                    <p:anim calcmode="lin" valueType="num">
                                      <p:cBhvr additive="base">
                                        <p:cTn id="79" dur="500" fill="hold"/>
                                        <p:tgtEl>
                                          <p:spTgt spid="25"/>
                                        </p:tgtEl>
                                        <p:attrNameLst>
                                          <p:attrName>ppt_x</p:attrName>
                                        </p:attrNameLst>
                                      </p:cBhvr>
                                      <p:tavLst>
                                        <p:tav tm="0">
                                          <p:val>
                                            <p:strVal val="1+#ppt_w/2"/>
                                          </p:val>
                                        </p:tav>
                                        <p:tav tm="100000">
                                          <p:val>
                                            <p:strVal val="#ppt_x"/>
                                          </p:val>
                                        </p:tav>
                                      </p:tavLst>
                                    </p:anim>
                                    <p:anim calcmode="lin" valueType="num">
                                      <p:cBhvr additive="base">
                                        <p:cTn id="80" dur="500" fill="hold"/>
                                        <p:tgtEl>
                                          <p:spTgt spid="25"/>
                                        </p:tgtEl>
                                        <p:attrNameLst>
                                          <p:attrName>ppt_y</p:attrName>
                                        </p:attrNameLst>
                                      </p:cBhvr>
                                      <p:tavLst>
                                        <p:tav tm="0">
                                          <p:val>
                                            <p:strVal val="#ppt_y"/>
                                          </p:val>
                                        </p:tav>
                                        <p:tav tm="100000">
                                          <p:val>
                                            <p:strVal val="#ppt_y"/>
                                          </p:val>
                                        </p:tav>
                                      </p:tavLst>
                                    </p:anim>
                                  </p:childTnLst>
                                </p:cTn>
                              </p:par>
                              <p:par>
                                <p:cTn id="81" presetID="2" presetClass="entr" presetSubtype="2" fill="hold" grpId="0" nodeType="withEffect">
                                  <p:stCondLst>
                                    <p:cond delay="990"/>
                                  </p:stCondLst>
                                  <p:childTnLst>
                                    <p:set>
                                      <p:cBhvr>
                                        <p:cTn id="82" dur="1" fill="hold">
                                          <p:stCondLst>
                                            <p:cond delay="0"/>
                                          </p:stCondLst>
                                        </p:cTn>
                                        <p:tgtEl>
                                          <p:spTgt spid="26"/>
                                        </p:tgtEl>
                                        <p:attrNameLst>
                                          <p:attrName>style.visibility</p:attrName>
                                        </p:attrNameLst>
                                      </p:cBhvr>
                                      <p:to>
                                        <p:strVal val="visible"/>
                                      </p:to>
                                    </p:set>
                                    <p:anim calcmode="lin" valueType="num">
                                      <p:cBhvr additive="base">
                                        <p:cTn id="83" dur="500" fill="hold"/>
                                        <p:tgtEl>
                                          <p:spTgt spid="26"/>
                                        </p:tgtEl>
                                        <p:attrNameLst>
                                          <p:attrName>ppt_x</p:attrName>
                                        </p:attrNameLst>
                                      </p:cBhvr>
                                      <p:tavLst>
                                        <p:tav tm="0">
                                          <p:val>
                                            <p:strVal val="1+#ppt_w/2"/>
                                          </p:val>
                                        </p:tav>
                                        <p:tav tm="100000">
                                          <p:val>
                                            <p:strVal val="#ppt_x"/>
                                          </p:val>
                                        </p:tav>
                                      </p:tavLst>
                                    </p:anim>
                                    <p:anim calcmode="lin" valueType="num">
                                      <p:cBhvr additive="base">
                                        <p:cTn id="84" dur="500" fill="hold"/>
                                        <p:tgtEl>
                                          <p:spTgt spid="26"/>
                                        </p:tgtEl>
                                        <p:attrNameLst>
                                          <p:attrName>ppt_y</p:attrName>
                                        </p:attrNameLst>
                                      </p:cBhvr>
                                      <p:tavLst>
                                        <p:tav tm="0">
                                          <p:val>
                                            <p:strVal val="#ppt_y"/>
                                          </p:val>
                                        </p:tav>
                                        <p:tav tm="100000">
                                          <p:val>
                                            <p:strVal val="#ppt_y"/>
                                          </p:val>
                                        </p:tav>
                                      </p:tavLst>
                                    </p:anim>
                                  </p:childTnLst>
                                </p:cTn>
                              </p:par>
                              <p:par>
                                <p:cTn id="85" presetID="2" presetClass="entr" presetSubtype="2" fill="hold" grpId="0" nodeType="withEffect">
                                  <p:stCondLst>
                                    <p:cond delay="990"/>
                                  </p:stCondLst>
                                  <p:childTnLst>
                                    <p:set>
                                      <p:cBhvr>
                                        <p:cTn id="86" dur="1" fill="hold">
                                          <p:stCondLst>
                                            <p:cond delay="0"/>
                                          </p:stCondLst>
                                        </p:cTn>
                                        <p:tgtEl>
                                          <p:spTgt spid="27"/>
                                        </p:tgtEl>
                                        <p:attrNameLst>
                                          <p:attrName>style.visibility</p:attrName>
                                        </p:attrNameLst>
                                      </p:cBhvr>
                                      <p:to>
                                        <p:strVal val="visible"/>
                                      </p:to>
                                    </p:set>
                                    <p:anim calcmode="lin" valueType="num">
                                      <p:cBhvr additive="base">
                                        <p:cTn id="87" dur="500" fill="hold"/>
                                        <p:tgtEl>
                                          <p:spTgt spid="27"/>
                                        </p:tgtEl>
                                        <p:attrNameLst>
                                          <p:attrName>ppt_x</p:attrName>
                                        </p:attrNameLst>
                                      </p:cBhvr>
                                      <p:tavLst>
                                        <p:tav tm="0">
                                          <p:val>
                                            <p:strVal val="1+#ppt_w/2"/>
                                          </p:val>
                                        </p:tav>
                                        <p:tav tm="100000">
                                          <p:val>
                                            <p:strVal val="#ppt_x"/>
                                          </p:val>
                                        </p:tav>
                                      </p:tavLst>
                                    </p:anim>
                                    <p:anim calcmode="lin" valueType="num">
                                      <p:cBhvr additive="base">
                                        <p:cTn id="88" dur="500" fill="hold"/>
                                        <p:tgtEl>
                                          <p:spTgt spid="27"/>
                                        </p:tgtEl>
                                        <p:attrNameLst>
                                          <p:attrName>ppt_y</p:attrName>
                                        </p:attrNameLst>
                                      </p:cBhvr>
                                      <p:tavLst>
                                        <p:tav tm="0">
                                          <p:val>
                                            <p:strVal val="#ppt_y"/>
                                          </p:val>
                                        </p:tav>
                                        <p:tav tm="100000">
                                          <p:val>
                                            <p:strVal val="#ppt_y"/>
                                          </p:val>
                                        </p:tav>
                                      </p:tavLst>
                                    </p:anim>
                                  </p:childTnLst>
                                </p:cTn>
                              </p:par>
                              <p:par>
                                <p:cTn id="89" presetID="2" presetClass="entr" presetSubtype="2" fill="hold" nodeType="withEffect">
                                  <p:stCondLst>
                                    <p:cond delay="1150"/>
                                  </p:stCondLst>
                                  <p:childTnLst>
                                    <p:set>
                                      <p:cBhvr>
                                        <p:cTn id="90" dur="1" fill="hold">
                                          <p:stCondLst>
                                            <p:cond delay="0"/>
                                          </p:stCondLst>
                                        </p:cTn>
                                        <p:tgtEl>
                                          <p:spTgt spid="28"/>
                                        </p:tgtEl>
                                        <p:attrNameLst>
                                          <p:attrName>style.visibility</p:attrName>
                                        </p:attrNameLst>
                                      </p:cBhvr>
                                      <p:to>
                                        <p:strVal val="visible"/>
                                      </p:to>
                                    </p:set>
                                    <p:anim calcmode="lin" valueType="num">
                                      <p:cBhvr additive="base">
                                        <p:cTn id="91" dur="500" fill="hold"/>
                                        <p:tgtEl>
                                          <p:spTgt spid="28"/>
                                        </p:tgtEl>
                                        <p:attrNameLst>
                                          <p:attrName>ppt_x</p:attrName>
                                        </p:attrNameLst>
                                      </p:cBhvr>
                                      <p:tavLst>
                                        <p:tav tm="0">
                                          <p:val>
                                            <p:strVal val="1+#ppt_w/2"/>
                                          </p:val>
                                        </p:tav>
                                        <p:tav tm="100000">
                                          <p:val>
                                            <p:strVal val="#ppt_x"/>
                                          </p:val>
                                        </p:tav>
                                      </p:tavLst>
                                    </p:anim>
                                    <p:anim calcmode="lin" valueType="num">
                                      <p:cBhvr additive="base">
                                        <p:cTn id="92" dur="500" fill="hold"/>
                                        <p:tgtEl>
                                          <p:spTgt spid="28"/>
                                        </p:tgtEl>
                                        <p:attrNameLst>
                                          <p:attrName>ppt_y</p:attrName>
                                        </p:attrNameLst>
                                      </p:cBhvr>
                                      <p:tavLst>
                                        <p:tav tm="0">
                                          <p:val>
                                            <p:strVal val="#ppt_y"/>
                                          </p:val>
                                        </p:tav>
                                        <p:tav tm="100000">
                                          <p:val>
                                            <p:strVal val="#ppt_y"/>
                                          </p:val>
                                        </p:tav>
                                      </p:tavLst>
                                    </p:anim>
                                  </p:childTnLst>
                                </p:cTn>
                              </p:par>
                              <p:par>
                                <p:cTn id="93" presetID="2" presetClass="entr" presetSubtype="2" fill="hold" grpId="0" nodeType="withEffect">
                                  <p:stCondLst>
                                    <p:cond delay="1150"/>
                                  </p:stCondLst>
                                  <p:childTnLst>
                                    <p:set>
                                      <p:cBhvr>
                                        <p:cTn id="94" dur="1" fill="hold">
                                          <p:stCondLst>
                                            <p:cond delay="0"/>
                                          </p:stCondLst>
                                        </p:cTn>
                                        <p:tgtEl>
                                          <p:spTgt spid="29"/>
                                        </p:tgtEl>
                                        <p:attrNameLst>
                                          <p:attrName>style.visibility</p:attrName>
                                        </p:attrNameLst>
                                      </p:cBhvr>
                                      <p:to>
                                        <p:strVal val="visible"/>
                                      </p:to>
                                    </p:set>
                                    <p:anim calcmode="lin" valueType="num">
                                      <p:cBhvr additive="base">
                                        <p:cTn id="95" dur="500" fill="hold"/>
                                        <p:tgtEl>
                                          <p:spTgt spid="29"/>
                                        </p:tgtEl>
                                        <p:attrNameLst>
                                          <p:attrName>ppt_x</p:attrName>
                                        </p:attrNameLst>
                                      </p:cBhvr>
                                      <p:tavLst>
                                        <p:tav tm="0">
                                          <p:val>
                                            <p:strVal val="1+#ppt_w/2"/>
                                          </p:val>
                                        </p:tav>
                                        <p:tav tm="100000">
                                          <p:val>
                                            <p:strVal val="#ppt_x"/>
                                          </p:val>
                                        </p:tav>
                                      </p:tavLst>
                                    </p:anim>
                                    <p:anim calcmode="lin" valueType="num">
                                      <p:cBhvr additive="base">
                                        <p:cTn id="96" dur="500" fill="hold"/>
                                        <p:tgtEl>
                                          <p:spTgt spid="29"/>
                                        </p:tgtEl>
                                        <p:attrNameLst>
                                          <p:attrName>ppt_y</p:attrName>
                                        </p:attrNameLst>
                                      </p:cBhvr>
                                      <p:tavLst>
                                        <p:tav tm="0">
                                          <p:val>
                                            <p:strVal val="#ppt_y"/>
                                          </p:val>
                                        </p:tav>
                                        <p:tav tm="100000">
                                          <p:val>
                                            <p:strVal val="#ppt_y"/>
                                          </p:val>
                                        </p:tav>
                                      </p:tavLst>
                                    </p:anim>
                                  </p:childTnLst>
                                </p:cTn>
                              </p:par>
                              <p:par>
                                <p:cTn id="97" presetID="2" presetClass="entr" presetSubtype="2" fill="hold" grpId="0" nodeType="withEffect">
                                  <p:stCondLst>
                                    <p:cond delay="1150"/>
                                  </p:stCondLst>
                                  <p:childTnLst>
                                    <p:set>
                                      <p:cBhvr>
                                        <p:cTn id="98" dur="1" fill="hold">
                                          <p:stCondLst>
                                            <p:cond delay="0"/>
                                          </p:stCondLst>
                                        </p:cTn>
                                        <p:tgtEl>
                                          <p:spTgt spid="30"/>
                                        </p:tgtEl>
                                        <p:attrNameLst>
                                          <p:attrName>style.visibility</p:attrName>
                                        </p:attrNameLst>
                                      </p:cBhvr>
                                      <p:to>
                                        <p:strVal val="visible"/>
                                      </p:to>
                                    </p:set>
                                    <p:anim calcmode="lin" valueType="num">
                                      <p:cBhvr additive="base">
                                        <p:cTn id="99" dur="500" fill="hold"/>
                                        <p:tgtEl>
                                          <p:spTgt spid="30"/>
                                        </p:tgtEl>
                                        <p:attrNameLst>
                                          <p:attrName>ppt_x</p:attrName>
                                        </p:attrNameLst>
                                      </p:cBhvr>
                                      <p:tavLst>
                                        <p:tav tm="0">
                                          <p:val>
                                            <p:strVal val="1+#ppt_w/2"/>
                                          </p:val>
                                        </p:tav>
                                        <p:tav tm="100000">
                                          <p:val>
                                            <p:strVal val="#ppt_x"/>
                                          </p:val>
                                        </p:tav>
                                      </p:tavLst>
                                    </p:anim>
                                    <p:anim calcmode="lin" valueType="num">
                                      <p:cBhvr additive="base">
                                        <p:cTn id="100" dur="500" fill="hold"/>
                                        <p:tgtEl>
                                          <p:spTgt spid="30"/>
                                        </p:tgtEl>
                                        <p:attrNameLst>
                                          <p:attrName>ppt_y</p:attrName>
                                        </p:attrNameLst>
                                      </p:cBhvr>
                                      <p:tavLst>
                                        <p:tav tm="0">
                                          <p:val>
                                            <p:strVal val="#ppt_y"/>
                                          </p:val>
                                        </p:tav>
                                        <p:tav tm="100000">
                                          <p:val>
                                            <p:strVal val="#ppt_y"/>
                                          </p:val>
                                        </p:tav>
                                      </p:tavLst>
                                    </p:anim>
                                  </p:childTnLst>
                                </p:cTn>
                              </p:par>
                              <p:par>
                                <p:cTn id="101" presetID="2" presetClass="entr" presetSubtype="2" fill="hold" grpId="0" nodeType="withEffect">
                                  <p:stCondLst>
                                    <p:cond delay="1150"/>
                                  </p:stCondLst>
                                  <p:childTnLst>
                                    <p:set>
                                      <p:cBhvr>
                                        <p:cTn id="102" dur="1" fill="hold">
                                          <p:stCondLst>
                                            <p:cond delay="0"/>
                                          </p:stCondLst>
                                        </p:cTn>
                                        <p:tgtEl>
                                          <p:spTgt spid="31"/>
                                        </p:tgtEl>
                                        <p:attrNameLst>
                                          <p:attrName>style.visibility</p:attrName>
                                        </p:attrNameLst>
                                      </p:cBhvr>
                                      <p:to>
                                        <p:strVal val="visible"/>
                                      </p:to>
                                    </p:set>
                                    <p:anim calcmode="lin" valueType="num">
                                      <p:cBhvr additive="base">
                                        <p:cTn id="103" dur="500" fill="hold"/>
                                        <p:tgtEl>
                                          <p:spTgt spid="31"/>
                                        </p:tgtEl>
                                        <p:attrNameLst>
                                          <p:attrName>ppt_x</p:attrName>
                                        </p:attrNameLst>
                                      </p:cBhvr>
                                      <p:tavLst>
                                        <p:tav tm="0">
                                          <p:val>
                                            <p:strVal val="1+#ppt_w/2"/>
                                          </p:val>
                                        </p:tav>
                                        <p:tav tm="100000">
                                          <p:val>
                                            <p:strVal val="#ppt_x"/>
                                          </p:val>
                                        </p:tav>
                                      </p:tavLst>
                                    </p:anim>
                                    <p:anim calcmode="lin" valueType="num">
                                      <p:cBhvr additive="base">
                                        <p:cTn id="104" dur="500" fill="hold"/>
                                        <p:tgtEl>
                                          <p:spTgt spid="3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3" grpId="0" animBg="1"/>
      <p:bldP spid="14" grpId="0" animBg="1"/>
      <p:bldP spid="15" grpId="0" animBg="1"/>
      <p:bldP spid="17" grpId="0" animBg="1"/>
      <p:bldP spid="18" grpId="0" animBg="1"/>
      <p:bldP spid="19" grpId="0" animBg="1"/>
      <p:bldP spid="21" grpId="0" animBg="1"/>
      <p:bldP spid="22" grpId="0" animBg="1"/>
      <p:bldP spid="23" grpId="0" animBg="1"/>
      <p:bldP spid="25" grpId="0" animBg="1"/>
      <p:bldP spid="26" grpId="0" animBg="1"/>
      <p:bldP spid="27" grpId="0" animBg="1"/>
      <p:bldP spid="29" grpId="0" animBg="1"/>
      <p:bldP spid="30" grpId="0" animBg="1"/>
      <p:bldP spid="3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Glow" descr="assets/glow_soft.png"/>
          <p:cNvPicPr>
            <a:picLocks noChangeAspect="1"/>
          </p:cNvPicPr>
          <p:nvPr/>
        </p:nvPicPr>
        <p:blipFill>
          <a:blip r:embed="rId4"/>
          <a:stretch>
            <a:fillRect/>
          </a:stretch>
        </p:blipFill>
        <p:spPr>
          <a:xfrm>
            <a:off x="9767621" y="-371246"/>
            <a:ext cx="2743200" cy="2743200"/>
          </a:xfrm>
          <a:prstGeom prst="rect">
            <a:avLst/>
          </a:prstGeom>
        </p:spPr>
      </p:pic>
      <p:sp>
        <p:nvSpPr>
          <p:cNvPr id="3" name="Text 0"/>
          <p:cNvSpPr txBox="1"/>
          <p:nvPr/>
        </p:nvSpPr>
        <p:spPr>
          <a:xfrm>
            <a:off x="548640" y="274320"/>
            <a:ext cx="9692640" cy="256032"/>
          </a:xfrm>
          <a:prstGeom prst="rect">
            <a:avLst/>
          </a:prstGeom>
          <a:noFill/>
          <a:ln/>
        </p:spPr>
        <p:txBody>
          <a:bodyPr wrap="square" lIns="0" tIns="0" rIns="0" bIns="0" rtlCol="0" anchor="t"/>
          <a:lstStyle/>
          <a:p>
            <a:pPr marL="0" indent="0">
              <a:buNone/>
            </a:pPr>
            <a:r>
              <a:rPr lang="en-US" sz="950" i="1" dirty="0">
                <a:solidFill>
                  <a:srgbClr val="6E6A85"/>
                </a:solidFill>
                <a:latin typeface="Segoe UI" pitchFamily="34" charset="0"/>
                <a:ea typeface="Segoe UI" pitchFamily="34" charset="-122"/>
                <a:cs typeface="Segoe UI" pitchFamily="34" charset="-120"/>
              </a:rPr>
              <a:t>Mise en place d’une plateforme intelligente d’assistance au dépannage et de mise en relation avec des techniciens</a:t>
            </a:r>
            <a:endParaRPr lang="en-US" sz="950" dirty="0"/>
          </a:p>
        </p:txBody>
      </p:sp>
      <p:sp>
        <p:nvSpPr>
          <p:cNvPr id="4" name="!!Kicker"/>
          <p:cNvSpPr txBox="1"/>
          <p:nvPr/>
        </p:nvSpPr>
        <p:spPr>
          <a:xfrm>
            <a:off x="548640" y="713232"/>
            <a:ext cx="9692640" cy="274320"/>
          </a:xfrm>
          <a:prstGeom prst="rect">
            <a:avLst/>
          </a:prstGeom>
          <a:noFill/>
          <a:ln/>
        </p:spPr>
        <p:txBody>
          <a:bodyPr wrap="square" lIns="0" tIns="0" rIns="0" bIns="0" rtlCol="0" anchor="t"/>
          <a:lstStyle/>
          <a:p>
            <a:pPr marL="0" indent="0">
              <a:buNone/>
            </a:pPr>
            <a:r>
              <a:rPr lang="en-US" sz="1100" b="1" kern="0" spc="200" dirty="0">
                <a:solidFill>
                  <a:srgbClr val="5B2FD6"/>
                </a:solidFill>
                <a:latin typeface="Segoe UI" pitchFamily="34" charset="0"/>
                <a:ea typeface="Segoe UI" pitchFamily="34" charset="-122"/>
                <a:cs typeface="Segoe UI" pitchFamily="34" charset="-120"/>
              </a:rPr>
              <a:t>01 · INTRODUCTION</a:t>
            </a:r>
            <a:endParaRPr lang="en-US" sz="1100" dirty="0"/>
          </a:p>
        </p:txBody>
      </p:sp>
      <p:sp>
        <p:nvSpPr>
          <p:cNvPr id="5" name="!!Title"/>
          <p:cNvSpPr txBox="1"/>
          <p:nvPr/>
        </p:nvSpPr>
        <p:spPr>
          <a:xfrm>
            <a:off x="548640" y="987552"/>
            <a:ext cx="9692640" cy="658368"/>
          </a:xfrm>
          <a:prstGeom prst="rect">
            <a:avLst/>
          </a:prstGeom>
          <a:noFill/>
          <a:ln/>
        </p:spPr>
        <p:txBody>
          <a:bodyPr wrap="square" lIns="0" tIns="0" rIns="0" bIns="0" rtlCol="0" anchor="ctr"/>
          <a:lstStyle/>
          <a:p>
            <a:pPr marL="0" indent="0">
              <a:buNone/>
            </a:pPr>
            <a:r>
              <a:rPr lang="en-US" sz="2800" dirty="0">
                <a:solidFill>
                  <a:srgbClr val="17132E"/>
                </a:solidFill>
                <a:latin typeface="Segoe UI Semibold" pitchFamily="34" charset="0"/>
                <a:ea typeface="Segoe UI Semibold" pitchFamily="34" charset="-122"/>
                <a:cs typeface="Segoe UI Semibold" pitchFamily="34" charset="-120"/>
              </a:rPr>
              <a:t>Quand une panne survient, chaque minute compte</a:t>
            </a:r>
            <a:endParaRPr lang="en-US" sz="2800" dirty="0"/>
          </a:p>
        </p:txBody>
      </p:sp>
      <p:sp>
        <p:nvSpPr>
          <p:cNvPr id="6" name="S04_A00_rise_54"/>
          <p:cNvSpPr/>
          <p:nvPr/>
        </p:nvSpPr>
        <p:spPr>
          <a:xfrm>
            <a:off x="548640" y="1965960"/>
            <a:ext cx="3520440" cy="4023360"/>
          </a:xfrm>
          <a:prstGeom prst="roundRect">
            <a:avLst>
              <a:gd name="adj" fmla="val 4156"/>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7" name="S04_A00_rise_55"/>
          <p:cNvSpPr/>
          <p:nvPr/>
        </p:nvSpPr>
        <p:spPr>
          <a:xfrm>
            <a:off x="868680" y="2286000"/>
            <a:ext cx="777240" cy="777240"/>
          </a:xfrm>
          <a:prstGeom prst="ellipse">
            <a:avLst/>
          </a:prstGeom>
          <a:solidFill>
            <a:srgbClr val="EEE9FD"/>
          </a:solidFill>
          <a:ln w="9525">
            <a:solidFill>
              <a:srgbClr val="D6CCFA"/>
            </a:solidFill>
            <a:prstDash val="solid"/>
          </a:ln>
        </p:spPr>
      </p:sp>
      <p:pic>
        <p:nvPicPr>
          <p:cNvPr id="8" name="S04_A00_rise_56" descr="preencoded.png"/>
          <p:cNvPicPr>
            <a:picLocks noChangeAspect="1"/>
          </p:cNvPicPr>
          <p:nvPr/>
        </p:nvPicPr>
        <p:blipFill>
          <a:blip r:embed="rId5"/>
          <a:stretch>
            <a:fillRect/>
          </a:stretch>
        </p:blipFill>
        <p:spPr>
          <a:xfrm>
            <a:off x="1070762" y="2488082"/>
            <a:ext cx="373075" cy="373075"/>
          </a:xfrm>
          <a:prstGeom prst="rect">
            <a:avLst/>
          </a:prstGeom>
        </p:spPr>
      </p:pic>
      <p:sp>
        <p:nvSpPr>
          <p:cNvPr id="9" name="S04_A00_rise_57"/>
          <p:cNvSpPr txBox="1"/>
          <p:nvPr/>
        </p:nvSpPr>
        <p:spPr>
          <a:xfrm>
            <a:off x="868680" y="3291840"/>
            <a:ext cx="2926080" cy="256032"/>
          </a:xfrm>
          <a:prstGeom prst="rect">
            <a:avLst/>
          </a:prstGeom>
          <a:noFill/>
          <a:ln/>
        </p:spPr>
        <p:txBody>
          <a:bodyPr wrap="square" lIns="0" tIns="0" rIns="0" bIns="0" rtlCol="0" anchor="t"/>
          <a:lstStyle/>
          <a:p>
            <a:pPr marL="0" indent="0">
              <a:buNone/>
            </a:pPr>
            <a:r>
              <a:rPr lang="en-US" sz="1000" b="1" kern="0" spc="200" dirty="0">
                <a:solidFill>
                  <a:srgbClr val="5B2FD6"/>
                </a:solidFill>
                <a:latin typeface="Segoe UI" pitchFamily="34" charset="0"/>
                <a:ea typeface="Segoe UI" pitchFamily="34" charset="-122"/>
                <a:cs typeface="Segoe UI" pitchFamily="34" charset="-120"/>
              </a:rPr>
              <a:t>UN CONSTAT</a:t>
            </a:r>
            <a:endParaRPr lang="en-US" sz="1000" dirty="0"/>
          </a:p>
        </p:txBody>
      </p:sp>
      <p:sp>
        <p:nvSpPr>
          <p:cNvPr id="10" name="S04_A00_rise_58"/>
          <p:cNvSpPr txBox="1"/>
          <p:nvPr/>
        </p:nvSpPr>
        <p:spPr>
          <a:xfrm>
            <a:off x="868680" y="3584448"/>
            <a:ext cx="2926080" cy="777240"/>
          </a:xfrm>
          <a:prstGeom prst="rect">
            <a:avLst/>
          </a:prstGeom>
          <a:noFill/>
          <a:ln/>
        </p:spPr>
        <p:txBody>
          <a:bodyPr wrap="square" lIns="0" tIns="0" rIns="0" bIns="0" rtlCol="0" anchor="t"/>
          <a:lstStyle/>
          <a:p>
            <a:pPr marL="0" indent="0">
              <a:buNone/>
            </a:pPr>
            <a:r>
              <a:rPr lang="en-US" sz="1800" dirty="0">
                <a:solidFill>
                  <a:srgbClr val="17132E"/>
                </a:solidFill>
                <a:latin typeface="Segoe UI Semibold" pitchFamily="34" charset="0"/>
                <a:ea typeface="Segoe UI Semibold" pitchFamily="34" charset="-122"/>
                <a:cs typeface="Segoe UI Semibold" pitchFamily="34" charset="-120"/>
              </a:rPr>
              <a:t>Des pannes fréquentes, des solutions lentes</a:t>
            </a:r>
            <a:endParaRPr lang="en-US" sz="1800" dirty="0"/>
          </a:p>
        </p:txBody>
      </p:sp>
      <p:sp>
        <p:nvSpPr>
          <p:cNvPr id="11" name="S04_A00_rise_59"/>
          <p:cNvSpPr txBox="1"/>
          <p:nvPr/>
        </p:nvSpPr>
        <p:spPr>
          <a:xfrm>
            <a:off x="868680" y="4434840"/>
            <a:ext cx="2926080" cy="1371600"/>
          </a:xfrm>
          <a:prstGeom prst="rect">
            <a:avLst/>
          </a:prstGeom>
          <a:noFill/>
          <a:ln/>
        </p:spPr>
        <p:txBody>
          <a:bodyPr wrap="square" lIns="0" tIns="0" rIns="0" bIns="0" rtlCol="0" anchor="t"/>
          <a:lstStyle/>
          <a:p>
            <a:pPr marL="0" indent="0">
              <a:lnSpc>
                <a:spcPct val="110000"/>
              </a:lnSpc>
              <a:buNone/>
            </a:pPr>
            <a:r>
              <a:rPr lang="en-US" sz="1250" dirty="0">
                <a:solidFill>
                  <a:srgbClr val="3E3A56"/>
                </a:solidFill>
                <a:latin typeface="Segoe UI" pitchFamily="34" charset="0"/>
                <a:ea typeface="Segoe UI" pitchFamily="34" charset="-122"/>
                <a:cs typeface="Segoe UI" pitchFamily="34" charset="-120"/>
              </a:rPr>
              <a:t>Électricité, plomberie, froid, électroménager ou informatique : trouver rapidement un technicien fiable reste un vrai parcours du combattant.</a:t>
            </a:r>
            <a:endParaRPr lang="en-US" sz="1250" dirty="0"/>
          </a:p>
        </p:txBody>
      </p:sp>
      <p:sp>
        <p:nvSpPr>
          <p:cNvPr id="12" name="S04_A01_rise_60"/>
          <p:cNvSpPr/>
          <p:nvPr/>
        </p:nvSpPr>
        <p:spPr>
          <a:xfrm>
            <a:off x="4334256" y="1965960"/>
            <a:ext cx="3520440" cy="4023360"/>
          </a:xfrm>
          <a:prstGeom prst="roundRect">
            <a:avLst>
              <a:gd name="adj" fmla="val 4156"/>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13" name="S04_A01_rise_61"/>
          <p:cNvSpPr/>
          <p:nvPr/>
        </p:nvSpPr>
        <p:spPr>
          <a:xfrm>
            <a:off x="4654296" y="2286000"/>
            <a:ext cx="777240" cy="777240"/>
          </a:xfrm>
          <a:prstGeom prst="ellipse">
            <a:avLst/>
          </a:prstGeom>
          <a:solidFill>
            <a:srgbClr val="EEE9FD"/>
          </a:solidFill>
          <a:ln w="9525">
            <a:solidFill>
              <a:srgbClr val="D6CCFA"/>
            </a:solidFill>
            <a:prstDash val="solid"/>
          </a:ln>
        </p:spPr>
      </p:sp>
      <p:pic>
        <p:nvPicPr>
          <p:cNvPr id="14" name="S04_A01_rise_62" descr="preencoded.png"/>
          <p:cNvPicPr>
            <a:picLocks noChangeAspect="1"/>
          </p:cNvPicPr>
          <p:nvPr/>
        </p:nvPicPr>
        <p:blipFill>
          <a:blip r:embed="rId6"/>
          <a:stretch>
            <a:fillRect/>
          </a:stretch>
        </p:blipFill>
        <p:spPr>
          <a:xfrm>
            <a:off x="4856378" y="2488082"/>
            <a:ext cx="373075" cy="373075"/>
          </a:xfrm>
          <a:prstGeom prst="rect">
            <a:avLst/>
          </a:prstGeom>
        </p:spPr>
      </p:pic>
      <p:sp>
        <p:nvSpPr>
          <p:cNvPr id="15" name="S04_A01_rise_63"/>
          <p:cNvSpPr txBox="1"/>
          <p:nvPr/>
        </p:nvSpPr>
        <p:spPr>
          <a:xfrm>
            <a:off x="4654296" y="3291840"/>
            <a:ext cx="2926080" cy="256032"/>
          </a:xfrm>
          <a:prstGeom prst="rect">
            <a:avLst/>
          </a:prstGeom>
          <a:noFill/>
          <a:ln/>
        </p:spPr>
        <p:txBody>
          <a:bodyPr wrap="square" lIns="0" tIns="0" rIns="0" bIns="0" rtlCol="0" anchor="t"/>
          <a:lstStyle/>
          <a:p>
            <a:pPr marL="0" indent="0">
              <a:buNone/>
            </a:pPr>
            <a:r>
              <a:rPr lang="en-US" sz="1000" b="1" kern="0" spc="200" dirty="0">
                <a:solidFill>
                  <a:srgbClr val="5B2FD6"/>
                </a:solidFill>
                <a:latin typeface="Segoe UI" pitchFamily="34" charset="0"/>
                <a:ea typeface="Segoe UI" pitchFamily="34" charset="-122"/>
                <a:cs typeface="Segoe UI" pitchFamily="34" charset="-120"/>
              </a:rPr>
              <a:t>UNE OPPORTUNITÉ</a:t>
            </a:r>
            <a:endParaRPr lang="en-US" sz="1000" dirty="0"/>
          </a:p>
        </p:txBody>
      </p:sp>
      <p:sp>
        <p:nvSpPr>
          <p:cNvPr id="16" name="S04_A01_rise_64"/>
          <p:cNvSpPr txBox="1"/>
          <p:nvPr/>
        </p:nvSpPr>
        <p:spPr>
          <a:xfrm>
            <a:off x="4654296" y="3584448"/>
            <a:ext cx="2926080" cy="777240"/>
          </a:xfrm>
          <a:prstGeom prst="rect">
            <a:avLst/>
          </a:prstGeom>
          <a:noFill/>
          <a:ln/>
        </p:spPr>
        <p:txBody>
          <a:bodyPr wrap="square" lIns="0" tIns="0" rIns="0" bIns="0" rtlCol="0" anchor="t"/>
          <a:lstStyle/>
          <a:p>
            <a:pPr marL="0" indent="0">
              <a:buNone/>
            </a:pPr>
            <a:r>
              <a:rPr lang="en-US" sz="1800" dirty="0">
                <a:solidFill>
                  <a:srgbClr val="17132E"/>
                </a:solidFill>
                <a:latin typeface="Segoe UI Semibold" pitchFamily="34" charset="0"/>
                <a:ea typeface="Segoe UI Semibold" pitchFamily="34" charset="-122"/>
                <a:cs typeface="Segoe UI Semibold" pitchFamily="34" charset="-120"/>
              </a:rPr>
              <a:t>Le smartphone et l’IA à portée de main</a:t>
            </a:r>
            <a:endParaRPr lang="en-US" sz="1800" dirty="0"/>
          </a:p>
        </p:txBody>
      </p:sp>
      <p:sp>
        <p:nvSpPr>
          <p:cNvPr id="17" name="S04_A01_rise_65"/>
          <p:cNvSpPr txBox="1"/>
          <p:nvPr/>
        </p:nvSpPr>
        <p:spPr>
          <a:xfrm>
            <a:off x="4654296" y="4434840"/>
            <a:ext cx="2926080" cy="1371600"/>
          </a:xfrm>
          <a:prstGeom prst="rect">
            <a:avLst/>
          </a:prstGeom>
          <a:noFill/>
          <a:ln/>
        </p:spPr>
        <p:txBody>
          <a:bodyPr wrap="square" lIns="0" tIns="0" rIns="0" bIns="0" rtlCol="0" anchor="t"/>
          <a:lstStyle/>
          <a:p>
            <a:pPr marL="0" indent="0">
              <a:lnSpc>
                <a:spcPct val="110000"/>
              </a:lnSpc>
              <a:buNone/>
            </a:pPr>
            <a:r>
              <a:rPr lang="en-US" sz="1250" dirty="0">
                <a:solidFill>
                  <a:srgbClr val="3E3A56"/>
                </a:solidFill>
                <a:latin typeface="Segoe UI" pitchFamily="34" charset="0"/>
                <a:ea typeface="Segoe UI" pitchFamily="34" charset="-122"/>
                <a:cs typeface="Segoe UI" pitchFamily="34" charset="-120"/>
              </a:rPr>
              <a:t>La généralisation du mobile, du paiement mobile et de l’intelligence artificielle ouvre la voie à une assistance plus rapide et mieux ciblée.</a:t>
            </a:r>
            <a:endParaRPr lang="en-US" sz="1250" dirty="0"/>
          </a:p>
        </p:txBody>
      </p:sp>
      <p:sp>
        <p:nvSpPr>
          <p:cNvPr id="18" name="S04_A02_rise_66"/>
          <p:cNvSpPr/>
          <p:nvPr/>
        </p:nvSpPr>
        <p:spPr>
          <a:xfrm>
            <a:off x="8119872" y="1965960"/>
            <a:ext cx="3520440" cy="4023360"/>
          </a:xfrm>
          <a:prstGeom prst="roundRect">
            <a:avLst>
              <a:gd name="adj" fmla="val 4156"/>
            </a:avLst>
          </a:prstGeom>
          <a:solidFill>
            <a:srgbClr val="F3EFFF"/>
          </a:solidFill>
          <a:ln w="12700">
            <a:solidFill>
              <a:srgbClr val="C9B8FF"/>
            </a:solidFill>
            <a:prstDash val="solid"/>
          </a:ln>
        </p:spPr>
      </p:sp>
      <p:sp>
        <p:nvSpPr>
          <p:cNvPr id="19" name="S04_A02_rise_67"/>
          <p:cNvSpPr/>
          <p:nvPr/>
        </p:nvSpPr>
        <p:spPr>
          <a:xfrm>
            <a:off x="8439912" y="2286000"/>
            <a:ext cx="777240" cy="777240"/>
          </a:xfrm>
          <a:prstGeom prst="ellipse">
            <a:avLst/>
          </a:prstGeom>
          <a:solidFill>
            <a:srgbClr val="9BE15D"/>
          </a:solidFill>
          <a:ln w="9525">
            <a:solidFill>
              <a:srgbClr val="7CC63F"/>
            </a:solidFill>
            <a:prstDash val="solid"/>
          </a:ln>
        </p:spPr>
      </p:sp>
      <p:pic>
        <p:nvPicPr>
          <p:cNvPr id="20" name="S04_A02_rise_68" descr="preencoded.png"/>
          <p:cNvPicPr>
            <a:picLocks noChangeAspect="1"/>
          </p:cNvPicPr>
          <p:nvPr/>
        </p:nvPicPr>
        <p:blipFill>
          <a:blip r:embed="rId7"/>
          <a:stretch>
            <a:fillRect/>
          </a:stretch>
        </p:blipFill>
        <p:spPr>
          <a:xfrm>
            <a:off x="8641994" y="2488082"/>
            <a:ext cx="373075" cy="373075"/>
          </a:xfrm>
          <a:prstGeom prst="rect">
            <a:avLst/>
          </a:prstGeom>
        </p:spPr>
      </p:pic>
      <p:sp>
        <p:nvSpPr>
          <p:cNvPr id="21" name="S04_A02_rise_69"/>
          <p:cNvSpPr txBox="1"/>
          <p:nvPr/>
        </p:nvSpPr>
        <p:spPr>
          <a:xfrm>
            <a:off x="8439912" y="3291840"/>
            <a:ext cx="2926080" cy="256032"/>
          </a:xfrm>
          <a:prstGeom prst="rect">
            <a:avLst/>
          </a:prstGeom>
          <a:noFill/>
          <a:ln/>
        </p:spPr>
        <p:txBody>
          <a:bodyPr wrap="square" lIns="0" tIns="0" rIns="0" bIns="0" rtlCol="0" anchor="t"/>
          <a:lstStyle/>
          <a:p>
            <a:pPr marL="0" indent="0">
              <a:buNone/>
            </a:pPr>
            <a:r>
              <a:rPr lang="en-US" sz="1000" b="1" kern="0" spc="200" dirty="0">
                <a:solidFill>
                  <a:srgbClr val="5B2FD6"/>
                </a:solidFill>
                <a:latin typeface="Segoe UI" pitchFamily="34" charset="0"/>
                <a:ea typeface="Segoe UI" pitchFamily="34" charset="-122"/>
                <a:cs typeface="Segoe UI" pitchFamily="34" charset="-120"/>
              </a:rPr>
              <a:t>NOTRE RÉPONSE</a:t>
            </a:r>
            <a:endParaRPr lang="en-US" sz="1000" dirty="0"/>
          </a:p>
        </p:txBody>
      </p:sp>
      <p:sp>
        <p:nvSpPr>
          <p:cNvPr id="22" name="S04_A02_rise_70"/>
          <p:cNvSpPr txBox="1"/>
          <p:nvPr/>
        </p:nvSpPr>
        <p:spPr>
          <a:xfrm>
            <a:off x="8439912" y="3584448"/>
            <a:ext cx="2926080" cy="777240"/>
          </a:xfrm>
          <a:prstGeom prst="rect">
            <a:avLst/>
          </a:prstGeom>
          <a:noFill/>
          <a:ln/>
        </p:spPr>
        <p:txBody>
          <a:bodyPr wrap="square" lIns="0" tIns="0" rIns="0" bIns="0" rtlCol="0" anchor="t"/>
          <a:lstStyle/>
          <a:p>
            <a:pPr marL="0" indent="0">
              <a:buNone/>
            </a:pPr>
            <a:r>
              <a:rPr lang="en-US" sz="1800" dirty="0">
                <a:solidFill>
                  <a:srgbClr val="17132E"/>
                </a:solidFill>
                <a:latin typeface="Segoe UI Semibold" pitchFamily="34" charset="0"/>
                <a:ea typeface="Segoe UI Semibold" pitchFamily="34" charset="-122"/>
                <a:cs typeface="Segoe UI Semibold" pitchFamily="34" charset="-120"/>
              </a:rPr>
              <a:t>Une plateforme qui guide et connecte</a:t>
            </a:r>
            <a:endParaRPr lang="en-US" sz="1800" dirty="0"/>
          </a:p>
        </p:txBody>
      </p:sp>
      <p:sp>
        <p:nvSpPr>
          <p:cNvPr id="23" name="S04_A02_rise_71"/>
          <p:cNvSpPr txBox="1"/>
          <p:nvPr/>
        </p:nvSpPr>
        <p:spPr>
          <a:xfrm>
            <a:off x="8439912" y="4434840"/>
            <a:ext cx="2926080" cy="1371600"/>
          </a:xfrm>
          <a:prstGeom prst="rect">
            <a:avLst/>
          </a:prstGeom>
          <a:noFill/>
          <a:ln/>
        </p:spPr>
        <p:txBody>
          <a:bodyPr wrap="square" lIns="0" tIns="0" rIns="0" bIns="0" rtlCol="0" anchor="t"/>
          <a:lstStyle/>
          <a:p>
            <a:pPr marL="0" indent="0">
              <a:lnSpc>
                <a:spcPct val="110000"/>
              </a:lnSpc>
              <a:buNone/>
            </a:pPr>
            <a:r>
              <a:rPr lang="en-US" sz="1250" dirty="0">
                <a:solidFill>
                  <a:srgbClr val="3E3A56"/>
                </a:solidFill>
                <a:latin typeface="Segoe UI" pitchFamily="34" charset="0"/>
                <a:ea typeface="Segoe UI" pitchFamily="34" charset="-122"/>
                <a:cs typeface="Segoe UI" pitchFamily="34" charset="-120"/>
              </a:rPr>
              <a:t>Pré-diagnostiquer la panne grâce à l’IA, puis mettre le client en relation avec le technicien qualifié le plus proche.</a:t>
            </a:r>
            <a:endParaRPr lang="en-US" sz="1250" dirty="0"/>
          </a:p>
        </p:txBody>
      </p:sp>
      <p:sp>
        <p:nvSpPr>
          <p:cNvPr id="24" name="!!NavPill"/>
          <p:cNvSpPr/>
          <p:nvPr/>
        </p:nvSpPr>
        <p:spPr>
          <a:xfrm>
            <a:off x="548640" y="6382512"/>
            <a:ext cx="1097280" cy="274320"/>
          </a:xfrm>
          <a:prstGeom prst="roundRect">
            <a:avLst>
              <a:gd name="adj" fmla="val 50000"/>
            </a:avLst>
          </a:prstGeom>
          <a:solidFill>
            <a:srgbClr val="5B2FD6"/>
          </a:solidFill>
          <a:ln w="9525">
            <a:solidFill>
              <a:srgbClr val="7C5CFF"/>
            </a:solidFill>
            <a:prstDash val="solid"/>
          </a:ln>
        </p:spPr>
      </p:sp>
      <p:sp>
        <p:nvSpPr>
          <p:cNvPr id="25" name="Text 19"/>
          <p:cNvSpPr txBox="1"/>
          <p:nvPr/>
        </p:nvSpPr>
        <p:spPr>
          <a:xfrm>
            <a:off x="548640" y="6382512"/>
            <a:ext cx="10972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Segoe UI" pitchFamily="34" charset="0"/>
                <a:ea typeface="Segoe UI" pitchFamily="34" charset="-122"/>
                <a:cs typeface="Segoe UI" pitchFamily="34" charset="-120"/>
              </a:rPr>
              <a:t>Introduction</a:t>
            </a:r>
            <a:endParaRPr lang="en-US" sz="900" dirty="0"/>
          </a:p>
        </p:txBody>
      </p:sp>
      <p:sp>
        <p:nvSpPr>
          <p:cNvPr id="26" name="Text 20"/>
          <p:cNvSpPr txBox="1"/>
          <p:nvPr/>
        </p:nvSpPr>
        <p:spPr>
          <a:xfrm>
            <a:off x="1719072"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Entreprise</a:t>
            </a:r>
            <a:endParaRPr lang="en-US" sz="900" dirty="0"/>
          </a:p>
        </p:txBody>
      </p:sp>
      <p:sp>
        <p:nvSpPr>
          <p:cNvPr id="27" name="Text 21"/>
          <p:cNvSpPr txBox="1"/>
          <p:nvPr/>
        </p:nvSpPr>
        <p:spPr>
          <a:xfrm>
            <a:off x="2889504"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Contexte</a:t>
            </a:r>
            <a:endParaRPr lang="en-US" sz="900" dirty="0"/>
          </a:p>
        </p:txBody>
      </p:sp>
      <p:sp>
        <p:nvSpPr>
          <p:cNvPr id="28" name="Text 22"/>
          <p:cNvSpPr txBox="1"/>
          <p:nvPr/>
        </p:nvSpPr>
        <p:spPr>
          <a:xfrm>
            <a:off x="4059936"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Méthodologie</a:t>
            </a:r>
            <a:endParaRPr lang="en-US" sz="900" dirty="0"/>
          </a:p>
        </p:txBody>
      </p:sp>
      <p:sp>
        <p:nvSpPr>
          <p:cNvPr id="29" name="Text 23"/>
          <p:cNvSpPr txBox="1"/>
          <p:nvPr/>
        </p:nvSpPr>
        <p:spPr>
          <a:xfrm>
            <a:off x="5230368"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Résultats</a:t>
            </a:r>
            <a:endParaRPr lang="en-US" sz="900" dirty="0"/>
          </a:p>
        </p:txBody>
      </p:sp>
      <p:sp>
        <p:nvSpPr>
          <p:cNvPr id="30" name="Text 24"/>
          <p:cNvSpPr txBox="1"/>
          <p:nvPr/>
        </p:nvSpPr>
        <p:spPr>
          <a:xfrm>
            <a:off x="640080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Conclusion</a:t>
            </a:r>
            <a:endParaRPr lang="en-US" sz="900" dirty="0"/>
          </a:p>
        </p:txBody>
      </p:sp>
      <p:sp>
        <p:nvSpPr>
          <p:cNvPr id="31" name="Text 25"/>
          <p:cNvSpPr txBox="1"/>
          <p:nvPr/>
        </p:nvSpPr>
        <p:spPr>
          <a:xfrm>
            <a:off x="8412480" y="6382512"/>
            <a:ext cx="3227832" cy="274320"/>
          </a:xfrm>
          <a:prstGeom prst="rect">
            <a:avLst/>
          </a:prstGeom>
          <a:noFill/>
          <a:ln/>
        </p:spPr>
        <p:txBody>
          <a:bodyPr wrap="square" lIns="0" tIns="0" rIns="0" bIns="0" rtlCol="0" anchor="ctr"/>
          <a:lstStyle/>
          <a:p>
            <a:pPr marL="0" indent="0" algn="r">
              <a:buNone/>
            </a:pPr>
            <a:r>
              <a:rPr lang="en-US" sz="900" dirty="0">
                <a:solidFill>
                  <a:srgbClr val="6E6A85"/>
                </a:solidFill>
                <a:latin typeface="Segoe UI" pitchFamily="34" charset="0"/>
                <a:ea typeface="Segoe UI" pitchFamily="34" charset="-122"/>
                <a:cs typeface="Segoe UI" pitchFamily="34" charset="-120"/>
              </a:rPr>
              <a:t>FEUNOU FOSSO Otniel</a:t>
            </a:r>
            <a:r>
              <a:rPr lang="en-US" sz="900" b="1" dirty="0">
                <a:solidFill>
                  <a:srgbClr val="5B2FD6"/>
                </a:solidFill>
                <a:latin typeface="Segoe UI" pitchFamily="34" charset="0"/>
                <a:ea typeface="Segoe UI" pitchFamily="34" charset="-122"/>
                <a:cs typeface="Segoe UI" pitchFamily="34" charset="-120"/>
              </a:rPr>
              <a:t>   04</a:t>
            </a:r>
            <a:endParaRPr lang="en-US" sz="900" dirty="0"/>
          </a:p>
        </p:txBody>
      </p:sp>
      <mc:AlternateContent xmlns:mc="http://schemas.openxmlformats.org/markup-compatibility/2006">
        <mc:Choice xmlns:am3d="http://schemas.microsoft.com/office/drawing/2017/model3d" Requires="am3d">
          <p:graphicFrame>
            <p:nvGraphicFramePr>
              <p:cNvPr id="32" name="!!GearBig" descr="Engrenage 3D animé">
                <a:extLst>
                  <a:ext uri="{FF2B5EF4-FFF2-40B4-BE49-F238E27FC236}">
                    <a16:creationId xmlns:a16="http://schemas.microsoft.com/office/drawing/2014/main" id="{935748D8-F4AE-4843-B8C1-A4F86FA2BE8A}"/>
                  </a:ext>
                </a:extLst>
              </p:cNvPr>
              <p:cNvGraphicFramePr>
                <a:graphicFrameLocks/>
              </p:cNvGraphicFramePr>
              <p:nvPr>
                <p:extLst>
                  <p:ext uri="{D42A27DB-BD31-4B8C-83A1-F6EECF244321}">
                    <p14:modId xmlns:p14="http://schemas.microsoft.com/office/powerpoint/2010/main" val="3852176314"/>
                  </p:ext>
                </p:extLst>
              </p:nvPr>
            </p:nvGraphicFramePr>
            <p:xfrm>
              <a:off x="10195560" y="320040"/>
              <a:ext cx="1097280" cy="1097280"/>
            </p:xfrm>
            <a:graphic>
              <a:graphicData uri="http://schemas.microsoft.com/office/drawing/2017/model3d">
                <am3d:model3d r:embed="rId8" r:link="rId9">
                  <am3d:spPr>
                    <a:xfrm>
                      <a:off x="0" y="0"/>
                      <a:ext cx="1097280" cy="1097280"/>
                    </a:xfrm>
                    <a:prstGeom prst="rect">
                      <a:avLst/>
                    </a:prstGeom>
                  </am3d:spPr>
                  <am3d:camera>
                    <am3d:pos x="0" y="158400000" z="158400000"/>
                    <am3d:up dx="0" dy="36000000" dz="0"/>
                    <am3d:lookAt x="0" y="0" z="0"/>
                    <am3d:perspective fov="660000"/>
                  </am3d:camera>
                  <am3d:trans>
                    <am3d:meterPerModelUnit n="404766" d="1000000"/>
                    <am3d:preTrans dx="0" dy="0" dz="0"/>
                    <am3d:scale>
                      <am3d:sx n="1000000" d="1000000"/>
                      <am3d:sy n="1000000" d="1000000"/>
                      <am3d:sz n="1000000" d="1000000"/>
                    </am3d:scale>
                    <am3d:rot ay="2400000"/>
                    <am3d:postTrans dx="0" dy="0" dz="0"/>
                  </am3d:trans>
                  <am3d:raster rName="Office3DRenderer" rVer="16.0.8326">
                    <am3d:blip r:embed="rId10"/>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2" name="!!GearBig" descr="Engrenage 3D animé">
                <a:extLst>
                  <a:ext uri="{FF2B5EF4-FFF2-40B4-BE49-F238E27FC236}">
                    <a16:creationId xmlns:a16="http://schemas.microsoft.com/office/drawing/2014/main" id="{935748D8-F4AE-4843-B8C1-A4F86FA2BE8A}"/>
                  </a:ext>
                </a:extLst>
              </p:cNvPr>
              <p:cNvPicPr>
                <a:picLocks noGrp="1" noRot="1" noChangeAspect="1" noMove="1" noResize="1" noEditPoints="1" noAdjustHandles="1" noChangeArrowheads="1" noChangeShapeType="1" noCrop="1"/>
              </p:cNvPicPr>
              <p:nvPr/>
            </p:nvPicPr>
            <p:blipFill>
              <a:blip r:embed="rId10"/>
              <a:stretch>
                <a:fillRect/>
              </a:stretch>
            </p:blipFill>
            <p:spPr>
              <a:xfrm>
                <a:off x="10195560" y="320040"/>
                <a:ext cx="1097280" cy="109728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33" name="!!GearSmall" descr="Engrenage 3D animé">
                <a:extLst>
                  <a:ext uri="{FF2B5EF4-FFF2-40B4-BE49-F238E27FC236}">
                    <a16:creationId xmlns:a16="http://schemas.microsoft.com/office/drawing/2014/main" id="{5E5B577D-40B8-4BA6-BFCD-0EF967149D61}"/>
                  </a:ext>
                </a:extLst>
              </p:cNvPr>
              <p:cNvGraphicFramePr>
                <a:graphicFrameLocks/>
              </p:cNvGraphicFramePr>
              <p:nvPr>
                <p:extLst>
                  <p:ext uri="{D42A27DB-BD31-4B8C-83A1-F6EECF244321}">
                    <p14:modId xmlns:p14="http://schemas.microsoft.com/office/powerpoint/2010/main" val="4249477659"/>
                  </p:ext>
                </p:extLst>
              </p:nvPr>
            </p:nvGraphicFramePr>
            <p:xfrm>
              <a:off x="11150194" y="742493"/>
              <a:ext cx="779069" cy="779069"/>
            </p:xfrm>
            <a:graphic>
              <a:graphicData uri="http://schemas.microsoft.com/office/drawing/2017/model3d">
                <am3d:model3d r:embed="rId11" r:link="rId12">
                  <am3d:spPr>
                    <a:xfrm>
                      <a:off x="0" y="0"/>
                      <a:ext cx="779069" cy="779069"/>
                    </a:xfrm>
                    <a:prstGeom prst="rect">
                      <a:avLst/>
                    </a:prstGeom>
                  </am3d:spPr>
                  <am3d:camera>
                    <am3d:pos x="0" y="158400000" z="158400000"/>
                    <am3d:up dx="0" dy="36000000" dz="0"/>
                    <am3d:lookAt x="0" y="0" z="0"/>
                    <am3d:perspective fov="660000"/>
                  </am3d:camera>
                  <am3d:trans>
                    <am3d:meterPerModelUnit n="573084" d="1000000"/>
                    <am3d:preTrans dx="0" dy="0" dz="0"/>
                    <am3d:scale>
                      <am3d:sx n="1000000" d="1000000"/>
                      <am3d:sy n="1000000" d="1000000"/>
                      <am3d:sz n="1000000" d="1000000"/>
                    </am3d:scale>
                    <am3d:rot ay="7200000"/>
                    <am3d:postTrans dx="0" dy="0" dz="0"/>
                  </am3d:trans>
                  <am3d:raster rName="Office3DRenderer" rVer="16.0.8326">
                    <am3d:blip r:embed="rId13"/>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3" name="!!GearSmall" descr="Engrenage 3D animé">
                <a:extLst>
                  <a:ext uri="{FF2B5EF4-FFF2-40B4-BE49-F238E27FC236}">
                    <a16:creationId xmlns:a16="http://schemas.microsoft.com/office/drawing/2014/main" id="{5E5B577D-40B8-4BA6-BFCD-0EF967149D61}"/>
                  </a:ext>
                </a:extLst>
              </p:cNvPr>
              <p:cNvPicPr>
                <a:picLocks noGrp="1" noRot="1" noChangeAspect="1" noMove="1" noResize="1" noEditPoints="1" noAdjustHandles="1" noChangeArrowheads="1" noChangeShapeType="1" noCrop="1"/>
              </p:cNvPicPr>
              <p:nvPr/>
            </p:nvPicPr>
            <p:blipFill>
              <a:blip r:embed="rId13"/>
              <a:stretch>
                <a:fillRect/>
              </a:stretch>
            </p:blipFill>
            <p:spPr>
              <a:xfrm>
                <a:off x="11150194" y="742493"/>
                <a:ext cx="779069" cy="779069"/>
              </a:xfrm>
              <a:prstGeom prst="rect">
                <a:avLst/>
              </a:prstGeom>
            </p:spPr>
          </p:pic>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mph" presetSubtype="128" repeatCount="indefinite" fill="hold" nodeType="withEffect">
                                  <p:stCondLst>
                                    <p:cond delay="0"/>
                                  </p:stCondLst>
                                  <p:childTnLst>
                                    <p:animRot by="21600000">
                                      <p:cBhvr>
                                        <p:cTn id="6" dur="16000" fill="hold"/>
                                        <p:tgtEl>
                                          <p:spTgt spid="32"/>
                                        </p:tgtEl>
                                        <p:attrNameLst>
                                          <p:attrName>3d.view.rotation.y</p:attrName>
                                        </p:attrNameLst>
                                      </p:cBhvr>
                                    </p:animRot>
                                  </p:childTnLst>
                                </p:cTn>
                              </p:par>
                              <p:par>
                                <p:cTn id="7" presetID="37" presetClass="emph" presetSubtype="128" repeatCount="indefinite" fill="hold" nodeType="withEffect">
                                  <p:stCondLst>
                                    <p:cond delay="0"/>
                                  </p:stCondLst>
                                  <p:childTnLst>
                                    <p:animRot by="-21600000">
                                      <p:cBhvr>
                                        <p:cTn id="8" dur="10667" fill="hold"/>
                                        <p:tgtEl>
                                          <p:spTgt spid="33"/>
                                        </p:tgtEl>
                                        <p:attrNameLst>
                                          <p:attrName>3d.view.rotation.y</p:attrName>
                                        </p:attrNameLst>
                                      </p:cBhvr>
                                    </p:animRot>
                                  </p:childTnLst>
                                </p:cTn>
                              </p:par>
                              <p:par>
                                <p:cTn id="9" presetID="42" presetClass="entr" presetSubtype="0" fill="hold" nodeType="withEffect">
                                  <p:stCondLst>
                                    <p:cond delay="35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50"/>
                                        <p:tgtEl>
                                          <p:spTgt spid="6"/>
                                        </p:tgtEl>
                                      </p:cBhvr>
                                    </p:animEffect>
                                    <p:anim calcmode="lin" valueType="num">
                                      <p:cBhvr>
                                        <p:cTn id="12" dur="550" fill="hold"/>
                                        <p:tgtEl>
                                          <p:spTgt spid="6"/>
                                        </p:tgtEl>
                                        <p:attrNameLst>
                                          <p:attrName>ppt_x</p:attrName>
                                        </p:attrNameLst>
                                      </p:cBhvr>
                                      <p:tavLst>
                                        <p:tav tm="0">
                                          <p:val>
                                            <p:strVal val="#ppt_x"/>
                                          </p:val>
                                        </p:tav>
                                        <p:tav tm="100000">
                                          <p:val>
                                            <p:strVal val="#ppt_x"/>
                                          </p:val>
                                        </p:tav>
                                      </p:tavLst>
                                    </p:anim>
                                    <p:anim calcmode="lin" valueType="num">
                                      <p:cBhvr>
                                        <p:cTn id="13" dur="550" fill="hold"/>
                                        <p:tgtEl>
                                          <p:spTgt spid="6"/>
                                        </p:tgtEl>
                                        <p:attrNameLst>
                                          <p:attrName>ppt_y</p:attrName>
                                        </p:attrNameLst>
                                      </p:cBhvr>
                                      <p:tavLst>
                                        <p:tav tm="0">
                                          <p:val>
                                            <p:strVal val="#ppt_y+.1"/>
                                          </p:val>
                                        </p:tav>
                                        <p:tav tm="100000">
                                          <p:val>
                                            <p:strVal val="#ppt_y"/>
                                          </p:val>
                                        </p:tav>
                                      </p:tavLst>
                                    </p:anim>
                                  </p:childTnLst>
                                </p:cTn>
                              </p:par>
                              <p:par>
                                <p:cTn id="14" presetID="42" presetClass="entr" presetSubtype="0" fill="hold" nodeType="withEffect">
                                  <p:stCondLst>
                                    <p:cond delay="35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50"/>
                                        <p:tgtEl>
                                          <p:spTgt spid="7"/>
                                        </p:tgtEl>
                                      </p:cBhvr>
                                    </p:animEffect>
                                    <p:anim calcmode="lin" valueType="num">
                                      <p:cBhvr>
                                        <p:cTn id="17" dur="550" fill="hold"/>
                                        <p:tgtEl>
                                          <p:spTgt spid="7"/>
                                        </p:tgtEl>
                                        <p:attrNameLst>
                                          <p:attrName>ppt_x</p:attrName>
                                        </p:attrNameLst>
                                      </p:cBhvr>
                                      <p:tavLst>
                                        <p:tav tm="0">
                                          <p:val>
                                            <p:strVal val="#ppt_x"/>
                                          </p:val>
                                        </p:tav>
                                        <p:tav tm="100000">
                                          <p:val>
                                            <p:strVal val="#ppt_x"/>
                                          </p:val>
                                        </p:tav>
                                      </p:tavLst>
                                    </p:anim>
                                    <p:anim calcmode="lin" valueType="num">
                                      <p:cBhvr>
                                        <p:cTn id="18" dur="550" fill="hold"/>
                                        <p:tgtEl>
                                          <p:spTgt spid="7"/>
                                        </p:tgtEl>
                                        <p:attrNameLst>
                                          <p:attrName>ppt_y</p:attrName>
                                        </p:attrNameLst>
                                      </p:cBhvr>
                                      <p:tavLst>
                                        <p:tav tm="0">
                                          <p:val>
                                            <p:strVal val="#ppt_y+.1"/>
                                          </p:val>
                                        </p:tav>
                                        <p:tav tm="100000">
                                          <p:val>
                                            <p:strVal val="#ppt_y"/>
                                          </p:val>
                                        </p:tav>
                                      </p:tavLst>
                                    </p:anim>
                                  </p:childTnLst>
                                </p:cTn>
                              </p:par>
                              <p:par>
                                <p:cTn id="19" presetID="42" presetClass="entr" presetSubtype="0" fill="hold" nodeType="withEffect">
                                  <p:stCondLst>
                                    <p:cond delay="35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50"/>
                                        <p:tgtEl>
                                          <p:spTgt spid="8"/>
                                        </p:tgtEl>
                                      </p:cBhvr>
                                    </p:animEffect>
                                    <p:anim calcmode="lin" valueType="num">
                                      <p:cBhvr>
                                        <p:cTn id="22" dur="550" fill="hold"/>
                                        <p:tgtEl>
                                          <p:spTgt spid="8"/>
                                        </p:tgtEl>
                                        <p:attrNameLst>
                                          <p:attrName>ppt_x</p:attrName>
                                        </p:attrNameLst>
                                      </p:cBhvr>
                                      <p:tavLst>
                                        <p:tav tm="0">
                                          <p:val>
                                            <p:strVal val="#ppt_x"/>
                                          </p:val>
                                        </p:tav>
                                        <p:tav tm="100000">
                                          <p:val>
                                            <p:strVal val="#ppt_x"/>
                                          </p:val>
                                        </p:tav>
                                      </p:tavLst>
                                    </p:anim>
                                    <p:anim calcmode="lin" valueType="num">
                                      <p:cBhvr>
                                        <p:cTn id="23" dur="550" fill="hold"/>
                                        <p:tgtEl>
                                          <p:spTgt spid="8"/>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35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50"/>
                                        <p:tgtEl>
                                          <p:spTgt spid="9"/>
                                        </p:tgtEl>
                                      </p:cBhvr>
                                    </p:animEffect>
                                    <p:anim calcmode="lin" valueType="num">
                                      <p:cBhvr>
                                        <p:cTn id="27" dur="550" fill="hold"/>
                                        <p:tgtEl>
                                          <p:spTgt spid="9"/>
                                        </p:tgtEl>
                                        <p:attrNameLst>
                                          <p:attrName>ppt_x</p:attrName>
                                        </p:attrNameLst>
                                      </p:cBhvr>
                                      <p:tavLst>
                                        <p:tav tm="0">
                                          <p:val>
                                            <p:strVal val="#ppt_x"/>
                                          </p:val>
                                        </p:tav>
                                        <p:tav tm="100000">
                                          <p:val>
                                            <p:strVal val="#ppt_x"/>
                                          </p:val>
                                        </p:tav>
                                      </p:tavLst>
                                    </p:anim>
                                    <p:anim calcmode="lin" valueType="num">
                                      <p:cBhvr>
                                        <p:cTn id="28" dur="550" fill="hold"/>
                                        <p:tgtEl>
                                          <p:spTgt spid="9"/>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35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50"/>
                                        <p:tgtEl>
                                          <p:spTgt spid="10"/>
                                        </p:tgtEl>
                                      </p:cBhvr>
                                    </p:animEffect>
                                    <p:anim calcmode="lin" valueType="num">
                                      <p:cBhvr>
                                        <p:cTn id="32" dur="550" fill="hold"/>
                                        <p:tgtEl>
                                          <p:spTgt spid="10"/>
                                        </p:tgtEl>
                                        <p:attrNameLst>
                                          <p:attrName>ppt_x</p:attrName>
                                        </p:attrNameLst>
                                      </p:cBhvr>
                                      <p:tavLst>
                                        <p:tav tm="0">
                                          <p:val>
                                            <p:strVal val="#ppt_x"/>
                                          </p:val>
                                        </p:tav>
                                        <p:tav tm="100000">
                                          <p:val>
                                            <p:strVal val="#ppt_x"/>
                                          </p:val>
                                        </p:tav>
                                      </p:tavLst>
                                    </p:anim>
                                    <p:anim calcmode="lin" valueType="num">
                                      <p:cBhvr>
                                        <p:cTn id="33" dur="550" fill="hold"/>
                                        <p:tgtEl>
                                          <p:spTgt spid="10"/>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35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550"/>
                                        <p:tgtEl>
                                          <p:spTgt spid="11"/>
                                        </p:tgtEl>
                                      </p:cBhvr>
                                    </p:animEffect>
                                    <p:anim calcmode="lin" valueType="num">
                                      <p:cBhvr>
                                        <p:cTn id="37" dur="550" fill="hold"/>
                                        <p:tgtEl>
                                          <p:spTgt spid="11"/>
                                        </p:tgtEl>
                                        <p:attrNameLst>
                                          <p:attrName>ppt_x</p:attrName>
                                        </p:attrNameLst>
                                      </p:cBhvr>
                                      <p:tavLst>
                                        <p:tav tm="0">
                                          <p:val>
                                            <p:strVal val="#ppt_x"/>
                                          </p:val>
                                        </p:tav>
                                        <p:tav tm="100000">
                                          <p:val>
                                            <p:strVal val="#ppt_x"/>
                                          </p:val>
                                        </p:tav>
                                      </p:tavLst>
                                    </p:anim>
                                    <p:anim calcmode="lin" valueType="num">
                                      <p:cBhvr>
                                        <p:cTn id="38" dur="550" fill="hold"/>
                                        <p:tgtEl>
                                          <p:spTgt spid="11"/>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51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550"/>
                                        <p:tgtEl>
                                          <p:spTgt spid="12"/>
                                        </p:tgtEl>
                                      </p:cBhvr>
                                    </p:animEffect>
                                    <p:anim calcmode="lin" valueType="num">
                                      <p:cBhvr>
                                        <p:cTn id="42" dur="550" fill="hold"/>
                                        <p:tgtEl>
                                          <p:spTgt spid="12"/>
                                        </p:tgtEl>
                                        <p:attrNameLst>
                                          <p:attrName>ppt_x</p:attrName>
                                        </p:attrNameLst>
                                      </p:cBhvr>
                                      <p:tavLst>
                                        <p:tav tm="0">
                                          <p:val>
                                            <p:strVal val="#ppt_x"/>
                                          </p:val>
                                        </p:tav>
                                        <p:tav tm="100000">
                                          <p:val>
                                            <p:strVal val="#ppt_x"/>
                                          </p:val>
                                        </p:tav>
                                      </p:tavLst>
                                    </p:anim>
                                    <p:anim calcmode="lin" valueType="num">
                                      <p:cBhvr>
                                        <p:cTn id="43" dur="550" fill="hold"/>
                                        <p:tgtEl>
                                          <p:spTgt spid="12"/>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51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50"/>
                                        <p:tgtEl>
                                          <p:spTgt spid="13"/>
                                        </p:tgtEl>
                                      </p:cBhvr>
                                    </p:animEffect>
                                    <p:anim calcmode="lin" valueType="num">
                                      <p:cBhvr>
                                        <p:cTn id="47" dur="550" fill="hold"/>
                                        <p:tgtEl>
                                          <p:spTgt spid="13"/>
                                        </p:tgtEl>
                                        <p:attrNameLst>
                                          <p:attrName>ppt_x</p:attrName>
                                        </p:attrNameLst>
                                      </p:cBhvr>
                                      <p:tavLst>
                                        <p:tav tm="0">
                                          <p:val>
                                            <p:strVal val="#ppt_x"/>
                                          </p:val>
                                        </p:tav>
                                        <p:tav tm="100000">
                                          <p:val>
                                            <p:strVal val="#ppt_x"/>
                                          </p:val>
                                        </p:tav>
                                      </p:tavLst>
                                    </p:anim>
                                    <p:anim calcmode="lin" valueType="num">
                                      <p:cBhvr>
                                        <p:cTn id="48" dur="550" fill="hold"/>
                                        <p:tgtEl>
                                          <p:spTgt spid="13"/>
                                        </p:tgtEl>
                                        <p:attrNameLst>
                                          <p:attrName>ppt_y</p:attrName>
                                        </p:attrNameLst>
                                      </p:cBhvr>
                                      <p:tavLst>
                                        <p:tav tm="0">
                                          <p:val>
                                            <p:strVal val="#ppt_y+.1"/>
                                          </p:val>
                                        </p:tav>
                                        <p:tav tm="100000">
                                          <p:val>
                                            <p:strVal val="#ppt_y"/>
                                          </p:val>
                                        </p:tav>
                                      </p:tavLst>
                                    </p:anim>
                                  </p:childTnLst>
                                </p:cTn>
                              </p:par>
                              <p:par>
                                <p:cTn id="49" presetID="42" presetClass="entr" presetSubtype="0" fill="hold" nodeType="withEffect">
                                  <p:stCondLst>
                                    <p:cond delay="51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550"/>
                                        <p:tgtEl>
                                          <p:spTgt spid="14"/>
                                        </p:tgtEl>
                                      </p:cBhvr>
                                    </p:animEffect>
                                    <p:anim calcmode="lin" valueType="num">
                                      <p:cBhvr>
                                        <p:cTn id="52" dur="550" fill="hold"/>
                                        <p:tgtEl>
                                          <p:spTgt spid="14"/>
                                        </p:tgtEl>
                                        <p:attrNameLst>
                                          <p:attrName>ppt_x</p:attrName>
                                        </p:attrNameLst>
                                      </p:cBhvr>
                                      <p:tavLst>
                                        <p:tav tm="0">
                                          <p:val>
                                            <p:strVal val="#ppt_x"/>
                                          </p:val>
                                        </p:tav>
                                        <p:tav tm="100000">
                                          <p:val>
                                            <p:strVal val="#ppt_x"/>
                                          </p:val>
                                        </p:tav>
                                      </p:tavLst>
                                    </p:anim>
                                    <p:anim calcmode="lin" valueType="num">
                                      <p:cBhvr>
                                        <p:cTn id="53" dur="550" fill="hold"/>
                                        <p:tgtEl>
                                          <p:spTgt spid="14"/>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51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550"/>
                                        <p:tgtEl>
                                          <p:spTgt spid="15"/>
                                        </p:tgtEl>
                                      </p:cBhvr>
                                    </p:animEffect>
                                    <p:anim calcmode="lin" valueType="num">
                                      <p:cBhvr>
                                        <p:cTn id="57" dur="550" fill="hold"/>
                                        <p:tgtEl>
                                          <p:spTgt spid="15"/>
                                        </p:tgtEl>
                                        <p:attrNameLst>
                                          <p:attrName>ppt_x</p:attrName>
                                        </p:attrNameLst>
                                      </p:cBhvr>
                                      <p:tavLst>
                                        <p:tav tm="0">
                                          <p:val>
                                            <p:strVal val="#ppt_x"/>
                                          </p:val>
                                        </p:tav>
                                        <p:tav tm="100000">
                                          <p:val>
                                            <p:strVal val="#ppt_x"/>
                                          </p:val>
                                        </p:tav>
                                      </p:tavLst>
                                    </p:anim>
                                    <p:anim calcmode="lin" valueType="num">
                                      <p:cBhvr>
                                        <p:cTn id="58" dur="550" fill="hold"/>
                                        <p:tgtEl>
                                          <p:spTgt spid="15"/>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510"/>
                                  </p:stCondLst>
                                  <p:childTnLst>
                                    <p:set>
                                      <p:cBhvr>
                                        <p:cTn id="60" dur="1" fill="hold">
                                          <p:stCondLst>
                                            <p:cond delay="0"/>
                                          </p:stCondLst>
                                        </p:cTn>
                                        <p:tgtEl>
                                          <p:spTgt spid="16"/>
                                        </p:tgtEl>
                                        <p:attrNameLst>
                                          <p:attrName>style.visibility</p:attrName>
                                        </p:attrNameLst>
                                      </p:cBhvr>
                                      <p:to>
                                        <p:strVal val="visible"/>
                                      </p:to>
                                    </p:set>
                                    <p:animEffect transition="in" filter="fade">
                                      <p:cBhvr>
                                        <p:cTn id="61" dur="550"/>
                                        <p:tgtEl>
                                          <p:spTgt spid="16"/>
                                        </p:tgtEl>
                                      </p:cBhvr>
                                    </p:animEffect>
                                    <p:anim calcmode="lin" valueType="num">
                                      <p:cBhvr>
                                        <p:cTn id="62" dur="550" fill="hold"/>
                                        <p:tgtEl>
                                          <p:spTgt spid="16"/>
                                        </p:tgtEl>
                                        <p:attrNameLst>
                                          <p:attrName>ppt_x</p:attrName>
                                        </p:attrNameLst>
                                      </p:cBhvr>
                                      <p:tavLst>
                                        <p:tav tm="0">
                                          <p:val>
                                            <p:strVal val="#ppt_x"/>
                                          </p:val>
                                        </p:tav>
                                        <p:tav tm="100000">
                                          <p:val>
                                            <p:strVal val="#ppt_x"/>
                                          </p:val>
                                        </p:tav>
                                      </p:tavLst>
                                    </p:anim>
                                    <p:anim calcmode="lin" valueType="num">
                                      <p:cBhvr>
                                        <p:cTn id="63" dur="550" fill="hold"/>
                                        <p:tgtEl>
                                          <p:spTgt spid="16"/>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51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550"/>
                                        <p:tgtEl>
                                          <p:spTgt spid="17"/>
                                        </p:tgtEl>
                                      </p:cBhvr>
                                    </p:animEffect>
                                    <p:anim calcmode="lin" valueType="num">
                                      <p:cBhvr>
                                        <p:cTn id="67" dur="550" fill="hold"/>
                                        <p:tgtEl>
                                          <p:spTgt spid="17"/>
                                        </p:tgtEl>
                                        <p:attrNameLst>
                                          <p:attrName>ppt_x</p:attrName>
                                        </p:attrNameLst>
                                      </p:cBhvr>
                                      <p:tavLst>
                                        <p:tav tm="0">
                                          <p:val>
                                            <p:strVal val="#ppt_x"/>
                                          </p:val>
                                        </p:tav>
                                        <p:tav tm="100000">
                                          <p:val>
                                            <p:strVal val="#ppt_x"/>
                                          </p:val>
                                        </p:tav>
                                      </p:tavLst>
                                    </p:anim>
                                    <p:anim calcmode="lin" valueType="num">
                                      <p:cBhvr>
                                        <p:cTn id="68" dur="550" fill="hold"/>
                                        <p:tgtEl>
                                          <p:spTgt spid="17"/>
                                        </p:tgtEl>
                                        <p:attrNameLst>
                                          <p:attrName>ppt_y</p:attrName>
                                        </p:attrNameLst>
                                      </p:cBhvr>
                                      <p:tavLst>
                                        <p:tav tm="0">
                                          <p:val>
                                            <p:strVal val="#ppt_y+.1"/>
                                          </p:val>
                                        </p:tav>
                                        <p:tav tm="100000">
                                          <p:val>
                                            <p:strVal val="#ppt_y"/>
                                          </p:val>
                                        </p:tav>
                                      </p:tavLst>
                                    </p:anim>
                                  </p:childTnLst>
                                </p:cTn>
                              </p:par>
                              <p:par>
                                <p:cTn id="69" presetID="42" presetClass="entr" presetSubtype="0" fill="hold" nodeType="withEffect">
                                  <p:stCondLst>
                                    <p:cond delay="670"/>
                                  </p:stCondLst>
                                  <p:childTnLst>
                                    <p:set>
                                      <p:cBhvr>
                                        <p:cTn id="70" dur="1" fill="hold">
                                          <p:stCondLst>
                                            <p:cond delay="0"/>
                                          </p:stCondLst>
                                        </p:cTn>
                                        <p:tgtEl>
                                          <p:spTgt spid="18"/>
                                        </p:tgtEl>
                                        <p:attrNameLst>
                                          <p:attrName>style.visibility</p:attrName>
                                        </p:attrNameLst>
                                      </p:cBhvr>
                                      <p:to>
                                        <p:strVal val="visible"/>
                                      </p:to>
                                    </p:set>
                                    <p:animEffect transition="in" filter="fade">
                                      <p:cBhvr>
                                        <p:cTn id="71" dur="550"/>
                                        <p:tgtEl>
                                          <p:spTgt spid="18"/>
                                        </p:tgtEl>
                                      </p:cBhvr>
                                    </p:animEffect>
                                    <p:anim calcmode="lin" valueType="num">
                                      <p:cBhvr>
                                        <p:cTn id="72" dur="550" fill="hold"/>
                                        <p:tgtEl>
                                          <p:spTgt spid="18"/>
                                        </p:tgtEl>
                                        <p:attrNameLst>
                                          <p:attrName>ppt_x</p:attrName>
                                        </p:attrNameLst>
                                      </p:cBhvr>
                                      <p:tavLst>
                                        <p:tav tm="0">
                                          <p:val>
                                            <p:strVal val="#ppt_x"/>
                                          </p:val>
                                        </p:tav>
                                        <p:tav tm="100000">
                                          <p:val>
                                            <p:strVal val="#ppt_x"/>
                                          </p:val>
                                        </p:tav>
                                      </p:tavLst>
                                    </p:anim>
                                    <p:anim calcmode="lin" valueType="num">
                                      <p:cBhvr>
                                        <p:cTn id="73" dur="550" fill="hold"/>
                                        <p:tgtEl>
                                          <p:spTgt spid="18"/>
                                        </p:tgtEl>
                                        <p:attrNameLst>
                                          <p:attrName>ppt_y</p:attrName>
                                        </p:attrNameLst>
                                      </p:cBhvr>
                                      <p:tavLst>
                                        <p:tav tm="0">
                                          <p:val>
                                            <p:strVal val="#ppt_y+.1"/>
                                          </p:val>
                                        </p:tav>
                                        <p:tav tm="100000">
                                          <p:val>
                                            <p:strVal val="#ppt_y"/>
                                          </p:val>
                                        </p:tav>
                                      </p:tavLst>
                                    </p:anim>
                                  </p:childTnLst>
                                </p:cTn>
                              </p:par>
                              <p:par>
                                <p:cTn id="74" presetID="42" presetClass="entr" presetSubtype="0" fill="hold" nodeType="withEffect">
                                  <p:stCondLst>
                                    <p:cond delay="670"/>
                                  </p:stCondLst>
                                  <p:childTnLst>
                                    <p:set>
                                      <p:cBhvr>
                                        <p:cTn id="75" dur="1" fill="hold">
                                          <p:stCondLst>
                                            <p:cond delay="0"/>
                                          </p:stCondLst>
                                        </p:cTn>
                                        <p:tgtEl>
                                          <p:spTgt spid="19"/>
                                        </p:tgtEl>
                                        <p:attrNameLst>
                                          <p:attrName>style.visibility</p:attrName>
                                        </p:attrNameLst>
                                      </p:cBhvr>
                                      <p:to>
                                        <p:strVal val="visible"/>
                                      </p:to>
                                    </p:set>
                                    <p:animEffect transition="in" filter="fade">
                                      <p:cBhvr>
                                        <p:cTn id="76" dur="550"/>
                                        <p:tgtEl>
                                          <p:spTgt spid="19"/>
                                        </p:tgtEl>
                                      </p:cBhvr>
                                    </p:animEffect>
                                    <p:anim calcmode="lin" valueType="num">
                                      <p:cBhvr>
                                        <p:cTn id="77" dur="550" fill="hold"/>
                                        <p:tgtEl>
                                          <p:spTgt spid="19"/>
                                        </p:tgtEl>
                                        <p:attrNameLst>
                                          <p:attrName>ppt_x</p:attrName>
                                        </p:attrNameLst>
                                      </p:cBhvr>
                                      <p:tavLst>
                                        <p:tav tm="0">
                                          <p:val>
                                            <p:strVal val="#ppt_x"/>
                                          </p:val>
                                        </p:tav>
                                        <p:tav tm="100000">
                                          <p:val>
                                            <p:strVal val="#ppt_x"/>
                                          </p:val>
                                        </p:tav>
                                      </p:tavLst>
                                    </p:anim>
                                    <p:anim calcmode="lin" valueType="num">
                                      <p:cBhvr>
                                        <p:cTn id="78" dur="550" fill="hold"/>
                                        <p:tgtEl>
                                          <p:spTgt spid="19"/>
                                        </p:tgtEl>
                                        <p:attrNameLst>
                                          <p:attrName>ppt_y</p:attrName>
                                        </p:attrNameLst>
                                      </p:cBhvr>
                                      <p:tavLst>
                                        <p:tav tm="0">
                                          <p:val>
                                            <p:strVal val="#ppt_y+.1"/>
                                          </p:val>
                                        </p:tav>
                                        <p:tav tm="100000">
                                          <p:val>
                                            <p:strVal val="#ppt_y"/>
                                          </p:val>
                                        </p:tav>
                                      </p:tavLst>
                                    </p:anim>
                                  </p:childTnLst>
                                </p:cTn>
                              </p:par>
                              <p:par>
                                <p:cTn id="79" presetID="42" presetClass="entr" presetSubtype="0" fill="hold" nodeType="withEffect">
                                  <p:stCondLst>
                                    <p:cond delay="670"/>
                                  </p:stCondLst>
                                  <p:childTnLst>
                                    <p:set>
                                      <p:cBhvr>
                                        <p:cTn id="80" dur="1" fill="hold">
                                          <p:stCondLst>
                                            <p:cond delay="0"/>
                                          </p:stCondLst>
                                        </p:cTn>
                                        <p:tgtEl>
                                          <p:spTgt spid="20"/>
                                        </p:tgtEl>
                                        <p:attrNameLst>
                                          <p:attrName>style.visibility</p:attrName>
                                        </p:attrNameLst>
                                      </p:cBhvr>
                                      <p:to>
                                        <p:strVal val="visible"/>
                                      </p:to>
                                    </p:set>
                                    <p:animEffect transition="in" filter="fade">
                                      <p:cBhvr>
                                        <p:cTn id="81" dur="550"/>
                                        <p:tgtEl>
                                          <p:spTgt spid="20"/>
                                        </p:tgtEl>
                                      </p:cBhvr>
                                    </p:animEffect>
                                    <p:anim calcmode="lin" valueType="num">
                                      <p:cBhvr>
                                        <p:cTn id="82" dur="550" fill="hold"/>
                                        <p:tgtEl>
                                          <p:spTgt spid="20"/>
                                        </p:tgtEl>
                                        <p:attrNameLst>
                                          <p:attrName>ppt_x</p:attrName>
                                        </p:attrNameLst>
                                      </p:cBhvr>
                                      <p:tavLst>
                                        <p:tav tm="0">
                                          <p:val>
                                            <p:strVal val="#ppt_x"/>
                                          </p:val>
                                        </p:tav>
                                        <p:tav tm="100000">
                                          <p:val>
                                            <p:strVal val="#ppt_x"/>
                                          </p:val>
                                        </p:tav>
                                      </p:tavLst>
                                    </p:anim>
                                    <p:anim calcmode="lin" valueType="num">
                                      <p:cBhvr>
                                        <p:cTn id="83" dur="550" fill="hold"/>
                                        <p:tgtEl>
                                          <p:spTgt spid="20"/>
                                        </p:tgtEl>
                                        <p:attrNameLst>
                                          <p:attrName>ppt_y</p:attrName>
                                        </p:attrNameLst>
                                      </p:cBhvr>
                                      <p:tavLst>
                                        <p:tav tm="0">
                                          <p:val>
                                            <p:strVal val="#ppt_y+.1"/>
                                          </p:val>
                                        </p:tav>
                                        <p:tav tm="100000">
                                          <p:val>
                                            <p:strVal val="#ppt_y"/>
                                          </p:val>
                                        </p:tav>
                                      </p:tavLst>
                                    </p:anim>
                                  </p:childTnLst>
                                </p:cTn>
                              </p:par>
                              <p:par>
                                <p:cTn id="84" presetID="42" presetClass="entr" presetSubtype="0" fill="hold" grpId="0" nodeType="withEffect">
                                  <p:stCondLst>
                                    <p:cond delay="670"/>
                                  </p:stCondLst>
                                  <p:childTnLst>
                                    <p:set>
                                      <p:cBhvr>
                                        <p:cTn id="85" dur="1" fill="hold">
                                          <p:stCondLst>
                                            <p:cond delay="0"/>
                                          </p:stCondLst>
                                        </p:cTn>
                                        <p:tgtEl>
                                          <p:spTgt spid="21"/>
                                        </p:tgtEl>
                                        <p:attrNameLst>
                                          <p:attrName>style.visibility</p:attrName>
                                        </p:attrNameLst>
                                      </p:cBhvr>
                                      <p:to>
                                        <p:strVal val="visible"/>
                                      </p:to>
                                    </p:set>
                                    <p:animEffect transition="in" filter="fade">
                                      <p:cBhvr>
                                        <p:cTn id="86" dur="550"/>
                                        <p:tgtEl>
                                          <p:spTgt spid="21"/>
                                        </p:tgtEl>
                                      </p:cBhvr>
                                    </p:animEffect>
                                    <p:anim calcmode="lin" valueType="num">
                                      <p:cBhvr>
                                        <p:cTn id="87" dur="550" fill="hold"/>
                                        <p:tgtEl>
                                          <p:spTgt spid="21"/>
                                        </p:tgtEl>
                                        <p:attrNameLst>
                                          <p:attrName>ppt_x</p:attrName>
                                        </p:attrNameLst>
                                      </p:cBhvr>
                                      <p:tavLst>
                                        <p:tav tm="0">
                                          <p:val>
                                            <p:strVal val="#ppt_x"/>
                                          </p:val>
                                        </p:tav>
                                        <p:tav tm="100000">
                                          <p:val>
                                            <p:strVal val="#ppt_x"/>
                                          </p:val>
                                        </p:tav>
                                      </p:tavLst>
                                    </p:anim>
                                    <p:anim calcmode="lin" valueType="num">
                                      <p:cBhvr>
                                        <p:cTn id="88" dur="550" fill="hold"/>
                                        <p:tgtEl>
                                          <p:spTgt spid="21"/>
                                        </p:tgtEl>
                                        <p:attrNameLst>
                                          <p:attrName>ppt_y</p:attrName>
                                        </p:attrNameLst>
                                      </p:cBhvr>
                                      <p:tavLst>
                                        <p:tav tm="0">
                                          <p:val>
                                            <p:strVal val="#ppt_y+.1"/>
                                          </p:val>
                                        </p:tav>
                                        <p:tav tm="100000">
                                          <p:val>
                                            <p:strVal val="#ppt_y"/>
                                          </p:val>
                                        </p:tav>
                                      </p:tavLst>
                                    </p:anim>
                                  </p:childTnLst>
                                </p:cTn>
                              </p:par>
                              <p:par>
                                <p:cTn id="89" presetID="42" presetClass="entr" presetSubtype="0" fill="hold" grpId="0" nodeType="withEffect">
                                  <p:stCondLst>
                                    <p:cond delay="670"/>
                                  </p:stCondLst>
                                  <p:childTnLst>
                                    <p:set>
                                      <p:cBhvr>
                                        <p:cTn id="90" dur="1" fill="hold">
                                          <p:stCondLst>
                                            <p:cond delay="0"/>
                                          </p:stCondLst>
                                        </p:cTn>
                                        <p:tgtEl>
                                          <p:spTgt spid="22"/>
                                        </p:tgtEl>
                                        <p:attrNameLst>
                                          <p:attrName>style.visibility</p:attrName>
                                        </p:attrNameLst>
                                      </p:cBhvr>
                                      <p:to>
                                        <p:strVal val="visible"/>
                                      </p:to>
                                    </p:set>
                                    <p:animEffect transition="in" filter="fade">
                                      <p:cBhvr>
                                        <p:cTn id="91" dur="550"/>
                                        <p:tgtEl>
                                          <p:spTgt spid="22"/>
                                        </p:tgtEl>
                                      </p:cBhvr>
                                    </p:animEffect>
                                    <p:anim calcmode="lin" valueType="num">
                                      <p:cBhvr>
                                        <p:cTn id="92" dur="550" fill="hold"/>
                                        <p:tgtEl>
                                          <p:spTgt spid="22"/>
                                        </p:tgtEl>
                                        <p:attrNameLst>
                                          <p:attrName>ppt_x</p:attrName>
                                        </p:attrNameLst>
                                      </p:cBhvr>
                                      <p:tavLst>
                                        <p:tav tm="0">
                                          <p:val>
                                            <p:strVal val="#ppt_x"/>
                                          </p:val>
                                        </p:tav>
                                        <p:tav tm="100000">
                                          <p:val>
                                            <p:strVal val="#ppt_x"/>
                                          </p:val>
                                        </p:tav>
                                      </p:tavLst>
                                    </p:anim>
                                    <p:anim calcmode="lin" valueType="num">
                                      <p:cBhvr>
                                        <p:cTn id="93" dur="550" fill="hold"/>
                                        <p:tgtEl>
                                          <p:spTgt spid="22"/>
                                        </p:tgtEl>
                                        <p:attrNameLst>
                                          <p:attrName>ppt_y</p:attrName>
                                        </p:attrNameLst>
                                      </p:cBhvr>
                                      <p:tavLst>
                                        <p:tav tm="0">
                                          <p:val>
                                            <p:strVal val="#ppt_y+.1"/>
                                          </p:val>
                                        </p:tav>
                                        <p:tav tm="100000">
                                          <p:val>
                                            <p:strVal val="#ppt_y"/>
                                          </p:val>
                                        </p:tav>
                                      </p:tavLst>
                                    </p:anim>
                                  </p:childTnLst>
                                </p:cTn>
                              </p:par>
                              <p:par>
                                <p:cTn id="94" presetID="42" presetClass="entr" presetSubtype="0" fill="hold" grpId="0" nodeType="withEffect">
                                  <p:stCondLst>
                                    <p:cond delay="670"/>
                                  </p:stCondLst>
                                  <p:childTnLst>
                                    <p:set>
                                      <p:cBhvr>
                                        <p:cTn id="95" dur="1" fill="hold">
                                          <p:stCondLst>
                                            <p:cond delay="0"/>
                                          </p:stCondLst>
                                        </p:cTn>
                                        <p:tgtEl>
                                          <p:spTgt spid="23"/>
                                        </p:tgtEl>
                                        <p:attrNameLst>
                                          <p:attrName>style.visibility</p:attrName>
                                        </p:attrNameLst>
                                      </p:cBhvr>
                                      <p:to>
                                        <p:strVal val="visible"/>
                                      </p:to>
                                    </p:set>
                                    <p:animEffect transition="in" filter="fade">
                                      <p:cBhvr>
                                        <p:cTn id="96" dur="550"/>
                                        <p:tgtEl>
                                          <p:spTgt spid="23"/>
                                        </p:tgtEl>
                                      </p:cBhvr>
                                    </p:animEffect>
                                    <p:anim calcmode="lin" valueType="num">
                                      <p:cBhvr>
                                        <p:cTn id="97" dur="550" fill="hold"/>
                                        <p:tgtEl>
                                          <p:spTgt spid="23"/>
                                        </p:tgtEl>
                                        <p:attrNameLst>
                                          <p:attrName>ppt_x</p:attrName>
                                        </p:attrNameLst>
                                      </p:cBhvr>
                                      <p:tavLst>
                                        <p:tav tm="0">
                                          <p:val>
                                            <p:strVal val="#ppt_x"/>
                                          </p:val>
                                        </p:tav>
                                        <p:tav tm="100000">
                                          <p:val>
                                            <p:strVal val="#ppt_x"/>
                                          </p:val>
                                        </p:tav>
                                      </p:tavLst>
                                    </p:anim>
                                    <p:anim calcmode="lin" valueType="num">
                                      <p:cBhvr>
                                        <p:cTn id="98" dur="55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5" grpId="0" animBg="1"/>
      <p:bldP spid="16" grpId="0" animBg="1"/>
      <p:bldP spid="17" grpId="0" animBg="1"/>
      <p:bldP spid="21" grpId="0" animBg="1"/>
      <p:bldP spid="22" grpId="0" animBg="1"/>
      <p:bldP spid="2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Glow" descr="assets/glow_soft.png"/>
          <p:cNvPicPr>
            <a:picLocks noChangeAspect="1"/>
          </p:cNvPicPr>
          <p:nvPr/>
        </p:nvPicPr>
        <p:blipFill>
          <a:blip r:embed="rId4"/>
          <a:stretch>
            <a:fillRect/>
          </a:stretch>
        </p:blipFill>
        <p:spPr>
          <a:xfrm>
            <a:off x="5528462" y="-702259"/>
            <a:ext cx="8229600" cy="8229600"/>
          </a:xfrm>
          <a:prstGeom prst="rect">
            <a:avLst/>
          </a:prstGeom>
        </p:spPr>
      </p:pic>
      <p:sp>
        <p:nvSpPr>
          <p:cNvPr id="3" name="!!Ring1"/>
          <p:cNvSpPr/>
          <p:nvPr/>
        </p:nvSpPr>
        <p:spPr>
          <a:xfrm>
            <a:off x="5923483" y="3182112"/>
            <a:ext cx="7242048" cy="2040941"/>
          </a:xfrm>
          <a:prstGeom prst="ellipse">
            <a:avLst/>
          </a:prstGeom>
          <a:solidFill>
            <a:srgbClr val="5B2FD6">
              <a:alpha val="8000"/>
            </a:srgbClr>
          </a:solidFill>
          <a:ln w="15875">
            <a:solidFill>
              <a:srgbClr val="7C5CFF">
                <a:alpha val="70000"/>
              </a:srgbClr>
            </a:solidFill>
            <a:prstDash val="solid"/>
          </a:ln>
        </p:spPr>
      </p:sp>
      <p:sp>
        <p:nvSpPr>
          <p:cNvPr id="4" name="!!Ring2"/>
          <p:cNvSpPr/>
          <p:nvPr/>
        </p:nvSpPr>
        <p:spPr>
          <a:xfrm>
            <a:off x="5018227" y="3050438"/>
            <a:ext cx="9052560" cy="2633472"/>
          </a:xfrm>
          <a:prstGeom prst="ellipse">
            <a:avLst/>
          </a:prstGeom>
          <a:solidFill>
            <a:srgbClr val="5B2FD6">
              <a:alpha val="0"/>
            </a:srgbClr>
          </a:solidFill>
          <a:ln w="9525">
            <a:solidFill>
              <a:srgbClr val="7C5CFF">
                <a:alpha val="55000"/>
              </a:srgbClr>
            </a:solidFill>
            <a:prstDash val="dash"/>
          </a:ln>
        </p:spPr>
      </p:sp>
      <p:sp>
        <p:nvSpPr>
          <p:cNvPr id="5" name="S05_A00_fade_72"/>
          <p:cNvSpPr txBox="1"/>
          <p:nvPr/>
        </p:nvSpPr>
        <p:spPr>
          <a:xfrm>
            <a:off x="548640" y="960120"/>
            <a:ext cx="2743200" cy="274320"/>
          </a:xfrm>
          <a:prstGeom prst="rect">
            <a:avLst/>
          </a:prstGeom>
          <a:noFill/>
          <a:ln/>
        </p:spPr>
        <p:txBody>
          <a:bodyPr wrap="square" lIns="0" tIns="0" rIns="0" bIns="0" rtlCol="0" anchor="t"/>
          <a:lstStyle/>
          <a:p>
            <a:pPr marL="0" indent="0">
              <a:buNone/>
            </a:pPr>
            <a:r>
              <a:rPr lang="en-US" sz="1200" b="1" kern="0" spc="400" dirty="0">
                <a:solidFill>
                  <a:srgbClr val="5B2FD6"/>
                </a:solidFill>
                <a:latin typeface="Segoe UI" pitchFamily="34" charset="0"/>
                <a:ea typeface="Segoe UI" pitchFamily="34" charset="-122"/>
                <a:cs typeface="Segoe UI" pitchFamily="34" charset="-120"/>
              </a:rPr>
              <a:t>PARTIE</a:t>
            </a:r>
            <a:endParaRPr lang="en-US" sz="1200" dirty="0"/>
          </a:p>
        </p:txBody>
      </p:sp>
      <p:sp>
        <p:nvSpPr>
          <p:cNvPr id="6" name="S05_A01_zoom_73"/>
          <p:cNvSpPr txBox="1"/>
          <p:nvPr/>
        </p:nvSpPr>
        <p:spPr>
          <a:xfrm>
            <a:off x="411480" y="1188720"/>
            <a:ext cx="4572000" cy="1920240"/>
          </a:xfrm>
          <a:prstGeom prst="rect">
            <a:avLst/>
          </a:prstGeom>
          <a:noFill/>
          <a:ln/>
        </p:spPr>
        <p:txBody>
          <a:bodyPr wrap="square" lIns="0" tIns="0" rIns="0" bIns="0" rtlCol="0" anchor="ctr"/>
          <a:lstStyle/>
          <a:p>
            <a:pPr marL="0" indent="0">
              <a:buNone/>
            </a:pPr>
            <a:r>
              <a:rPr lang="en-US" sz="15000" dirty="0">
                <a:solidFill>
                  <a:srgbClr val="5B2FD6"/>
                </a:solidFill>
                <a:latin typeface="Segoe UI Black" pitchFamily="34" charset="0"/>
                <a:ea typeface="Segoe UI Black" pitchFamily="34" charset="-122"/>
                <a:cs typeface="Segoe UI Black" pitchFamily="34" charset="-120"/>
              </a:rPr>
              <a:t>02</a:t>
            </a:r>
            <a:endParaRPr lang="en-US" sz="15000" dirty="0"/>
          </a:p>
        </p:txBody>
      </p:sp>
      <p:sp>
        <p:nvSpPr>
          <p:cNvPr id="7" name="S05_A02_rise_74"/>
          <p:cNvSpPr txBox="1"/>
          <p:nvPr/>
        </p:nvSpPr>
        <p:spPr>
          <a:xfrm>
            <a:off x="548640" y="3246120"/>
            <a:ext cx="6400800" cy="1280160"/>
          </a:xfrm>
          <a:prstGeom prst="rect">
            <a:avLst/>
          </a:prstGeom>
          <a:noFill/>
          <a:ln/>
        </p:spPr>
        <p:txBody>
          <a:bodyPr wrap="square" lIns="0" tIns="0" rIns="0" bIns="0" rtlCol="0" anchor="t"/>
          <a:lstStyle/>
          <a:p>
            <a:pPr marL="0" indent="0">
              <a:buNone/>
            </a:pPr>
            <a:r>
              <a:rPr lang="en-US" sz="3600" dirty="0">
                <a:solidFill>
                  <a:srgbClr val="17132E"/>
                </a:solidFill>
                <a:latin typeface="Segoe UI Semibold" pitchFamily="34" charset="0"/>
                <a:ea typeface="Segoe UI Semibold" pitchFamily="34" charset="-122"/>
                <a:cs typeface="Segoe UI Semibold" pitchFamily="34" charset="-120"/>
              </a:rPr>
              <a:t>Présentation de l’entreprise</a:t>
            </a:r>
            <a:endParaRPr lang="en-US" sz="3600" dirty="0"/>
          </a:p>
        </p:txBody>
      </p:sp>
      <p:sp>
        <p:nvSpPr>
          <p:cNvPr id="8" name="S05_A03_fade_75"/>
          <p:cNvSpPr txBox="1"/>
          <p:nvPr/>
        </p:nvSpPr>
        <p:spPr>
          <a:xfrm>
            <a:off x="548640" y="4617720"/>
            <a:ext cx="6400800" cy="731520"/>
          </a:xfrm>
          <a:prstGeom prst="rect">
            <a:avLst/>
          </a:prstGeom>
          <a:noFill/>
          <a:ln/>
        </p:spPr>
        <p:txBody>
          <a:bodyPr wrap="square" lIns="0" tIns="0" rIns="0" bIns="0" rtlCol="0" anchor="t"/>
          <a:lstStyle/>
          <a:p>
            <a:pPr marL="0" indent="0">
              <a:buNone/>
            </a:pPr>
            <a:r>
              <a:rPr lang="en-US" sz="1400" dirty="0">
                <a:solidFill>
                  <a:srgbClr val="3E3A56"/>
                </a:solidFill>
                <a:latin typeface="Segoe UI" pitchFamily="34" charset="0"/>
                <a:ea typeface="Segoe UI" pitchFamily="34" charset="-122"/>
                <a:cs typeface="Segoe UI" pitchFamily="34" charset="-120"/>
              </a:rPr>
              <a:t>SANGOTECH SARL · notre structure d’accueil</a:t>
            </a:r>
            <a:endParaRPr lang="en-US" sz="1400" dirty="0"/>
          </a:p>
        </p:txBody>
      </p:sp>
      <p:sp>
        <p:nvSpPr>
          <p:cNvPr id="9" name="Text 6"/>
          <p:cNvSpPr txBox="1"/>
          <p:nvPr/>
        </p:nvSpPr>
        <p:spPr>
          <a:xfrm>
            <a:off x="8412480" y="6382512"/>
            <a:ext cx="3227832" cy="274320"/>
          </a:xfrm>
          <a:prstGeom prst="rect">
            <a:avLst/>
          </a:prstGeom>
          <a:noFill/>
          <a:ln/>
        </p:spPr>
        <p:txBody>
          <a:bodyPr wrap="square" lIns="0" tIns="0" rIns="0" bIns="0" rtlCol="0" anchor="ctr"/>
          <a:lstStyle/>
          <a:p>
            <a:pPr marL="0" indent="0" algn="r">
              <a:buNone/>
            </a:pPr>
            <a:r>
              <a:rPr lang="en-US" sz="900" dirty="0">
                <a:solidFill>
                  <a:srgbClr val="6E6A85"/>
                </a:solidFill>
                <a:latin typeface="Segoe UI" pitchFamily="34" charset="0"/>
                <a:ea typeface="Segoe UI" pitchFamily="34" charset="-122"/>
                <a:cs typeface="Segoe UI" pitchFamily="34" charset="-120"/>
              </a:rPr>
              <a:t>FEUNOU FOSSO Otniel</a:t>
            </a:r>
            <a:r>
              <a:rPr lang="en-US" sz="900" b="1" dirty="0">
                <a:solidFill>
                  <a:srgbClr val="5B2FD6"/>
                </a:solidFill>
                <a:latin typeface="Segoe UI" pitchFamily="34" charset="0"/>
                <a:ea typeface="Segoe UI" pitchFamily="34" charset="-122"/>
                <a:cs typeface="Segoe UI" pitchFamily="34" charset="-120"/>
              </a:rPr>
              <a:t>   05</a:t>
            </a:r>
            <a:endParaRPr lang="en-US" sz="900" dirty="0"/>
          </a:p>
        </p:txBody>
      </p:sp>
      <mc:AlternateContent xmlns:mc="http://schemas.openxmlformats.org/markup-compatibility/2006">
        <mc:Choice xmlns:am3d="http://schemas.microsoft.com/office/drawing/2017/model3d" Requires="am3d">
          <p:graphicFrame>
            <p:nvGraphicFramePr>
              <p:cNvPr id="10" name="!!GearBig" descr="Engrenage 3D animé">
                <a:extLst>
                  <a:ext uri="{FF2B5EF4-FFF2-40B4-BE49-F238E27FC236}">
                    <a16:creationId xmlns:a16="http://schemas.microsoft.com/office/drawing/2014/main" id="{8B51D357-DF64-42A7-87A7-1943E557AFC1}"/>
                  </a:ext>
                </a:extLst>
              </p:cNvPr>
              <p:cNvGraphicFramePr>
                <a:graphicFrameLocks/>
              </p:cNvGraphicFramePr>
              <p:nvPr>
                <p:extLst>
                  <p:ext uri="{D42A27DB-BD31-4B8C-83A1-F6EECF244321}">
                    <p14:modId xmlns:p14="http://schemas.microsoft.com/office/powerpoint/2010/main" val="2040658945"/>
                  </p:ext>
                </p:extLst>
              </p:nvPr>
            </p:nvGraphicFramePr>
            <p:xfrm>
              <a:off x="6812280" y="1371600"/>
              <a:ext cx="3291840" cy="3291840"/>
            </p:xfrm>
            <a:graphic>
              <a:graphicData uri="http://schemas.microsoft.com/office/drawing/2017/model3d">
                <am3d:model3d r:embed="rId5" r:link="rId6">
                  <am3d:spPr>
                    <a:xfrm>
                      <a:off x="0" y="0"/>
                      <a:ext cx="3291840" cy="3291840"/>
                    </a:xfrm>
                    <a:prstGeom prst="rect">
                      <a:avLst/>
                    </a:prstGeom>
                  </am3d:spPr>
                  <am3d:camera>
                    <am3d:pos x="0" y="158400000" z="158400000"/>
                    <am3d:up dx="0" dy="36000000" dz="0"/>
                    <am3d:lookAt x="0" y="0" z="0"/>
                    <am3d:perspective fov="660000"/>
                  </am3d:camera>
                  <am3d:trans>
                    <am3d:meterPerModelUnit n="404766" d="1000000"/>
                    <am3d:preTrans dx="0" dy="0" dz="0"/>
                    <am3d:scale>
                      <am3d:sx n="1000000" d="1000000"/>
                      <am3d:sy n="1000000" d="1000000"/>
                      <am3d:sz n="1000000" d="1000000"/>
                    </am3d:scale>
                    <am3d:rot ay="8400000"/>
                    <am3d:postTrans dx="0" dy="0" dz="0"/>
                  </am3d:trans>
                  <am3d:raster rName="Office3DRenderer" rVer="16.0.8326">
                    <am3d:blip r:embed="rId7"/>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0" name="!!GearBig" descr="Engrenage 3D animé">
                <a:extLst>
                  <a:ext uri="{FF2B5EF4-FFF2-40B4-BE49-F238E27FC236}">
                    <a16:creationId xmlns:a16="http://schemas.microsoft.com/office/drawing/2014/main" id="{8B51D357-DF64-42A7-87A7-1943E557AFC1}"/>
                  </a:ext>
                </a:extLst>
              </p:cNvPr>
              <p:cNvPicPr>
                <a:picLocks noGrp="1" noRot="1" noChangeAspect="1" noMove="1" noResize="1" noEditPoints="1" noAdjustHandles="1" noChangeArrowheads="1" noChangeShapeType="1" noCrop="1"/>
              </p:cNvPicPr>
              <p:nvPr/>
            </p:nvPicPr>
            <p:blipFill>
              <a:blip r:embed="rId7"/>
              <a:stretch>
                <a:fillRect/>
              </a:stretch>
            </p:blipFill>
            <p:spPr>
              <a:xfrm>
                <a:off x="6812280" y="1371600"/>
                <a:ext cx="3291840" cy="329184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11" name="!!GearSmall" descr="Engrenage 3D animé">
                <a:extLst>
                  <a:ext uri="{FF2B5EF4-FFF2-40B4-BE49-F238E27FC236}">
                    <a16:creationId xmlns:a16="http://schemas.microsoft.com/office/drawing/2014/main" id="{1B31FFCC-7335-4159-90A8-8066C927D78F}"/>
                  </a:ext>
                </a:extLst>
              </p:cNvPr>
              <p:cNvGraphicFramePr>
                <a:graphicFrameLocks/>
              </p:cNvGraphicFramePr>
              <p:nvPr>
                <p:extLst>
                  <p:ext uri="{D42A27DB-BD31-4B8C-83A1-F6EECF244321}">
                    <p14:modId xmlns:p14="http://schemas.microsoft.com/office/powerpoint/2010/main" val="2465122827"/>
                  </p:ext>
                </p:extLst>
              </p:nvPr>
            </p:nvGraphicFramePr>
            <p:xfrm>
              <a:off x="9676181" y="2638958"/>
              <a:ext cx="2337206" cy="2337206"/>
            </p:xfrm>
            <a:graphic>
              <a:graphicData uri="http://schemas.microsoft.com/office/drawing/2017/model3d">
                <am3d:model3d r:embed="rId8" r:link="rId9">
                  <am3d:spPr>
                    <a:xfrm>
                      <a:off x="0" y="0"/>
                      <a:ext cx="2337206" cy="2337206"/>
                    </a:xfrm>
                    <a:prstGeom prst="rect">
                      <a:avLst/>
                    </a:prstGeom>
                  </am3d:spPr>
                  <am3d:camera>
                    <am3d:pos x="0" y="158400000" z="158400000"/>
                    <am3d:up dx="0" dy="36000000" dz="0"/>
                    <am3d:lookAt x="0" y="0" z="0"/>
                    <am3d:perspective fov="660000"/>
                  </am3d:camera>
                  <am3d:trans>
                    <am3d:meterPerModelUnit n="573084" d="1000000"/>
                    <am3d:preTrans dx="0" dy="0" dz="0"/>
                    <am3d:scale>
                      <am3d:sx n="1000000" d="1000000"/>
                      <am3d:sy n="1000000" d="1000000"/>
                      <am3d:sz n="1000000" d="1000000"/>
                    </am3d:scale>
                    <am3d:rot ay="19800000"/>
                    <am3d:postTrans dx="0" dy="0" dz="0"/>
                  </am3d:trans>
                  <am3d:raster rName="Office3DRenderer" rVer="16.0.8326">
                    <am3d:blip r:embed="rId10"/>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1" name="!!GearSmall" descr="Engrenage 3D animé">
                <a:extLst>
                  <a:ext uri="{FF2B5EF4-FFF2-40B4-BE49-F238E27FC236}">
                    <a16:creationId xmlns:a16="http://schemas.microsoft.com/office/drawing/2014/main" id="{1B31FFCC-7335-4159-90A8-8066C927D78F}"/>
                  </a:ext>
                </a:extLst>
              </p:cNvPr>
              <p:cNvPicPr>
                <a:picLocks noGrp="1" noRot="1" noChangeAspect="1" noMove="1" noResize="1" noEditPoints="1" noAdjustHandles="1" noChangeArrowheads="1" noChangeShapeType="1" noCrop="1"/>
              </p:cNvPicPr>
              <p:nvPr/>
            </p:nvPicPr>
            <p:blipFill>
              <a:blip r:embed="rId10"/>
              <a:stretch>
                <a:fillRect/>
              </a:stretch>
            </p:blipFill>
            <p:spPr>
              <a:xfrm>
                <a:off x="9676181" y="2638958"/>
                <a:ext cx="2337206" cy="2337206"/>
              </a:xfrm>
              <a:prstGeom prst="rect">
                <a:avLst/>
              </a:prstGeom>
            </p:spPr>
          </p:pic>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8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mph" presetSubtype="128" repeatCount="indefinite" fill="hold" nodeType="withEffect">
                                  <p:stCondLst>
                                    <p:cond delay="0"/>
                                  </p:stCondLst>
                                  <p:childTnLst>
                                    <p:animRot by="21600000">
                                      <p:cBhvr>
                                        <p:cTn id="6" dur="10000" fill="hold"/>
                                        <p:tgtEl>
                                          <p:spTgt spid="10"/>
                                        </p:tgtEl>
                                        <p:attrNameLst>
                                          <p:attrName>3d.view.rotation.y</p:attrName>
                                        </p:attrNameLst>
                                      </p:cBhvr>
                                    </p:animRot>
                                  </p:childTnLst>
                                </p:cTn>
                              </p:par>
                              <p:par>
                                <p:cTn id="7" presetID="37" presetClass="emph" presetSubtype="128" repeatCount="indefinite" fill="hold" nodeType="withEffect">
                                  <p:stCondLst>
                                    <p:cond delay="0"/>
                                  </p:stCondLst>
                                  <p:childTnLst>
                                    <p:animRot by="-21600000">
                                      <p:cBhvr>
                                        <p:cTn id="8" dur="6667" fill="hold"/>
                                        <p:tgtEl>
                                          <p:spTgt spid="11"/>
                                        </p:tgtEl>
                                        <p:attrNameLst>
                                          <p:attrName>3d.view.rotation.y</p:attrName>
                                        </p:attrNameLst>
                                      </p:cBhvr>
                                    </p:animRot>
                                  </p:childTnLst>
                                </p:cTn>
                              </p:par>
                              <p:par>
                                <p:cTn id="9" presetID="10" presetClass="entr" presetSubtype="0" fill="hold" grpId="0" nodeType="withEffect">
                                  <p:stCondLst>
                                    <p:cond delay="35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50"/>
                                        <p:tgtEl>
                                          <p:spTgt spid="5"/>
                                        </p:tgtEl>
                                      </p:cBhvr>
                                    </p:animEffect>
                                  </p:childTnLst>
                                </p:cTn>
                              </p:par>
                              <p:par>
                                <p:cTn id="12" presetID="53" presetClass="entr" presetSubtype="16" fill="hold" grpId="0" nodeType="withEffect">
                                  <p:stCondLst>
                                    <p:cond delay="510"/>
                                  </p:stCondLst>
                                  <p:childTnLst>
                                    <p:set>
                                      <p:cBhvr>
                                        <p:cTn id="13" dur="1" fill="hold">
                                          <p:stCondLst>
                                            <p:cond delay="0"/>
                                          </p:stCondLst>
                                        </p:cTn>
                                        <p:tgtEl>
                                          <p:spTgt spid="6"/>
                                        </p:tgtEl>
                                        <p:attrNameLst>
                                          <p:attrName>style.visibility</p:attrName>
                                        </p:attrNameLst>
                                      </p:cBhvr>
                                      <p:to>
                                        <p:strVal val="visible"/>
                                      </p:to>
                                    </p:set>
                                    <p:anim calcmode="lin" valueType="num">
                                      <p:cBhvr>
                                        <p:cTn id="14" dur="550" fill="hold"/>
                                        <p:tgtEl>
                                          <p:spTgt spid="6"/>
                                        </p:tgtEl>
                                        <p:attrNameLst>
                                          <p:attrName>ppt_w</p:attrName>
                                        </p:attrNameLst>
                                      </p:cBhvr>
                                      <p:tavLst>
                                        <p:tav tm="0">
                                          <p:val>
                                            <p:fltVal val="0"/>
                                          </p:val>
                                        </p:tav>
                                        <p:tav tm="100000">
                                          <p:val>
                                            <p:strVal val="#ppt_w"/>
                                          </p:val>
                                        </p:tav>
                                      </p:tavLst>
                                    </p:anim>
                                    <p:anim calcmode="lin" valueType="num">
                                      <p:cBhvr>
                                        <p:cTn id="15" dur="550" fill="hold"/>
                                        <p:tgtEl>
                                          <p:spTgt spid="6"/>
                                        </p:tgtEl>
                                        <p:attrNameLst>
                                          <p:attrName>ppt_h</p:attrName>
                                        </p:attrNameLst>
                                      </p:cBhvr>
                                      <p:tavLst>
                                        <p:tav tm="0">
                                          <p:val>
                                            <p:fltVal val="0"/>
                                          </p:val>
                                        </p:tav>
                                        <p:tav tm="100000">
                                          <p:val>
                                            <p:strVal val="#ppt_h"/>
                                          </p:val>
                                        </p:tav>
                                      </p:tavLst>
                                    </p:anim>
                                    <p:animEffect transition="in" filter="fade">
                                      <p:cBhvr>
                                        <p:cTn id="16" dur="550"/>
                                        <p:tgtEl>
                                          <p:spTgt spid="6"/>
                                        </p:tgtEl>
                                      </p:cBhvr>
                                    </p:animEffect>
                                  </p:childTnLst>
                                </p:cTn>
                              </p:par>
                              <p:par>
                                <p:cTn id="17" presetID="42" presetClass="entr" presetSubtype="0" fill="hold" grpId="0" nodeType="withEffect">
                                  <p:stCondLst>
                                    <p:cond delay="67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50"/>
                                        <p:tgtEl>
                                          <p:spTgt spid="7"/>
                                        </p:tgtEl>
                                      </p:cBhvr>
                                    </p:animEffect>
                                    <p:anim calcmode="lin" valueType="num">
                                      <p:cBhvr>
                                        <p:cTn id="20" dur="550" fill="hold"/>
                                        <p:tgtEl>
                                          <p:spTgt spid="7"/>
                                        </p:tgtEl>
                                        <p:attrNameLst>
                                          <p:attrName>ppt_x</p:attrName>
                                        </p:attrNameLst>
                                      </p:cBhvr>
                                      <p:tavLst>
                                        <p:tav tm="0">
                                          <p:val>
                                            <p:strVal val="#ppt_x"/>
                                          </p:val>
                                        </p:tav>
                                        <p:tav tm="100000">
                                          <p:val>
                                            <p:strVal val="#ppt_x"/>
                                          </p:val>
                                        </p:tav>
                                      </p:tavLst>
                                    </p:anim>
                                    <p:anim calcmode="lin" valueType="num">
                                      <p:cBhvr>
                                        <p:cTn id="21" dur="550" fill="hold"/>
                                        <p:tgtEl>
                                          <p:spTgt spid="7"/>
                                        </p:tgtEl>
                                        <p:attrNameLst>
                                          <p:attrName>ppt_y</p:attrName>
                                        </p:attrNameLst>
                                      </p:cBhvr>
                                      <p:tavLst>
                                        <p:tav tm="0">
                                          <p:val>
                                            <p:strVal val="#ppt_y+.1"/>
                                          </p:val>
                                        </p:tav>
                                        <p:tav tm="100000">
                                          <p:val>
                                            <p:strVal val="#ppt_y"/>
                                          </p:val>
                                        </p:tav>
                                      </p:tavLst>
                                    </p:anim>
                                  </p:childTnLst>
                                </p:cTn>
                              </p:par>
                              <p:par>
                                <p:cTn id="22" presetID="10" presetClass="entr" presetSubtype="0" fill="hold" grpId="0" nodeType="withEffect">
                                  <p:stCondLst>
                                    <p:cond delay="83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Glow" descr="assets/glow_soft.png"/>
          <p:cNvPicPr>
            <a:picLocks noChangeAspect="1"/>
          </p:cNvPicPr>
          <p:nvPr/>
        </p:nvPicPr>
        <p:blipFill>
          <a:blip r:embed="rId4"/>
          <a:stretch>
            <a:fillRect/>
          </a:stretch>
        </p:blipFill>
        <p:spPr>
          <a:xfrm>
            <a:off x="9767621" y="-371246"/>
            <a:ext cx="2743200" cy="2743200"/>
          </a:xfrm>
          <a:prstGeom prst="rect">
            <a:avLst/>
          </a:prstGeom>
        </p:spPr>
      </p:pic>
      <p:sp>
        <p:nvSpPr>
          <p:cNvPr id="3" name="Text 0"/>
          <p:cNvSpPr txBox="1"/>
          <p:nvPr/>
        </p:nvSpPr>
        <p:spPr>
          <a:xfrm>
            <a:off x="548640" y="274320"/>
            <a:ext cx="9692640" cy="256032"/>
          </a:xfrm>
          <a:prstGeom prst="rect">
            <a:avLst/>
          </a:prstGeom>
          <a:noFill/>
          <a:ln/>
        </p:spPr>
        <p:txBody>
          <a:bodyPr wrap="square" lIns="0" tIns="0" rIns="0" bIns="0" rtlCol="0" anchor="t"/>
          <a:lstStyle/>
          <a:p>
            <a:pPr marL="0" indent="0">
              <a:buNone/>
            </a:pPr>
            <a:r>
              <a:rPr lang="en-US" sz="950" i="1" dirty="0">
                <a:solidFill>
                  <a:srgbClr val="6E6A85"/>
                </a:solidFill>
                <a:latin typeface="Segoe UI" pitchFamily="34" charset="0"/>
                <a:ea typeface="Segoe UI" pitchFamily="34" charset="-122"/>
                <a:cs typeface="Segoe UI" pitchFamily="34" charset="-120"/>
              </a:rPr>
              <a:t>Mise en place d’une plateforme intelligente d’assistance au dépannage et de mise en relation avec des techniciens</a:t>
            </a:r>
            <a:endParaRPr lang="en-US" sz="950" dirty="0"/>
          </a:p>
        </p:txBody>
      </p:sp>
      <p:sp>
        <p:nvSpPr>
          <p:cNvPr id="4" name="!!Kicker"/>
          <p:cNvSpPr txBox="1"/>
          <p:nvPr/>
        </p:nvSpPr>
        <p:spPr>
          <a:xfrm>
            <a:off x="548640" y="713232"/>
            <a:ext cx="9692640" cy="274320"/>
          </a:xfrm>
          <a:prstGeom prst="rect">
            <a:avLst/>
          </a:prstGeom>
          <a:noFill/>
          <a:ln/>
        </p:spPr>
        <p:txBody>
          <a:bodyPr wrap="square" lIns="0" tIns="0" rIns="0" bIns="0" rtlCol="0" anchor="t"/>
          <a:lstStyle/>
          <a:p>
            <a:pPr marL="0" indent="0">
              <a:buNone/>
            </a:pPr>
            <a:r>
              <a:rPr lang="en-US" sz="1100" b="1" kern="0" spc="200" dirty="0">
                <a:solidFill>
                  <a:srgbClr val="5B2FD6"/>
                </a:solidFill>
                <a:latin typeface="Segoe UI" pitchFamily="34" charset="0"/>
                <a:ea typeface="Segoe UI" pitchFamily="34" charset="-122"/>
                <a:cs typeface="Segoe UI" pitchFamily="34" charset="-120"/>
              </a:rPr>
              <a:t>02 · PRÉSENTATION DE L’ENTREPRISE</a:t>
            </a:r>
            <a:endParaRPr lang="en-US" sz="1100" dirty="0"/>
          </a:p>
        </p:txBody>
      </p:sp>
      <p:sp>
        <p:nvSpPr>
          <p:cNvPr id="5" name="!!Title"/>
          <p:cNvSpPr txBox="1"/>
          <p:nvPr/>
        </p:nvSpPr>
        <p:spPr>
          <a:xfrm>
            <a:off x="548640" y="987552"/>
            <a:ext cx="9692640" cy="658368"/>
          </a:xfrm>
          <a:prstGeom prst="rect">
            <a:avLst/>
          </a:prstGeom>
          <a:noFill/>
          <a:ln/>
        </p:spPr>
        <p:txBody>
          <a:bodyPr wrap="square" lIns="0" tIns="0" rIns="0" bIns="0" rtlCol="0" anchor="ctr"/>
          <a:lstStyle/>
          <a:p>
            <a:pPr marL="0" indent="0">
              <a:buNone/>
            </a:pPr>
            <a:r>
              <a:rPr lang="en-US" sz="2800" dirty="0">
                <a:solidFill>
                  <a:srgbClr val="17132E"/>
                </a:solidFill>
                <a:latin typeface="Segoe UI Semibold" pitchFamily="34" charset="0"/>
                <a:ea typeface="Segoe UI Semibold" pitchFamily="34" charset="-122"/>
                <a:cs typeface="Segoe UI Semibold" pitchFamily="34" charset="-120"/>
              </a:rPr>
              <a:t>SANGOTECH SARL, notre structure d’accueil</a:t>
            </a:r>
            <a:endParaRPr lang="en-US" sz="2800" dirty="0"/>
          </a:p>
        </p:txBody>
      </p:sp>
      <p:sp>
        <p:nvSpPr>
          <p:cNvPr id="6" name="S06_A00_zoom_76"/>
          <p:cNvSpPr/>
          <p:nvPr/>
        </p:nvSpPr>
        <p:spPr>
          <a:xfrm>
            <a:off x="548640" y="1828800"/>
            <a:ext cx="3017520" cy="4343400"/>
          </a:xfrm>
          <a:prstGeom prst="roundRect">
            <a:avLst>
              <a:gd name="adj" fmla="val 4848"/>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7" name="S06_A00_zoom_77"/>
          <p:cNvSpPr/>
          <p:nvPr/>
        </p:nvSpPr>
        <p:spPr>
          <a:xfrm>
            <a:off x="868680" y="2011680"/>
            <a:ext cx="2377440" cy="2103120"/>
          </a:xfrm>
          <a:prstGeom prst="roundRect">
            <a:avLst>
              <a:gd name="adj" fmla="val 6087"/>
            </a:avLst>
          </a:prstGeom>
          <a:solidFill>
            <a:srgbClr val="FFFFFF"/>
          </a:solidFill>
          <a:ln w="12700">
            <a:solidFill>
              <a:srgbClr val="FFFFFF"/>
            </a:solidFill>
            <a:prstDash val="solid"/>
          </a:ln>
        </p:spPr>
      </p:sp>
      <p:pic>
        <p:nvPicPr>
          <p:cNvPr id="8" name="S06_A00_zoom_78" descr="assets/sangotech.jpg"/>
          <p:cNvPicPr>
            <a:picLocks noChangeAspect="1"/>
          </p:cNvPicPr>
          <p:nvPr/>
        </p:nvPicPr>
        <p:blipFill>
          <a:blip r:embed="rId5"/>
          <a:stretch>
            <a:fillRect/>
          </a:stretch>
        </p:blipFill>
        <p:spPr>
          <a:xfrm>
            <a:off x="1005840" y="2011680"/>
            <a:ext cx="2103120" cy="2103120"/>
          </a:xfrm>
          <a:prstGeom prst="rect">
            <a:avLst/>
          </a:prstGeom>
        </p:spPr>
      </p:pic>
      <p:sp>
        <p:nvSpPr>
          <p:cNvPr id="9" name="S06_A00_zoom_79"/>
          <p:cNvSpPr txBox="1"/>
          <p:nvPr/>
        </p:nvSpPr>
        <p:spPr>
          <a:xfrm>
            <a:off x="822960" y="4297680"/>
            <a:ext cx="2560320" cy="201168"/>
          </a:xfrm>
          <a:prstGeom prst="rect">
            <a:avLst/>
          </a:prstGeom>
          <a:noFill/>
          <a:ln/>
        </p:spPr>
        <p:txBody>
          <a:bodyPr wrap="square" lIns="0" tIns="0" rIns="0" bIns="0" rtlCol="0" anchor="t"/>
          <a:lstStyle/>
          <a:p>
            <a:pPr marL="0" indent="0">
              <a:buNone/>
            </a:pPr>
            <a:r>
              <a:rPr lang="en-US" sz="850" b="1" kern="0" spc="100" dirty="0">
                <a:solidFill>
                  <a:srgbClr val="5B2FD6"/>
                </a:solidFill>
                <a:latin typeface="Segoe UI" pitchFamily="34" charset="0"/>
                <a:ea typeface="Segoe UI" pitchFamily="34" charset="-122"/>
                <a:cs typeface="Segoe UI" pitchFamily="34" charset="-120"/>
              </a:rPr>
              <a:t>RAISON SOCIALE</a:t>
            </a:r>
            <a:endParaRPr lang="en-US" sz="850" dirty="0"/>
          </a:p>
        </p:txBody>
      </p:sp>
      <p:sp>
        <p:nvSpPr>
          <p:cNvPr id="10" name="S06_A00_zoom_80"/>
          <p:cNvSpPr txBox="1"/>
          <p:nvPr/>
        </p:nvSpPr>
        <p:spPr>
          <a:xfrm>
            <a:off x="822960" y="4507992"/>
            <a:ext cx="2560320" cy="274320"/>
          </a:xfrm>
          <a:prstGeom prst="rect">
            <a:avLst/>
          </a:prstGeom>
          <a:noFill/>
          <a:ln/>
        </p:spPr>
        <p:txBody>
          <a:bodyPr wrap="square" lIns="0" tIns="0" rIns="0" bIns="0" rtlCol="0" anchor="t"/>
          <a:lstStyle/>
          <a:p>
            <a:pPr marL="0" indent="0">
              <a:buNone/>
            </a:pPr>
            <a:r>
              <a:rPr lang="en-US" sz="1250" dirty="0">
                <a:solidFill>
                  <a:srgbClr val="17132E"/>
                </a:solidFill>
                <a:latin typeface="Segoe UI Semibold" pitchFamily="34" charset="0"/>
                <a:ea typeface="Segoe UI Semibold" pitchFamily="34" charset="-122"/>
                <a:cs typeface="Segoe UI Semibold" pitchFamily="34" charset="-120"/>
              </a:rPr>
              <a:t>SANGOTECH SARL</a:t>
            </a:r>
            <a:endParaRPr lang="en-US" sz="1250" dirty="0"/>
          </a:p>
        </p:txBody>
      </p:sp>
      <p:sp>
        <p:nvSpPr>
          <p:cNvPr id="11" name="S06_A00_zoom_81"/>
          <p:cNvSpPr txBox="1"/>
          <p:nvPr/>
        </p:nvSpPr>
        <p:spPr>
          <a:xfrm>
            <a:off x="822960" y="4901184"/>
            <a:ext cx="2560320" cy="201168"/>
          </a:xfrm>
          <a:prstGeom prst="rect">
            <a:avLst/>
          </a:prstGeom>
          <a:noFill/>
          <a:ln/>
        </p:spPr>
        <p:txBody>
          <a:bodyPr wrap="square" lIns="0" tIns="0" rIns="0" bIns="0" rtlCol="0" anchor="t"/>
          <a:lstStyle/>
          <a:p>
            <a:pPr marL="0" indent="0">
              <a:buNone/>
            </a:pPr>
            <a:r>
              <a:rPr lang="en-US" sz="850" b="1" kern="0" spc="100" dirty="0">
                <a:solidFill>
                  <a:srgbClr val="5B2FD6"/>
                </a:solidFill>
                <a:latin typeface="Segoe UI" pitchFamily="34" charset="0"/>
                <a:ea typeface="Segoe UI" pitchFamily="34" charset="-122"/>
                <a:cs typeface="Segoe UI" pitchFamily="34" charset="-120"/>
              </a:rPr>
              <a:t>FORME JURIDIQUE</a:t>
            </a:r>
            <a:endParaRPr lang="en-US" sz="850" dirty="0"/>
          </a:p>
        </p:txBody>
      </p:sp>
      <p:sp>
        <p:nvSpPr>
          <p:cNvPr id="12" name="S06_A00_zoom_82"/>
          <p:cNvSpPr txBox="1"/>
          <p:nvPr/>
        </p:nvSpPr>
        <p:spPr>
          <a:xfrm>
            <a:off x="822960" y="5111496"/>
            <a:ext cx="2560320" cy="274320"/>
          </a:xfrm>
          <a:prstGeom prst="rect">
            <a:avLst/>
          </a:prstGeom>
          <a:noFill/>
          <a:ln/>
        </p:spPr>
        <p:txBody>
          <a:bodyPr wrap="square" lIns="0" tIns="0" rIns="0" bIns="0" rtlCol="0" anchor="t"/>
          <a:lstStyle/>
          <a:p>
            <a:pPr marL="0" indent="0">
              <a:buNone/>
            </a:pPr>
            <a:r>
              <a:rPr lang="en-US" sz="1250" dirty="0">
                <a:solidFill>
                  <a:srgbClr val="17132E"/>
                </a:solidFill>
                <a:latin typeface="Segoe UI Semibold" pitchFamily="34" charset="0"/>
                <a:ea typeface="Segoe UI Semibold" pitchFamily="34" charset="-122"/>
                <a:cs typeface="Segoe UI Semibold" pitchFamily="34" charset="-120"/>
              </a:rPr>
              <a:t>SARL</a:t>
            </a:r>
            <a:endParaRPr lang="en-US" sz="1250" dirty="0"/>
          </a:p>
        </p:txBody>
      </p:sp>
      <p:sp>
        <p:nvSpPr>
          <p:cNvPr id="13" name="S06_A00_zoom_83"/>
          <p:cNvSpPr txBox="1"/>
          <p:nvPr/>
        </p:nvSpPr>
        <p:spPr>
          <a:xfrm>
            <a:off x="822960" y="5504688"/>
            <a:ext cx="2560320" cy="201168"/>
          </a:xfrm>
          <a:prstGeom prst="rect">
            <a:avLst/>
          </a:prstGeom>
          <a:noFill/>
          <a:ln/>
        </p:spPr>
        <p:txBody>
          <a:bodyPr wrap="square" lIns="0" tIns="0" rIns="0" bIns="0" rtlCol="0" anchor="t"/>
          <a:lstStyle/>
          <a:p>
            <a:pPr marL="0" indent="0">
              <a:buNone/>
            </a:pPr>
            <a:r>
              <a:rPr lang="en-US" sz="850" b="1" kern="0" spc="100" dirty="0">
                <a:solidFill>
                  <a:srgbClr val="5B2FD6"/>
                </a:solidFill>
                <a:latin typeface="Segoe UI" pitchFamily="34" charset="0"/>
                <a:ea typeface="Segoe UI" pitchFamily="34" charset="-122"/>
                <a:cs typeface="Segoe UI" pitchFamily="34" charset="-120"/>
              </a:rPr>
              <a:t>SIÈGE</a:t>
            </a:r>
            <a:endParaRPr lang="en-US" sz="850" dirty="0"/>
          </a:p>
        </p:txBody>
      </p:sp>
      <p:sp>
        <p:nvSpPr>
          <p:cNvPr id="14" name="S06_A00_zoom_84"/>
          <p:cNvSpPr txBox="1"/>
          <p:nvPr/>
        </p:nvSpPr>
        <p:spPr>
          <a:xfrm>
            <a:off x="822960" y="5715000"/>
            <a:ext cx="2560320" cy="274320"/>
          </a:xfrm>
          <a:prstGeom prst="rect">
            <a:avLst/>
          </a:prstGeom>
          <a:noFill/>
          <a:ln/>
        </p:spPr>
        <p:txBody>
          <a:bodyPr wrap="square" lIns="0" tIns="0" rIns="0" bIns="0" rtlCol="0" anchor="t"/>
          <a:lstStyle/>
          <a:p>
            <a:pPr marL="0" indent="0">
              <a:buNone/>
            </a:pPr>
            <a:r>
              <a:rPr lang="en-US" sz="1250" dirty="0">
                <a:solidFill>
                  <a:srgbClr val="17132E"/>
                </a:solidFill>
                <a:latin typeface="Segoe UI Semibold" pitchFamily="34" charset="0"/>
                <a:ea typeface="Segoe UI Semibold" pitchFamily="34" charset="-122"/>
                <a:cs typeface="Segoe UI Semibold" pitchFamily="34" charset="-120"/>
              </a:rPr>
              <a:t>Rue Pau, Akwa – Douala</a:t>
            </a:r>
            <a:endParaRPr lang="en-US" sz="1250" dirty="0"/>
          </a:p>
        </p:txBody>
      </p:sp>
      <p:sp>
        <p:nvSpPr>
          <p:cNvPr id="15" name="S06_A01_rise_85"/>
          <p:cNvSpPr/>
          <p:nvPr/>
        </p:nvSpPr>
        <p:spPr>
          <a:xfrm>
            <a:off x="3840480" y="1828800"/>
            <a:ext cx="4023360" cy="1335024"/>
          </a:xfrm>
          <a:prstGeom prst="roundRect">
            <a:avLst>
              <a:gd name="adj" fmla="val 10959"/>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16" name="S06_A01_rise_86"/>
          <p:cNvSpPr/>
          <p:nvPr/>
        </p:nvSpPr>
        <p:spPr>
          <a:xfrm>
            <a:off x="4069080" y="2130552"/>
            <a:ext cx="731520" cy="731520"/>
          </a:xfrm>
          <a:prstGeom prst="ellipse">
            <a:avLst/>
          </a:prstGeom>
          <a:solidFill>
            <a:srgbClr val="EEE9FD"/>
          </a:solidFill>
          <a:ln w="9525">
            <a:solidFill>
              <a:srgbClr val="D6CCFA"/>
            </a:solidFill>
            <a:prstDash val="solid"/>
          </a:ln>
        </p:spPr>
      </p:sp>
      <p:pic>
        <p:nvPicPr>
          <p:cNvPr id="17" name="S06_A01_rise_87" descr="preencoded.png"/>
          <p:cNvPicPr>
            <a:picLocks noChangeAspect="1"/>
          </p:cNvPicPr>
          <p:nvPr/>
        </p:nvPicPr>
        <p:blipFill>
          <a:blip r:embed="rId6"/>
          <a:stretch>
            <a:fillRect/>
          </a:stretch>
        </p:blipFill>
        <p:spPr>
          <a:xfrm>
            <a:off x="4259275" y="2320747"/>
            <a:ext cx="351130" cy="351130"/>
          </a:xfrm>
          <a:prstGeom prst="rect">
            <a:avLst/>
          </a:prstGeom>
        </p:spPr>
      </p:pic>
      <p:sp>
        <p:nvSpPr>
          <p:cNvPr id="18" name="S06_A01_rise_88"/>
          <p:cNvSpPr txBox="1"/>
          <p:nvPr/>
        </p:nvSpPr>
        <p:spPr>
          <a:xfrm>
            <a:off x="4983480" y="2057400"/>
            <a:ext cx="2743200" cy="320040"/>
          </a:xfrm>
          <a:prstGeom prst="rect">
            <a:avLst/>
          </a:prstGeom>
          <a:noFill/>
          <a:ln/>
        </p:spPr>
        <p:txBody>
          <a:bodyPr wrap="square" lIns="0" tIns="0" rIns="0" bIns="0" rtlCol="0" anchor="t"/>
          <a:lstStyle/>
          <a:p>
            <a:pPr marL="0" indent="0">
              <a:buNone/>
            </a:pPr>
            <a:r>
              <a:rPr lang="en-US" sz="1600" dirty="0">
                <a:solidFill>
                  <a:srgbClr val="17132E"/>
                </a:solidFill>
                <a:latin typeface="Segoe UI Semibold" pitchFamily="34" charset="0"/>
                <a:ea typeface="Segoe UI Semibold" pitchFamily="34" charset="-122"/>
                <a:cs typeface="Segoe UI Semibold" pitchFamily="34" charset="-120"/>
              </a:rPr>
              <a:t>Historique</a:t>
            </a:r>
            <a:endParaRPr lang="en-US" sz="1600" dirty="0"/>
          </a:p>
        </p:txBody>
      </p:sp>
      <p:sp>
        <p:nvSpPr>
          <p:cNvPr id="19" name="S06_A01_rise_89"/>
          <p:cNvSpPr txBox="1"/>
          <p:nvPr/>
        </p:nvSpPr>
        <p:spPr>
          <a:xfrm>
            <a:off x="4983480" y="2404872"/>
            <a:ext cx="2743200" cy="640080"/>
          </a:xfrm>
          <a:prstGeom prst="rect">
            <a:avLst/>
          </a:prstGeom>
          <a:noFill/>
          <a:ln/>
        </p:spPr>
        <p:txBody>
          <a:bodyPr wrap="square" lIns="0" tIns="0" rIns="0" bIns="0" rtlCol="0" anchor="t"/>
          <a:lstStyle/>
          <a:p>
            <a:pPr marL="0" indent="0">
              <a:buNone/>
            </a:pPr>
            <a:r>
              <a:rPr lang="fr-FR" sz="1100" i="1" dirty="0">
                <a:solidFill>
                  <a:srgbClr val="6E6A85"/>
                </a:solidFill>
                <a:latin typeface="Segoe UI" pitchFamily="34" charset="0"/>
                <a:ea typeface="Segoe UI" pitchFamily="34" charset="-122"/>
                <a:cs typeface="Segoe UI" pitchFamily="34" charset="-120"/>
              </a:rPr>
              <a:t>créé en mars 2026</a:t>
            </a:r>
            <a:endParaRPr lang="en-US" sz="1100" dirty="0"/>
          </a:p>
        </p:txBody>
      </p:sp>
      <p:sp>
        <p:nvSpPr>
          <p:cNvPr id="20" name="S06_A02_rise_90"/>
          <p:cNvSpPr/>
          <p:nvPr/>
        </p:nvSpPr>
        <p:spPr>
          <a:xfrm>
            <a:off x="3840480" y="3310128"/>
            <a:ext cx="4023360" cy="1335024"/>
          </a:xfrm>
          <a:prstGeom prst="roundRect">
            <a:avLst>
              <a:gd name="adj" fmla="val 10959"/>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21" name="S06_A02_rise_91"/>
          <p:cNvSpPr/>
          <p:nvPr/>
        </p:nvSpPr>
        <p:spPr>
          <a:xfrm>
            <a:off x="4069080" y="3611880"/>
            <a:ext cx="731520" cy="731520"/>
          </a:xfrm>
          <a:prstGeom prst="ellipse">
            <a:avLst/>
          </a:prstGeom>
          <a:solidFill>
            <a:srgbClr val="EEE9FD"/>
          </a:solidFill>
          <a:ln w="9525">
            <a:solidFill>
              <a:srgbClr val="D6CCFA"/>
            </a:solidFill>
            <a:prstDash val="solid"/>
          </a:ln>
        </p:spPr>
      </p:sp>
      <p:pic>
        <p:nvPicPr>
          <p:cNvPr id="22" name="S06_A02_rise_92" descr="preencoded.png"/>
          <p:cNvPicPr>
            <a:picLocks noChangeAspect="1"/>
          </p:cNvPicPr>
          <p:nvPr/>
        </p:nvPicPr>
        <p:blipFill>
          <a:blip r:embed="rId7"/>
          <a:stretch>
            <a:fillRect/>
          </a:stretch>
        </p:blipFill>
        <p:spPr>
          <a:xfrm>
            <a:off x="4259275" y="3802075"/>
            <a:ext cx="351130" cy="351130"/>
          </a:xfrm>
          <a:prstGeom prst="rect">
            <a:avLst/>
          </a:prstGeom>
        </p:spPr>
      </p:pic>
      <p:sp>
        <p:nvSpPr>
          <p:cNvPr id="23" name="S06_A02_rise_93"/>
          <p:cNvSpPr txBox="1"/>
          <p:nvPr/>
        </p:nvSpPr>
        <p:spPr>
          <a:xfrm>
            <a:off x="4983480" y="3538728"/>
            <a:ext cx="2743200" cy="320040"/>
          </a:xfrm>
          <a:prstGeom prst="rect">
            <a:avLst/>
          </a:prstGeom>
          <a:noFill/>
          <a:ln/>
        </p:spPr>
        <p:txBody>
          <a:bodyPr wrap="square" lIns="0" tIns="0" rIns="0" bIns="0" rtlCol="0" anchor="t"/>
          <a:lstStyle/>
          <a:p>
            <a:pPr marL="0" indent="0">
              <a:buNone/>
            </a:pPr>
            <a:r>
              <a:rPr lang="en-US" sz="1600" dirty="0">
                <a:solidFill>
                  <a:srgbClr val="17132E"/>
                </a:solidFill>
                <a:latin typeface="Segoe UI Semibold" pitchFamily="34" charset="0"/>
                <a:ea typeface="Segoe UI Semibold" pitchFamily="34" charset="-122"/>
                <a:cs typeface="Segoe UI Semibold" pitchFamily="34" charset="-120"/>
              </a:rPr>
              <a:t>Vision et missions</a:t>
            </a:r>
            <a:endParaRPr lang="en-US" sz="1600" dirty="0"/>
          </a:p>
        </p:txBody>
      </p:sp>
      <p:sp>
        <p:nvSpPr>
          <p:cNvPr id="24" name="S06_A02_rise_94"/>
          <p:cNvSpPr txBox="1"/>
          <p:nvPr/>
        </p:nvSpPr>
        <p:spPr>
          <a:xfrm>
            <a:off x="4983480" y="3886200"/>
            <a:ext cx="2743200" cy="640080"/>
          </a:xfrm>
          <a:prstGeom prst="rect">
            <a:avLst/>
          </a:prstGeom>
          <a:noFill/>
          <a:ln/>
        </p:spPr>
        <p:txBody>
          <a:bodyPr wrap="square" lIns="0" tIns="0" rIns="0" bIns="0" rtlCol="0" anchor="t"/>
          <a:lstStyle/>
          <a:p>
            <a:pPr marL="0" indent="0">
              <a:buNone/>
            </a:pPr>
            <a:r>
              <a:rPr lang="fr-FR" sz="1100" i="1" dirty="0">
                <a:solidFill>
                  <a:srgbClr val="6E6A85"/>
                </a:solidFill>
                <a:latin typeface="Segoe UI" pitchFamily="34" charset="0"/>
                <a:cs typeface="Segoe UI" pitchFamily="34" charset="-120"/>
              </a:rPr>
              <a:t>Proposé des technologie innovante au particulier </a:t>
            </a:r>
            <a:endParaRPr lang="en-US" sz="1100" dirty="0"/>
          </a:p>
        </p:txBody>
      </p:sp>
      <p:sp>
        <p:nvSpPr>
          <p:cNvPr id="25" name="S06_A03_rise_95"/>
          <p:cNvSpPr/>
          <p:nvPr/>
        </p:nvSpPr>
        <p:spPr>
          <a:xfrm>
            <a:off x="3840480" y="4791456"/>
            <a:ext cx="4023360" cy="1335024"/>
          </a:xfrm>
          <a:prstGeom prst="roundRect">
            <a:avLst>
              <a:gd name="adj" fmla="val 10959"/>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26" name="S06_A03_rise_96"/>
          <p:cNvSpPr/>
          <p:nvPr/>
        </p:nvSpPr>
        <p:spPr>
          <a:xfrm>
            <a:off x="4069080" y="5093208"/>
            <a:ext cx="731520" cy="731520"/>
          </a:xfrm>
          <a:prstGeom prst="ellipse">
            <a:avLst/>
          </a:prstGeom>
          <a:solidFill>
            <a:srgbClr val="EEE9FD"/>
          </a:solidFill>
          <a:ln w="9525">
            <a:solidFill>
              <a:srgbClr val="D6CCFA"/>
            </a:solidFill>
            <a:prstDash val="solid"/>
          </a:ln>
        </p:spPr>
      </p:sp>
      <p:pic>
        <p:nvPicPr>
          <p:cNvPr id="27" name="S06_A03_rise_97" descr="preencoded.png"/>
          <p:cNvPicPr>
            <a:picLocks noChangeAspect="1"/>
          </p:cNvPicPr>
          <p:nvPr/>
        </p:nvPicPr>
        <p:blipFill>
          <a:blip r:embed="rId8"/>
          <a:stretch>
            <a:fillRect/>
          </a:stretch>
        </p:blipFill>
        <p:spPr>
          <a:xfrm>
            <a:off x="4259275" y="5283403"/>
            <a:ext cx="351130" cy="351130"/>
          </a:xfrm>
          <a:prstGeom prst="rect">
            <a:avLst/>
          </a:prstGeom>
        </p:spPr>
      </p:pic>
      <p:sp>
        <p:nvSpPr>
          <p:cNvPr id="28" name="S06_A03_rise_98"/>
          <p:cNvSpPr txBox="1"/>
          <p:nvPr/>
        </p:nvSpPr>
        <p:spPr>
          <a:xfrm>
            <a:off x="4983480" y="5020056"/>
            <a:ext cx="2743200" cy="320040"/>
          </a:xfrm>
          <a:prstGeom prst="rect">
            <a:avLst/>
          </a:prstGeom>
          <a:noFill/>
          <a:ln/>
        </p:spPr>
        <p:txBody>
          <a:bodyPr wrap="square" lIns="0" tIns="0" rIns="0" bIns="0" rtlCol="0" anchor="t"/>
          <a:lstStyle/>
          <a:p>
            <a:pPr marL="0" indent="0">
              <a:buNone/>
            </a:pPr>
            <a:r>
              <a:rPr lang="en-US" sz="1600" dirty="0">
                <a:solidFill>
                  <a:srgbClr val="17132E"/>
                </a:solidFill>
                <a:latin typeface="Segoe UI Semibold" pitchFamily="34" charset="0"/>
                <a:ea typeface="Segoe UI Semibold" pitchFamily="34" charset="-122"/>
                <a:cs typeface="Segoe UI Semibold" pitchFamily="34" charset="-120"/>
              </a:rPr>
              <a:t>Services</a:t>
            </a:r>
            <a:endParaRPr lang="en-US" sz="1600" dirty="0"/>
          </a:p>
        </p:txBody>
      </p:sp>
      <p:sp>
        <p:nvSpPr>
          <p:cNvPr id="29" name="S06_A03_rise_99"/>
          <p:cNvSpPr txBox="1"/>
          <p:nvPr/>
        </p:nvSpPr>
        <p:spPr>
          <a:xfrm>
            <a:off x="4983480" y="5367528"/>
            <a:ext cx="2971800" cy="640080"/>
          </a:xfrm>
          <a:prstGeom prst="rect">
            <a:avLst/>
          </a:prstGeom>
          <a:noFill/>
          <a:ln/>
        </p:spPr>
        <p:txBody>
          <a:bodyPr wrap="square" lIns="0" tIns="0" rIns="0" bIns="0" rtlCol="0" anchor="t"/>
          <a:lstStyle/>
          <a:p>
            <a:pPr marL="171450" indent="-171450">
              <a:buFont typeface="Wingdings" panose="05000000000000000000" pitchFamily="2" charset="2"/>
              <a:buChar char="Ø"/>
            </a:pPr>
            <a:r>
              <a:rPr lang="en-US" sz="1100" i="1" dirty="0">
                <a:solidFill>
                  <a:srgbClr val="6E6A85"/>
                </a:solidFill>
                <a:latin typeface="Segoe UI" pitchFamily="34" charset="0"/>
                <a:ea typeface="Segoe UI" pitchFamily="34" charset="-122"/>
                <a:cs typeface="Segoe UI" pitchFamily="34" charset="-120"/>
              </a:rPr>
              <a:t>Conception des solution </a:t>
            </a:r>
            <a:r>
              <a:rPr lang="en-US" sz="1100" i="1" dirty="0" err="1">
                <a:solidFill>
                  <a:srgbClr val="6E6A85"/>
                </a:solidFill>
                <a:latin typeface="Segoe UI" pitchFamily="34" charset="0"/>
                <a:ea typeface="Segoe UI" pitchFamily="34" charset="-122"/>
                <a:cs typeface="Segoe UI" pitchFamily="34" charset="-120"/>
              </a:rPr>
              <a:t>numerique</a:t>
            </a:r>
            <a:endParaRPr lang="en-US" sz="1100" i="1" dirty="0">
              <a:solidFill>
                <a:srgbClr val="6E6A85"/>
              </a:solidFill>
              <a:latin typeface="Segoe UI" pitchFamily="34" charset="0"/>
              <a:ea typeface="Segoe UI" pitchFamily="34" charset="-122"/>
              <a:cs typeface="Segoe UI" pitchFamily="34" charset="-120"/>
            </a:endParaRPr>
          </a:p>
          <a:p>
            <a:pPr marL="171450" indent="-171450">
              <a:buFont typeface="Wingdings" panose="05000000000000000000" pitchFamily="2" charset="2"/>
              <a:buChar char="Ø"/>
            </a:pPr>
            <a:r>
              <a:rPr lang="en-US" sz="1100" i="1" dirty="0">
                <a:solidFill>
                  <a:srgbClr val="6E6A85"/>
                </a:solidFill>
                <a:latin typeface="Segoe UI" pitchFamily="34" charset="0"/>
                <a:cs typeface="Segoe UI" pitchFamily="34" charset="-120"/>
              </a:rPr>
              <a:t>Services de </a:t>
            </a:r>
            <a:r>
              <a:rPr lang="en-US" sz="1100" i="1" dirty="0" err="1">
                <a:solidFill>
                  <a:srgbClr val="6E6A85"/>
                </a:solidFill>
                <a:latin typeface="Segoe UI" pitchFamily="34" charset="0"/>
                <a:cs typeface="Segoe UI" pitchFamily="34" charset="-120"/>
              </a:rPr>
              <a:t>geolocalisation</a:t>
            </a:r>
            <a:r>
              <a:rPr lang="en-US" sz="1100" i="1" dirty="0">
                <a:solidFill>
                  <a:srgbClr val="6E6A85"/>
                </a:solidFill>
                <a:latin typeface="Segoe UI" pitchFamily="34" charset="0"/>
                <a:cs typeface="Segoe UI" pitchFamily="34" charset="-120"/>
              </a:rPr>
              <a:t> </a:t>
            </a:r>
            <a:r>
              <a:rPr lang="en-US" sz="1100" i="1" dirty="0" err="1">
                <a:solidFill>
                  <a:srgbClr val="6E6A85"/>
                </a:solidFill>
                <a:latin typeface="Segoe UI" pitchFamily="34" charset="0"/>
                <a:cs typeface="Segoe UI" pitchFamily="34" charset="-120"/>
              </a:rPr>
              <a:t>gps</a:t>
            </a:r>
            <a:r>
              <a:rPr lang="en-US" sz="1100" i="1" dirty="0">
                <a:solidFill>
                  <a:srgbClr val="6E6A85"/>
                </a:solidFill>
                <a:latin typeface="Segoe UI" pitchFamily="34" charset="0"/>
                <a:cs typeface="Segoe UI" pitchFamily="34" charset="-120"/>
              </a:rPr>
              <a:t> pour les </a:t>
            </a:r>
            <a:r>
              <a:rPr lang="en-US" sz="1100" i="1" dirty="0" err="1">
                <a:solidFill>
                  <a:srgbClr val="6E6A85"/>
                </a:solidFill>
                <a:latin typeface="Segoe UI" pitchFamily="34" charset="0"/>
                <a:cs typeface="Segoe UI" pitchFamily="34" charset="-120"/>
              </a:rPr>
              <a:t>vehicule</a:t>
            </a:r>
            <a:endParaRPr lang="en-US" sz="1100" i="1" dirty="0">
              <a:solidFill>
                <a:srgbClr val="6E6A85"/>
              </a:solidFill>
              <a:latin typeface="Segoe UI" pitchFamily="34" charset="0"/>
              <a:cs typeface="Segoe UI" pitchFamily="34" charset="-120"/>
            </a:endParaRPr>
          </a:p>
          <a:p>
            <a:pPr marL="171450" indent="-171450">
              <a:buFont typeface="Wingdings" panose="05000000000000000000" pitchFamily="2" charset="2"/>
              <a:buChar char="Ø"/>
            </a:pPr>
            <a:r>
              <a:rPr lang="en-US" sz="1100" i="1" dirty="0">
                <a:solidFill>
                  <a:srgbClr val="6E6A85"/>
                </a:solidFill>
                <a:latin typeface="Segoe UI" pitchFamily="34" charset="0"/>
                <a:cs typeface="Segoe UI" pitchFamily="34" charset="-120"/>
              </a:rPr>
              <a:t>Jeux en </a:t>
            </a:r>
            <a:r>
              <a:rPr lang="en-US" sz="1100" i="1" dirty="0" err="1">
                <a:solidFill>
                  <a:srgbClr val="6E6A85"/>
                </a:solidFill>
                <a:latin typeface="Segoe UI" pitchFamily="34" charset="0"/>
                <a:cs typeface="Segoe UI" pitchFamily="34" charset="-120"/>
              </a:rPr>
              <a:t>ligne</a:t>
            </a:r>
            <a:endParaRPr lang="en-US" sz="1100" dirty="0"/>
          </a:p>
        </p:txBody>
      </p:sp>
      <p:sp>
        <p:nvSpPr>
          <p:cNvPr id="30" name="S06_A04_zoom_100"/>
          <p:cNvSpPr/>
          <p:nvPr/>
        </p:nvSpPr>
        <p:spPr>
          <a:xfrm>
            <a:off x="8138160" y="1828800"/>
            <a:ext cx="3502152" cy="2971800"/>
          </a:xfrm>
          <a:prstGeom prst="roundRect">
            <a:avLst>
              <a:gd name="adj" fmla="val 4308"/>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pic>
        <p:nvPicPr>
          <p:cNvPr id="31" name="S06_A04_zoom_101" descr="assets/map.jpg"/>
          <p:cNvPicPr>
            <a:picLocks noChangeAspect="1"/>
          </p:cNvPicPr>
          <p:nvPr/>
        </p:nvPicPr>
        <p:blipFill>
          <a:blip r:embed="rId9"/>
          <a:stretch>
            <a:fillRect/>
          </a:stretch>
        </p:blipFill>
        <p:spPr>
          <a:xfrm>
            <a:off x="8229600" y="1920240"/>
            <a:ext cx="3319272" cy="2478024"/>
          </a:xfrm>
          <a:prstGeom prst="rect">
            <a:avLst/>
          </a:prstGeom>
        </p:spPr>
      </p:pic>
      <p:sp>
        <p:nvSpPr>
          <p:cNvPr id="32" name="S06_A04_zoom_102"/>
          <p:cNvSpPr txBox="1"/>
          <p:nvPr/>
        </p:nvSpPr>
        <p:spPr>
          <a:xfrm>
            <a:off x="8229600" y="4443984"/>
            <a:ext cx="3319272" cy="274320"/>
          </a:xfrm>
          <a:prstGeom prst="rect">
            <a:avLst/>
          </a:prstGeom>
          <a:noFill/>
          <a:ln/>
        </p:spPr>
        <p:txBody>
          <a:bodyPr wrap="square" lIns="0" tIns="0" rIns="0" bIns="0" rtlCol="0" anchor="t"/>
          <a:lstStyle/>
          <a:p>
            <a:pPr marL="0" indent="0" algn="ctr">
              <a:buNone/>
            </a:pPr>
            <a:r>
              <a:rPr lang="en-US" sz="1050" i="1" dirty="0">
                <a:solidFill>
                  <a:srgbClr val="6B6785"/>
                </a:solidFill>
                <a:latin typeface="Segoe UI" pitchFamily="34" charset="0"/>
                <a:ea typeface="Segoe UI" pitchFamily="34" charset="-122"/>
                <a:cs typeface="Segoe UI" pitchFamily="34" charset="-120"/>
              </a:rPr>
              <a:t>Plan de localisation</a:t>
            </a:r>
            <a:endParaRPr lang="en-US" sz="1050" dirty="0"/>
          </a:p>
        </p:txBody>
      </p:sp>
      <p:sp>
        <p:nvSpPr>
          <p:cNvPr id="33" name="S06_A05_rise_103"/>
          <p:cNvSpPr/>
          <p:nvPr/>
        </p:nvSpPr>
        <p:spPr>
          <a:xfrm>
            <a:off x="8138160" y="4983480"/>
            <a:ext cx="3502152" cy="1188720"/>
          </a:xfrm>
          <a:prstGeom prst="roundRect">
            <a:avLst>
              <a:gd name="adj" fmla="val 12308"/>
            </a:avLst>
          </a:prstGeom>
          <a:solidFill>
            <a:srgbClr val="F3EFFF"/>
          </a:solidFill>
          <a:ln w="12700">
            <a:solidFill>
              <a:srgbClr val="C9B8FF"/>
            </a:solidFill>
            <a:prstDash val="solid"/>
          </a:ln>
        </p:spPr>
      </p:sp>
      <p:sp>
        <p:nvSpPr>
          <p:cNvPr id="34" name="S06_A05_rise_104"/>
          <p:cNvSpPr txBox="1"/>
          <p:nvPr/>
        </p:nvSpPr>
        <p:spPr>
          <a:xfrm>
            <a:off x="8366760" y="5138928"/>
            <a:ext cx="3108960" cy="228600"/>
          </a:xfrm>
          <a:prstGeom prst="rect">
            <a:avLst/>
          </a:prstGeom>
          <a:noFill/>
          <a:ln/>
        </p:spPr>
        <p:txBody>
          <a:bodyPr wrap="square" lIns="0" tIns="0" rIns="0" bIns="0" rtlCol="0" anchor="t"/>
          <a:lstStyle/>
          <a:p>
            <a:pPr marL="0" indent="0">
              <a:buNone/>
            </a:pPr>
            <a:r>
              <a:rPr lang="en-US" sz="900" b="1" kern="0" spc="150" dirty="0">
                <a:solidFill>
                  <a:srgbClr val="5B2FD6"/>
                </a:solidFill>
                <a:latin typeface="Segoe UI" pitchFamily="34" charset="0"/>
                <a:ea typeface="Segoe UI" pitchFamily="34" charset="-122"/>
                <a:cs typeface="Segoe UI" pitchFamily="34" charset="-120"/>
              </a:rPr>
              <a:t>PÉRIODE DE STAGE</a:t>
            </a:r>
            <a:endParaRPr lang="en-US" sz="900" dirty="0"/>
          </a:p>
        </p:txBody>
      </p:sp>
      <p:sp>
        <p:nvSpPr>
          <p:cNvPr id="35" name="S06_A05_rise_105"/>
          <p:cNvSpPr txBox="1"/>
          <p:nvPr/>
        </p:nvSpPr>
        <p:spPr>
          <a:xfrm>
            <a:off x="8366760" y="5413248"/>
            <a:ext cx="3108960" cy="320040"/>
          </a:xfrm>
          <a:prstGeom prst="rect">
            <a:avLst/>
          </a:prstGeom>
          <a:noFill/>
          <a:ln/>
        </p:spPr>
        <p:txBody>
          <a:bodyPr wrap="square" lIns="0" tIns="0" rIns="0" bIns="0" rtlCol="0" anchor="t"/>
          <a:lstStyle/>
          <a:p>
            <a:pPr marL="0" indent="0">
              <a:buNone/>
            </a:pPr>
            <a:r>
              <a:rPr lang="en-US" sz="1500" dirty="0">
                <a:solidFill>
                  <a:srgbClr val="17132E"/>
                </a:solidFill>
                <a:latin typeface="Segoe UI Semibold" pitchFamily="34" charset="0"/>
                <a:ea typeface="Segoe UI Semibold" pitchFamily="34" charset="-122"/>
                <a:cs typeface="Segoe UI Semibold" pitchFamily="34" charset="-120"/>
              </a:rPr>
              <a:t>06 juillet → 30 septembre 2026</a:t>
            </a:r>
            <a:endParaRPr lang="en-US" sz="1500" dirty="0"/>
          </a:p>
        </p:txBody>
      </p:sp>
      <p:sp>
        <p:nvSpPr>
          <p:cNvPr id="36" name="S06_A05_rise_106"/>
          <p:cNvSpPr txBox="1"/>
          <p:nvPr/>
        </p:nvSpPr>
        <p:spPr>
          <a:xfrm>
            <a:off x="8366760" y="5760720"/>
            <a:ext cx="3108960" cy="274320"/>
          </a:xfrm>
          <a:prstGeom prst="rect">
            <a:avLst/>
          </a:prstGeom>
          <a:noFill/>
          <a:ln/>
        </p:spPr>
        <p:txBody>
          <a:bodyPr wrap="square" lIns="0" tIns="0" rIns="0" bIns="0" rtlCol="0" anchor="t"/>
          <a:lstStyle/>
          <a:p>
            <a:pPr marL="0" indent="0">
              <a:buNone/>
            </a:pPr>
            <a:r>
              <a:rPr lang="en-US" sz="1050" dirty="0">
                <a:solidFill>
                  <a:srgbClr val="3E3A56"/>
                </a:solidFill>
                <a:latin typeface="Segoe UI" pitchFamily="34" charset="0"/>
                <a:ea typeface="Segoe UI" pitchFamily="34" charset="-122"/>
                <a:cs typeface="Segoe UI" pitchFamily="34" charset="-120"/>
              </a:rPr>
              <a:t>Encadrement : M. NSANGOU Ghislain</a:t>
            </a:r>
            <a:endParaRPr lang="en-US" sz="1050" dirty="0"/>
          </a:p>
        </p:txBody>
      </p:sp>
      <p:sp>
        <p:nvSpPr>
          <p:cNvPr id="37" name="!!NavPill"/>
          <p:cNvSpPr/>
          <p:nvPr/>
        </p:nvSpPr>
        <p:spPr>
          <a:xfrm>
            <a:off x="1719072" y="6382512"/>
            <a:ext cx="1097280" cy="274320"/>
          </a:xfrm>
          <a:prstGeom prst="roundRect">
            <a:avLst>
              <a:gd name="adj" fmla="val 50000"/>
            </a:avLst>
          </a:prstGeom>
          <a:solidFill>
            <a:srgbClr val="5B2FD6"/>
          </a:solidFill>
          <a:ln w="9525">
            <a:solidFill>
              <a:srgbClr val="7C5CFF"/>
            </a:solidFill>
            <a:prstDash val="solid"/>
          </a:ln>
        </p:spPr>
      </p:sp>
      <p:sp>
        <p:nvSpPr>
          <p:cNvPr id="38" name="Text 30"/>
          <p:cNvSpPr txBox="1"/>
          <p:nvPr/>
        </p:nvSpPr>
        <p:spPr>
          <a:xfrm>
            <a:off x="54864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Introduction</a:t>
            </a:r>
            <a:endParaRPr lang="en-US" sz="900" dirty="0"/>
          </a:p>
        </p:txBody>
      </p:sp>
      <p:sp>
        <p:nvSpPr>
          <p:cNvPr id="39" name="Text 31"/>
          <p:cNvSpPr txBox="1"/>
          <p:nvPr/>
        </p:nvSpPr>
        <p:spPr>
          <a:xfrm>
            <a:off x="1719072" y="6382512"/>
            <a:ext cx="10972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Segoe UI" pitchFamily="34" charset="0"/>
                <a:ea typeface="Segoe UI" pitchFamily="34" charset="-122"/>
                <a:cs typeface="Segoe UI" pitchFamily="34" charset="-120"/>
              </a:rPr>
              <a:t>Entreprise</a:t>
            </a:r>
            <a:endParaRPr lang="en-US" sz="900" dirty="0"/>
          </a:p>
        </p:txBody>
      </p:sp>
      <p:sp>
        <p:nvSpPr>
          <p:cNvPr id="40" name="Text 32"/>
          <p:cNvSpPr txBox="1"/>
          <p:nvPr/>
        </p:nvSpPr>
        <p:spPr>
          <a:xfrm>
            <a:off x="2889504"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Contexte</a:t>
            </a:r>
            <a:endParaRPr lang="en-US" sz="900" dirty="0"/>
          </a:p>
        </p:txBody>
      </p:sp>
      <p:sp>
        <p:nvSpPr>
          <p:cNvPr id="41" name="Text 33"/>
          <p:cNvSpPr txBox="1"/>
          <p:nvPr/>
        </p:nvSpPr>
        <p:spPr>
          <a:xfrm>
            <a:off x="4059936"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Méthodologie</a:t>
            </a:r>
            <a:endParaRPr lang="en-US" sz="900" dirty="0"/>
          </a:p>
        </p:txBody>
      </p:sp>
      <p:sp>
        <p:nvSpPr>
          <p:cNvPr id="42" name="Text 34"/>
          <p:cNvSpPr txBox="1"/>
          <p:nvPr/>
        </p:nvSpPr>
        <p:spPr>
          <a:xfrm>
            <a:off x="5230368"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Résultats</a:t>
            </a:r>
            <a:endParaRPr lang="en-US" sz="900" dirty="0"/>
          </a:p>
        </p:txBody>
      </p:sp>
      <p:sp>
        <p:nvSpPr>
          <p:cNvPr id="43" name="Text 35"/>
          <p:cNvSpPr txBox="1"/>
          <p:nvPr/>
        </p:nvSpPr>
        <p:spPr>
          <a:xfrm>
            <a:off x="640080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Conclusion</a:t>
            </a:r>
            <a:endParaRPr lang="en-US" sz="900" dirty="0"/>
          </a:p>
        </p:txBody>
      </p:sp>
      <p:sp>
        <p:nvSpPr>
          <p:cNvPr id="44" name="Text 36"/>
          <p:cNvSpPr txBox="1"/>
          <p:nvPr/>
        </p:nvSpPr>
        <p:spPr>
          <a:xfrm>
            <a:off x="8412480" y="6382512"/>
            <a:ext cx="3227832" cy="274320"/>
          </a:xfrm>
          <a:prstGeom prst="rect">
            <a:avLst/>
          </a:prstGeom>
          <a:noFill/>
          <a:ln/>
        </p:spPr>
        <p:txBody>
          <a:bodyPr wrap="square" lIns="0" tIns="0" rIns="0" bIns="0" rtlCol="0" anchor="ctr"/>
          <a:lstStyle/>
          <a:p>
            <a:pPr marL="0" indent="0" algn="r">
              <a:buNone/>
            </a:pPr>
            <a:r>
              <a:rPr lang="en-US" sz="900" dirty="0">
                <a:solidFill>
                  <a:srgbClr val="6E6A85"/>
                </a:solidFill>
                <a:latin typeface="Segoe UI" pitchFamily="34" charset="0"/>
                <a:ea typeface="Segoe UI" pitchFamily="34" charset="-122"/>
                <a:cs typeface="Segoe UI" pitchFamily="34" charset="-120"/>
              </a:rPr>
              <a:t>FEUNOU FOSSO Otniel</a:t>
            </a:r>
            <a:r>
              <a:rPr lang="en-US" sz="900" b="1" dirty="0">
                <a:solidFill>
                  <a:srgbClr val="5B2FD6"/>
                </a:solidFill>
                <a:latin typeface="Segoe UI" pitchFamily="34" charset="0"/>
                <a:ea typeface="Segoe UI" pitchFamily="34" charset="-122"/>
                <a:cs typeface="Segoe UI" pitchFamily="34" charset="-120"/>
              </a:rPr>
              <a:t>   06</a:t>
            </a:r>
            <a:endParaRPr lang="en-US" sz="900" dirty="0"/>
          </a:p>
        </p:txBody>
      </p:sp>
      <mc:AlternateContent xmlns:mc="http://schemas.openxmlformats.org/markup-compatibility/2006">
        <mc:Choice xmlns:am3d="http://schemas.microsoft.com/office/drawing/2017/model3d" Requires="am3d">
          <p:graphicFrame>
            <p:nvGraphicFramePr>
              <p:cNvPr id="45" name="!!GearBig" descr="Engrenage 3D animé">
                <a:extLst>
                  <a:ext uri="{FF2B5EF4-FFF2-40B4-BE49-F238E27FC236}">
                    <a16:creationId xmlns:a16="http://schemas.microsoft.com/office/drawing/2014/main" id="{A82D587F-40E7-4E7C-AA8B-8F3FE861988F}"/>
                  </a:ext>
                </a:extLst>
              </p:cNvPr>
              <p:cNvGraphicFramePr>
                <a:graphicFrameLocks/>
              </p:cNvGraphicFramePr>
              <p:nvPr>
                <p:extLst>
                  <p:ext uri="{D42A27DB-BD31-4B8C-83A1-F6EECF244321}">
                    <p14:modId xmlns:p14="http://schemas.microsoft.com/office/powerpoint/2010/main" val="2284682051"/>
                  </p:ext>
                </p:extLst>
              </p:nvPr>
            </p:nvGraphicFramePr>
            <p:xfrm>
              <a:off x="10195560" y="320040"/>
              <a:ext cx="1097280" cy="1097280"/>
            </p:xfrm>
            <a:graphic>
              <a:graphicData uri="http://schemas.microsoft.com/office/drawing/2017/model3d">
                <am3d:model3d r:embed="rId10" r:link="rId11">
                  <am3d:spPr>
                    <a:xfrm>
                      <a:off x="0" y="0"/>
                      <a:ext cx="1097280" cy="1097280"/>
                    </a:xfrm>
                    <a:prstGeom prst="rect">
                      <a:avLst/>
                    </a:prstGeom>
                  </am3d:spPr>
                  <am3d:camera>
                    <am3d:pos x="0" y="158400000" z="158400000"/>
                    <am3d:up dx="0" dy="36000000" dz="0"/>
                    <am3d:lookAt x="0" y="0" z="0"/>
                    <am3d:perspective fov="660000"/>
                  </am3d:camera>
                  <am3d:trans>
                    <am3d:meterPerModelUnit n="404766" d="1000000"/>
                    <am3d:preTrans dx="0" dy="0" dz="0"/>
                    <am3d:scale>
                      <am3d:sx n="1000000" d="1000000"/>
                      <am3d:sy n="1000000" d="1000000"/>
                      <am3d:sz n="1000000" d="1000000"/>
                    </am3d:scale>
                    <am3d:rot ay="14400000"/>
                    <am3d:postTrans dx="0" dy="0" dz="0"/>
                  </am3d:trans>
                  <am3d:raster rName="Office3DRenderer" rVer="16.0.8326">
                    <am3d:blip r:embed="rId12"/>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45" name="!!GearBig" descr="Engrenage 3D animé">
                <a:extLst>
                  <a:ext uri="{FF2B5EF4-FFF2-40B4-BE49-F238E27FC236}">
                    <a16:creationId xmlns:a16="http://schemas.microsoft.com/office/drawing/2014/main" id="{A82D587F-40E7-4E7C-AA8B-8F3FE861988F}"/>
                  </a:ext>
                </a:extLst>
              </p:cNvPr>
              <p:cNvPicPr>
                <a:picLocks noGrp="1" noRot="1" noChangeAspect="1" noMove="1" noResize="1" noEditPoints="1" noAdjustHandles="1" noChangeArrowheads="1" noChangeShapeType="1" noCrop="1"/>
              </p:cNvPicPr>
              <p:nvPr/>
            </p:nvPicPr>
            <p:blipFill>
              <a:blip r:embed="rId12"/>
              <a:stretch>
                <a:fillRect/>
              </a:stretch>
            </p:blipFill>
            <p:spPr>
              <a:xfrm>
                <a:off x="10195560" y="320040"/>
                <a:ext cx="1097280" cy="109728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46" name="!!GearSmall" descr="Engrenage 3D animé">
                <a:extLst>
                  <a:ext uri="{FF2B5EF4-FFF2-40B4-BE49-F238E27FC236}">
                    <a16:creationId xmlns:a16="http://schemas.microsoft.com/office/drawing/2014/main" id="{17C96A24-DD53-4727-B283-26C5EE9A124D}"/>
                  </a:ext>
                </a:extLst>
              </p:cNvPr>
              <p:cNvGraphicFramePr>
                <a:graphicFrameLocks/>
              </p:cNvGraphicFramePr>
              <p:nvPr>
                <p:extLst>
                  <p:ext uri="{D42A27DB-BD31-4B8C-83A1-F6EECF244321}">
                    <p14:modId xmlns:p14="http://schemas.microsoft.com/office/powerpoint/2010/main" val="2757634432"/>
                  </p:ext>
                </p:extLst>
              </p:nvPr>
            </p:nvGraphicFramePr>
            <p:xfrm>
              <a:off x="11150194" y="742493"/>
              <a:ext cx="779069" cy="779069"/>
            </p:xfrm>
            <a:graphic>
              <a:graphicData uri="http://schemas.microsoft.com/office/drawing/2017/model3d">
                <am3d:model3d r:embed="rId13" r:link="rId14">
                  <am3d:spPr>
                    <a:xfrm>
                      <a:off x="0" y="0"/>
                      <a:ext cx="779069" cy="779069"/>
                    </a:xfrm>
                    <a:prstGeom prst="rect">
                      <a:avLst/>
                    </a:prstGeom>
                  </am3d:spPr>
                  <am3d:camera>
                    <am3d:pos x="0" y="158400000" z="158400000"/>
                    <am3d:up dx="0" dy="36000000" dz="0"/>
                    <am3d:lookAt x="0" y="0" z="0"/>
                    <am3d:perspective fov="660000"/>
                  </am3d:camera>
                  <am3d:trans>
                    <am3d:meterPerModelUnit n="573084" d="1000000"/>
                    <am3d:preTrans dx="0" dy="0" dz="0"/>
                    <am3d:scale>
                      <am3d:sx n="1000000" d="1000000"/>
                      <am3d:sy n="1000000" d="1000000"/>
                      <am3d:sz n="1000000" d="1000000"/>
                    </am3d:scale>
                    <am3d:rot ay="10800000"/>
                    <am3d:postTrans dx="0" dy="0" dz="0"/>
                  </am3d:trans>
                  <am3d:raster rName="Office3DRenderer" rVer="16.0.8326">
                    <am3d:blip r:embed="rId15"/>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46" name="!!GearSmall" descr="Engrenage 3D animé">
                <a:extLst>
                  <a:ext uri="{FF2B5EF4-FFF2-40B4-BE49-F238E27FC236}">
                    <a16:creationId xmlns:a16="http://schemas.microsoft.com/office/drawing/2014/main" id="{17C96A24-DD53-4727-B283-26C5EE9A124D}"/>
                  </a:ext>
                </a:extLst>
              </p:cNvPr>
              <p:cNvPicPr>
                <a:picLocks noGrp="1" noRot="1" noChangeAspect="1" noMove="1" noResize="1" noEditPoints="1" noAdjustHandles="1" noChangeArrowheads="1" noChangeShapeType="1" noCrop="1"/>
              </p:cNvPicPr>
              <p:nvPr/>
            </p:nvPicPr>
            <p:blipFill>
              <a:blip r:embed="rId15"/>
              <a:stretch>
                <a:fillRect/>
              </a:stretch>
            </p:blipFill>
            <p:spPr>
              <a:xfrm>
                <a:off x="11150194" y="742493"/>
                <a:ext cx="779069" cy="779069"/>
              </a:xfrm>
              <a:prstGeom prst="rect">
                <a:avLst/>
              </a:prstGeom>
            </p:spPr>
          </p:pic>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mph" presetSubtype="128" repeatCount="indefinite" fill="hold" nodeType="withEffect">
                                  <p:stCondLst>
                                    <p:cond delay="0"/>
                                  </p:stCondLst>
                                  <p:childTnLst>
                                    <p:animRot by="21600000">
                                      <p:cBhvr>
                                        <p:cTn id="6" dur="16000" fill="hold"/>
                                        <p:tgtEl>
                                          <p:spTgt spid="45"/>
                                        </p:tgtEl>
                                        <p:attrNameLst>
                                          <p:attrName>3d.view.rotation.y</p:attrName>
                                        </p:attrNameLst>
                                      </p:cBhvr>
                                    </p:animRot>
                                  </p:childTnLst>
                                </p:cTn>
                              </p:par>
                              <p:par>
                                <p:cTn id="7" presetID="37" presetClass="emph" presetSubtype="128" repeatCount="indefinite" fill="hold" nodeType="withEffect">
                                  <p:stCondLst>
                                    <p:cond delay="0"/>
                                  </p:stCondLst>
                                  <p:childTnLst>
                                    <p:animRot by="-21600000">
                                      <p:cBhvr>
                                        <p:cTn id="8" dur="10667" fill="hold"/>
                                        <p:tgtEl>
                                          <p:spTgt spid="46"/>
                                        </p:tgtEl>
                                        <p:attrNameLst>
                                          <p:attrName>3d.view.rotation.y</p:attrName>
                                        </p:attrNameLst>
                                      </p:cBhvr>
                                    </p:animRot>
                                  </p:childTnLst>
                                </p:cTn>
                              </p:par>
                              <p:par>
                                <p:cTn id="9" presetID="53" presetClass="entr" presetSubtype="16" fill="hold" nodeType="withEffect">
                                  <p:stCondLst>
                                    <p:cond delay="350"/>
                                  </p:stCondLst>
                                  <p:childTnLst>
                                    <p:set>
                                      <p:cBhvr>
                                        <p:cTn id="10" dur="1" fill="hold">
                                          <p:stCondLst>
                                            <p:cond delay="0"/>
                                          </p:stCondLst>
                                        </p:cTn>
                                        <p:tgtEl>
                                          <p:spTgt spid="6"/>
                                        </p:tgtEl>
                                        <p:attrNameLst>
                                          <p:attrName>style.visibility</p:attrName>
                                        </p:attrNameLst>
                                      </p:cBhvr>
                                      <p:to>
                                        <p:strVal val="visible"/>
                                      </p:to>
                                    </p:set>
                                    <p:anim calcmode="lin" valueType="num">
                                      <p:cBhvr>
                                        <p:cTn id="11" dur="550" fill="hold"/>
                                        <p:tgtEl>
                                          <p:spTgt spid="6"/>
                                        </p:tgtEl>
                                        <p:attrNameLst>
                                          <p:attrName>ppt_w</p:attrName>
                                        </p:attrNameLst>
                                      </p:cBhvr>
                                      <p:tavLst>
                                        <p:tav tm="0">
                                          <p:val>
                                            <p:fltVal val="0"/>
                                          </p:val>
                                        </p:tav>
                                        <p:tav tm="100000">
                                          <p:val>
                                            <p:strVal val="#ppt_w"/>
                                          </p:val>
                                        </p:tav>
                                      </p:tavLst>
                                    </p:anim>
                                    <p:anim calcmode="lin" valueType="num">
                                      <p:cBhvr>
                                        <p:cTn id="12" dur="550" fill="hold"/>
                                        <p:tgtEl>
                                          <p:spTgt spid="6"/>
                                        </p:tgtEl>
                                        <p:attrNameLst>
                                          <p:attrName>ppt_h</p:attrName>
                                        </p:attrNameLst>
                                      </p:cBhvr>
                                      <p:tavLst>
                                        <p:tav tm="0">
                                          <p:val>
                                            <p:fltVal val="0"/>
                                          </p:val>
                                        </p:tav>
                                        <p:tav tm="100000">
                                          <p:val>
                                            <p:strVal val="#ppt_h"/>
                                          </p:val>
                                        </p:tav>
                                      </p:tavLst>
                                    </p:anim>
                                    <p:animEffect transition="in" filter="fade">
                                      <p:cBhvr>
                                        <p:cTn id="13" dur="550"/>
                                        <p:tgtEl>
                                          <p:spTgt spid="6"/>
                                        </p:tgtEl>
                                      </p:cBhvr>
                                    </p:animEffect>
                                  </p:childTnLst>
                                </p:cTn>
                              </p:par>
                              <p:par>
                                <p:cTn id="14" presetID="53" presetClass="entr" presetSubtype="16" fill="hold" nodeType="withEffect">
                                  <p:stCondLst>
                                    <p:cond delay="350"/>
                                  </p:stCondLst>
                                  <p:childTnLst>
                                    <p:set>
                                      <p:cBhvr>
                                        <p:cTn id="15" dur="1" fill="hold">
                                          <p:stCondLst>
                                            <p:cond delay="0"/>
                                          </p:stCondLst>
                                        </p:cTn>
                                        <p:tgtEl>
                                          <p:spTgt spid="7"/>
                                        </p:tgtEl>
                                        <p:attrNameLst>
                                          <p:attrName>style.visibility</p:attrName>
                                        </p:attrNameLst>
                                      </p:cBhvr>
                                      <p:to>
                                        <p:strVal val="visible"/>
                                      </p:to>
                                    </p:set>
                                    <p:anim calcmode="lin" valueType="num">
                                      <p:cBhvr>
                                        <p:cTn id="16" dur="550" fill="hold"/>
                                        <p:tgtEl>
                                          <p:spTgt spid="7"/>
                                        </p:tgtEl>
                                        <p:attrNameLst>
                                          <p:attrName>ppt_w</p:attrName>
                                        </p:attrNameLst>
                                      </p:cBhvr>
                                      <p:tavLst>
                                        <p:tav tm="0">
                                          <p:val>
                                            <p:fltVal val="0"/>
                                          </p:val>
                                        </p:tav>
                                        <p:tav tm="100000">
                                          <p:val>
                                            <p:strVal val="#ppt_w"/>
                                          </p:val>
                                        </p:tav>
                                      </p:tavLst>
                                    </p:anim>
                                    <p:anim calcmode="lin" valueType="num">
                                      <p:cBhvr>
                                        <p:cTn id="17" dur="550" fill="hold"/>
                                        <p:tgtEl>
                                          <p:spTgt spid="7"/>
                                        </p:tgtEl>
                                        <p:attrNameLst>
                                          <p:attrName>ppt_h</p:attrName>
                                        </p:attrNameLst>
                                      </p:cBhvr>
                                      <p:tavLst>
                                        <p:tav tm="0">
                                          <p:val>
                                            <p:fltVal val="0"/>
                                          </p:val>
                                        </p:tav>
                                        <p:tav tm="100000">
                                          <p:val>
                                            <p:strVal val="#ppt_h"/>
                                          </p:val>
                                        </p:tav>
                                      </p:tavLst>
                                    </p:anim>
                                    <p:animEffect transition="in" filter="fade">
                                      <p:cBhvr>
                                        <p:cTn id="18" dur="550"/>
                                        <p:tgtEl>
                                          <p:spTgt spid="7"/>
                                        </p:tgtEl>
                                      </p:cBhvr>
                                    </p:animEffect>
                                  </p:childTnLst>
                                </p:cTn>
                              </p:par>
                              <p:par>
                                <p:cTn id="19" presetID="53" presetClass="entr" presetSubtype="16" fill="hold" nodeType="withEffect">
                                  <p:stCondLst>
                                    <p:cond delay="350"/>
                                  </p:stCondLst>
                                  <p:childTnLst>
                                    <p:set>
                                      <p:cBhvr>
                                        <p:cTn id="20" dur="1" fill="hold">
                                          <p:stCondLst>
                                            <p:cond delay="0"/>
                                          </p:stCondLst>
                                        </p:cTn>
                                        <p:tgtEl>
                                          <p:spTgt spid="8"/>
                                        </p:tgtEl>
                                        <p:attrNameLst>
                                          <p:attrName>style.visibility</p:attrName>
                                        </p:attrNameLst>
                                      </p:cBhvr>
                                      <p:to>
                                        <p:strVal val="visible"/>
                                      </p:to>
                                    </p:set>
                                    <p:anim calcmode="lin" valueType="num">
                                      <p:cBhvr>
                                        <p:cTn id="21" dur="550" fill="hold"/>
                                        <p:tgtEl>
                                          <p:spTgt spid="8"/>
                                        </p:tgtEl>
                                        <p:attrNameLst>
                                          <p:attrName>ppt_w</p:attrName>
                                        </p:attrNameLst>
                                      </p:cBhvr>
                                      <p:tavLst>
                                        <p:tav tm="0">
                                          <p:val>
                                            <p:fltVal val="0"/>
                                          </p:val>
                                        </p:tav>
                                        <p:tav tm="100000">
                                          <p:val>
                                            <p:strVal val="#ppt_w"/>
                                          </p:val>
                                        </p:tav>
                                      </p:tavLst>
                                    </p:anim>
                                    <p:anim calcmode="lin" valueType="num">
                                      <p:cBhvr>
                                        <p:cTn id="22" dur="550" fill="hold"/>
                                        <p:tgtEl>
                                          <p:spTgt spid="8"/>
                                        </p:tgtEl>
                                        <p:attrNameLst>
                                          <p:attrName>ppt_h</p:attrName>
                                        </p:attrNameLst>
                                      </p:cBhvr>
                                      <p:tavLst>
                                        <p:tav tm="0">
                                          <p:val>
                                            <p:fltVal val="0"/>
                                          </p:val>
                                        </p:tav>
                                        <p:tav tm="100000">
                                          <p:val>
                                            <p:strVal val="#ppt_h"/>
                                          </p:val>
                                        </p:tav>
                                      </p:tavLst>
                                    </p:anim>
                                    <p:animEffect transition="in" filter="fade">
                                      <p:cBhvr>
                                        <p:cTn id="23" dur="550"/>
                                        <p:tgtEl>
                                          <p:spTgt spid="8"/>
                                        </p:tgtEl>
                                      </p:cBhvr>
                                    </p:animEffect>
                                  </p:childTnLst>
                                </p:cTn>
                              </p:par>
                              <p:par>
                                <p:cTn id="24" presetID="53" presetClass="entr" presetSubtype="16" fill="hold" grpId="0" nodeType="withEffect">
                                  <p:stCondLst>
                                    <p:cond delay="350"/>
                                  </p:stCondLst>
                                  <p:childTnLst>
                                    <p:set>
                                      <p:cBhvr>
                                        <p:cTn id="25" dur="1" fill="hold">
                                          <p:stCondLst>
                                            <p:cond delay="0"/>
                                          </p:stCondLst>
                                        </p:cTn>
                                        <p:tgtEl>
                                          <p:spTgt spid="9"/>
                                        </p:tgtEl>
                                        <p:attrNameLst>
                                          <p:attrName>style.visibility</p:attrName>
                                        </p:attrNameLst>
                                      </p:cBhvr>
                                      <p:to>
                                        <p:strVal val="visible"/>
                                      </p:to>
                                    </p:set>
                                    <p:anim calcmode="lin" valueType="num">
                                      <p:cBhvr>
                                        <p:cTn id="26" dur="550" fill="hold"/>
                                        <p:tgtEl>
                                          <p:spTgt spid="9"/>
                                        </p:tgtEl>
                                        <p:attrNameLst>
                                          <p:attrName>ppt_w</p:attrName>
                                        </p:attrNameLst>
                                      </p:cBhvr>
                                      <p:tavLst>
                                        <p:tav tm="0">
                                          <p:val>
                                            <p:fltVal val="0"/>
                                          </p:val>
                                        </p:tav>
                                        <p:tav tm="100000">
                                          <p:val>
                                            <p:strVal val="#ppt_w"/>
                                          </p:val>
                                        </p:tav>
                                      </p:tavLst>
                                    </p:anim>
                                    <p:anim calcmode="lin" valueType="num">
                                      <p:cBhvr>
                                        <p:cTn id="27" dur="550" fill="hold"/>
                                        <p:tgtEl>
                                          <p:spTgt spid="9"/>
                                        </p:tgtEl>
                                        <p:attrNameLst>
                                          <p:attrName>ppt_h</p:attrName>
                                        </p:attrNameLst>
                                      </p:cBhvr>
                                      <p:tavLst>
                                        <p:tav tm="0">
                                          <p:val>
                                            <p:fltVal val="0"/>
                                          </p:val>
                                        </p:tav>
                                        <p:tav tm="100000">
                                          <p:val>
                                            <p:strVal val="#ppt_h"/>
                                          </p:val>
                                        </p:tav>
                                      </p:tavLst>
                                    </p:anim>
                                    <p:animEffect transition="in" filter="fade">
                                      <p:cBhvr>
                                        <p:cTn id="28" dur="550"/>
                                        <p:tgtEl>
                                          <p:spTgt spid="9"/>
                                        </p:tgtEl>
                                      </p:cBhvr>
                                    </p:animEffect>
                                  </p:childTnLst>
                                </p:cTn>
                              </p:par>
                              <p:par>
                                <p:cTn id="29" presetID="53" presetClass="entr" presetSubtype="16" fill="hold" grpId="0" nodeType="withEffect">
                                  <p:stCondLst>
                                    <p:cond delay="350"/>
                                  </p:stCondLst>
                                  <p:childTnLst>
                                    <p:set>
                                      <p:cBhvr>
                                        <p:cTn id="30" dur="1" fill="hold">
                                          <p:stCondLst>
                                            <p:cond delay="0"/>
                                          </p:stCondLst>
                                        </p:cTn>
                                        <p:tgtEl>
                                          <p:spTgt spid="10"/>
                                        </p:tgtEl>
                                        <p:attrNameLst>
                                          <p:attrName>style.visibility</p:attrName>
                                        </p:attrNameLst>
                                      </p:cBhvr>
                                      <p:to>
                                        <p:strVal val="visible"/>
                                      </p:to>
                                    </p:set>
                                    <p:anim calcmode="lin" valueType="num">
                                      <p:cBhvr>
                                        <p:cTn id="31" dur="550" fill="hold"/>
                                        <p:tgtEl>
                                          <p:spTgt spid="10"/>
                                        </p:tgtEl>
                                        <p:attrNameLst>
                                          <p:attrName>ppt_w</p:attrName>
                                        </p:attrNameLst>
                                      </p:cBhvr>
                                      <p:tavLst>
                                        <p:tav tm="0">
                                          <p:val>
                                            <p:fltVal val="0"/>
                                          </p:val>
                                        </p:tav>
                                        <p:tav tm="100000">
                                          <p:val>
                                            <p:strVal val="#ppt_w"/>
                                          </p:val>
                                        </p:tav>
                                      </p:tavLst>
                                    </p:anim>
                                    <p:anim calcmode="lin" valueType="num">
                                      <p:cBhvr>
                                        <p:cTn id="32" dur="550" fill="hold"/>
                                        <p:tgtEl>
                                          <p:spTgt spid="10"/>
                                        </p:tgtEl>
                                        <p:attrNameLst>
                                          <p:attrName>ppt_h</p:attrName>
                                        </p:attrNameLst>
                                      </p:cBhvr>
                                      <p:tavLst>
                                        <p:tav tm="0">
                                          <p:val>
                                            <p:fltVal val="0"/>
                                          </p:val>
                                        </p:tav>
                                        <p:tav tm="100000">
                                          <p:val>
                                            <p:strVal val="#ppt_h"/>
                                          </p:val>
                                        </p:tav>
                                      </p:tavLst>
                                    </p:anim>
                                    <p:animEffect transition="in" filter="fade">
                                      <p:cBhvr>
                                        <p:cTn id="33" dur="550"/>
                                        <p:tgtEl>
                                          <p:spTgt spid="10"/>
                                        </p:tgtEl>
                                      </p:cBhvr>
                                    </p:animEffect>
                                  </p:childTnLst>
                                </p:cTn>
                              </p:par>
                              <p:par>
                                <p:cTn id="34" presetID="53" presetClass="entr" presetSubtype="16" fill="hold" grpId="0" nodeType="withEffect">
                                  <p:stCondLst>
                                    <p:cond delay="350"/>
                                  </p:stCondLst>
                                  <p:childTnLst>
                                    <p:set>
                                      <p:cBhvr>
                                        <p:cTn id="35" dur="1" fill="hold">
                                          <p:stCondLst>
                                            <p:cond delay="0"/>
                                          </p:stCondLst>
                                        </p:cTn>
                                        <p:tgtEl>
                                          <p:spTgt spid="11"/>
                                        </p:tgtEl>
                                        <p:attrNameLst>
                                          <p:attrName>style.visibility</p:attrName>
                                        </p:attrNameLst>
                                      </p:cBhvr>
                                      <p:to>
                                        <p:strVal val="visible"/>
                                      </p:to>
                                    </p:set>
                                    <p:anim calcmode="lin" valueType="num">
                                      <p:cBhvr>
                                        <p:cTn id="36" dur="550" fill="hold"/>
                                        <p:tgtEl>
                                          <p:spTgt spid="11"/>
                                        </p:tgtEl>
                                        <p:attrNameLst>
                                          <p:attrName>ppt_w</p:attrName>
                                        </p:attrNameLst>
                                      </p:cBhvr>
                                      <p:tavLst>
                                        <p:tav tm="0">
                                          <p:val>
                                            <p:fltVal val="0"/>
                                          </p:val>
                                        </p:tav>
                                        <p:tav tm="100000">
                                          <p:val>
                                            <p:strVal val="#ppt_w"/>
                                          </p:val>
                                        </p:tav>
                                      </p:tavLst>
                                    </p:anim>
                                    <p:anim calcmode="lin" valueType="num">
                                      <p:cBhvr>
                                        <p:cTn id="37" dur="550" fill="hold"/>
                                        <p:tgtEl>
                                          <p:spTgt spid="11"/>
                                        </p:tgtEl>
                                        <p:attrNameLst>
                                          <p:attrName>ppt_h</p:attrName>
                                        </p:attrNameLst>
                                      </p:cBhvr>
                                      <p:tavLst>
                                        <p:tav tm="0">
                                          <p:val>
                                            <p:fltVal val="0"/>
                                          </p:val>
                                        </p:tav>
                                        <p:tav tm="100000">
                                          <p:val>
                                            <p:strVal val="#ppt_h"/>
                                          </p:val>
                                        </p:tav>
                                      </p:tavLst>
                                    </p:anim>
                                    <p:animEffect transition="in" filter="fade">
                                      <p:cBhvr>
                                        <p:cTn id="38" dur="550"/>
                                        <p:tgtEl>
                                          <p:spTgt spid="11"/>
                                        </p:tgtEl>
                                      </p:cBhvr>
                                    </p:animEffect>
                                  </p:childTnLst>
                                </p:cTn>
                              </p:par>
                              <p:par>
                                <p:cTn id="39" presetID="53" presetClass="entr" presetSubtype="16" fill="hold" grpId="0" nodeType="withEffect">
                                  <p:stCondLst>
                                    <p:cond delay="350"/>
                                  </p:stCondLst>
                                  <p:childTnLst>
                                    <p:set>
                                      <p:cBhvr>
                                        <p:cTn id="40" dur="1" fill="hold">
                                          <p:stCondLst>
                                            <p:cond delay="0"/>
                                          </p:stCondLst>
                                        </p:cTn>
                                        <p:tgtEl>
                                          <p:spTgt spid="12"/>
                                        </p:tgtEl>
                                        <p:attrNameLst>
                                          <p:attrName>style.visibility</p:attrName>
                                        </p:attrNameLst>
                                      </p:cBhvr>
                                      <p:to>
                                        <p:strVal val="visible"/>
                                      </p:to>
                                    </p:set>
                                    <p:anim calcmode="lin" valueType="num">
                                      <p:cBhvr>
                                        <p:cTn id="41" dur="550" fill="hold"/>
                                        <p:tgtEl>
                                          <p:spTgt spid="12"/>
                                        </p:tgtEl>
                                        <p:attrNameLst>
                                          <p:attrName>ppt_w</p:attrName>
                                        </p:attrNameLst>
                                      </p:cBhvr>
                                      <p:tavLst>
                                        <p:tav tm="0">
                                          <p:val>
                                            <p:fltVal val="0"/>
                                          </p:val>
                                        </p:tav>
                                        <p:tav tm="100000">
                                          <p:val>
                                            <p:strVal val="#ppt_w"/>
                                          </p:val>
                                        </p:tav>
                                      </p:tavLst>
                                    </p:anim>
                                    <p:anim calcmode="lin" valueType="num">
                                      <p:cBhvr>
                                        <p:cTn id="42" dur="550" fill="hold"/>
                                        <p:tgtEl>
                                          <p:spTgt spid="12"/>
                                        </p:tgtEl>
                                        <p:attrNameLst>
                                          <p:attrName>ppt_h</p:attrName>
                                        </p:attrNameLst>
                                      </p:cBhvr>
                                      <p:tavLst>
                                        <p:tav tm="0">
                                          <p:val>
                                            <p:fltVal val="0"/>
                                          </p:val>
                                        </p:tav>
                                        <p:tav tm="100000">
                                          <p:val>
                                            <p:strVal val="#ppt_h"/>
                                          </p:val>
                                        </p:tav>
                                      </p:tavLst>
                                    </p:anim>
                                    <p:animEffect transition="in" filter="fade">
                                      <p:cBhvr>
                                        <p:cTn id="43" dur="550"/>
                                        <p:tgtEl>
                                          <p:spTgt spid="12"/>
                                        </p:tgtEl>
                                      </p:cBhvr>
                                    </p:animEffect>
                                  </p:childTnLst>
                                </p:cTn>
                              </p:par>
                              <p:par>
                                <p:cTn id="44" presetID="53" presetClass="entr" presetSubtype="16" fill="hold" grpId="0" nodeType="withEffect">
                                  <p:stCondLst>
                                    <p:cond delay="350"/>
                                  </p:stCondLst>
                                  <p:childTnLst>
                                    <p:set>
                                      <p:cBhvr>
                                        <p:cTn id="45" dur="1" fill="hold">
                                          <p:stCondLst>
                                            <p:cond delay="0"/>
                                          </p:stCondLst>
                                        </p:cTn>
                                        <p:tgtEl>
                                          <p:spTgt spid="13"/>
                                        </p:tgtEl>
                                        <p:attrNameLst>
                                          <p:attrName>style.visibility</p:attrName>
                                        </p:attrNameLst>
                                      </p:cBhvr>
                                      <p:to>
                                        <p:strVal val="visible"/>
                                      </p:to>
                                    </p:set>
                                    <p:anim calcmode="lin" valueType="num">
                                      <p:cBhvr>
                                        <p:cTn id="46" dur="550" fill="hold"/>
                                        <p:tgtEl>
                                          <p:spTgt spid="13"/>
                                        </p:tgtEl>
                                        <p:attrNameLst>
                                          <p:attrName>ppt_w</p:attrName>
                                        </p:attrNameLst>
                                      </p:cBhvr>
                                      <p:tavLst>
                                        <p:tav tm="0">
                                          <p:val>
                                            <p:fltVal val="0"/>
                                          </p:val>
                                        </p:tav>
                                        <p:tav tm="100000">
                                          <p:val>
                                            <p:strVal val="#ppt_w"/>
                                          </p:val>
                                        </p:tav>
                                      </p:tavLst>
                                    </p:anim>
                                    <p:anim calcmode="lin" valueType="num">
                                      <p:cBhvr>
                                        <p:cTn id="47" dur="550" fill="hold"/>
                                        <p:tgtEl>
                                          <p:spTgt spid="13"/>
                                        </p:tgtEl>
                                        <p:attrNameLst>
                                          <p:attrName>ppt_h</p:attrName>
                                        </p:attrNameLst>
                                      </p:cBhvr>
                                      <p:tavLst>
                                        <p:tav tm="0">
                                          <p:val>
                                            <p:fltVal val="0"/>
                                          </p:val>
                                        </p:tav>
                                        <p:tav tm="100000">
                                          <p:val>
                                            <p:strVal val="#ppt_h"/>
                                          </p:val>
                                        </p:tav>
                                      </p:tavLst>
                                    </p:anim>
                                    <p:animEffect transition="in" filter="fade">
                                      <p:cBhvr>
                                        <p:cTn id="48" dur="550"/>
                                        <p:tgtEl>
                                          <p:spTgt spid="13"/>
                                        </p:tgtEl>
                                      </p:cBhvr>
                                    </p:animEffect>
                                  </p:childTnLst>
                                </p:cTn>
                              </p:par>
                              <p:par>
                                <p:cTn id="49" presetID="53" presetClass="entr" presetSubtype="16" fill="hold" grpId="0" nodeType="withEffect">
                                  <p:stCondLst>
                                    <p:cond delay="350"/>
                                  </p:stCondLst>
                                  <p:childTnLst>
                                    <p:set>
                                      <p:cBhvr>
                                        <p:cTn id="50" dur="1" fill="hold">
                                          <p:stCondLst>
                                            <p:cond delay="0"/>
                                          </p:stCondLst>
                                        </p:cTn>
                                        <p:tgtEl>
                                          <p:spTgt spid="14"/>
                                        </p:tgtEl>
                                        <p:attrNameLst>
                                          <p:attrName>style.visibility</p:attrName>
                                        </p:attrNameLst>
                                      </p:cBhvr>
                                      <p:to>
                                        <p:strVal val="visible"/>
                                      </p:to>
                                    </p:set>
                                    <p:anim calcmode="lin" valueType="num">
                                      <p:cBhvr>
                                        <p:cTn id="51" dur="550" fill="hold"/>
                                        <p:tgtEl>
                                          <p:spTgt spid="14"/>
                                        </p:tgtEl>
                                        <p:attrNameLst>
                                          <p:attrName>ppt_w</p:attrName>
                                        </p:attrNameLst>
                                      </p:cBhvr>
                                      <p:tavLst>
                                        <p:tav tm="0">
                                          <p:val>
                                            <p:fltVal val="0"/>
                                          </p:val>
                                        </p:tav>
                                        <p:tav tm="100000">
                                          <p:val>
                                            <p:strVal val="#ppt_w"/>
                                          </p:val>
                                        </p:tav>
                                      </p:tavLst>
                                    </p:anim>
                                    <p:anim calcmode="lin" valueType="num">
                                      <p:cBhvr>
                                        <p:cTn id="52" dur="550" fill="hold"/>
                                        <p:tgtEl>
                                          <p:spTgt spid="14"/>
                                        </p:tgtEl>
                                        <p:attrNameLst>
                                          <p:attrName>ppt_h</p:attrName>
                                        </p:attrNameLst>
                                      </p:cBhvr>
                                      <p:tavLst>
                                        <p:tav tm="0">
                                          <p:val>
                                            <p:fltVal val="0"/>
                                          </p:val>
                                        </p:tav>
                                        <p:tav tm="100000">
                                          <p:val>
                                            <p:strVal val="#ppt_h"/>
                                          </p:val>
                                        </p:tav>
                                      </p:tavLst>
                                    </p:anim>
                                    <p:animEffect transition="in" filter="fade">
                                      <p:cBhvr>
                                        <p:cTn id="53" dur="550"/>
                                        <p:tgtEl>
                                          <p:spTgt spid="14"/>
                                        </p:tgtEl>
                                      </p:cBhvr>
                                    </p:animEffect>
                                  </p:childTnLst>
                                </p:cTn>
                              </p:par>
                              <p:par>
                                <p:cTn id="54" presetID="42" presetClass="entr" presetSubtype="0" fill="hold" nodeType="withEffect">
                                  <p:stCondLst>
                                    <p:cond delay="51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550"/>
                                        <p:tgtEl>
                                          <p:spTgt spid="15"/>
                                        </p:tgtEl>
                                      </p:cBhvr>
                                    </p:animEffect>
                                    <p:anim calcmode="lin" valueType="num">
                                      <p:cBhvr>
                                        <p:cTn id="57" dur="550" fill="hold"/>
                                        <p:tgtEl>
                                          <p:spTgt spid="15"/>
                                        </p:tgtEl>
                                        <p:attrNameLst>
                                          <p:attrName>ppt_x</p:attrName>
                                        </p:attrNameLst>
                                      </p:cBhvr>
                                      <p:tavLst>
                                        <p:tav tm="0">
                                          <p:val>
                                            <p:strVal val="#ppt_x"/>
                                          </p:val>
                                        </p:tav>
                                        <p:tav tm="100000">
                                          <p:val>
                                            <p:strVal val="#ppt_x"/>
                                          </p:val>
                                        </p:tav>
                                      </p:tavLst>
                                    </p:anim>
                                    <p:anim calcmode="lin" valueType="num">
                                      <p:cBhvr>
                                        <p:cTn id="58" dur="550" fill="hold"/>
                                        <p:tgtEl>
                                          <p:spTgt spid="15"/>
                                        </p:tgtEl>
                                        <p:attrNameLst>
                                          <p:attrName>ppt_y</p:attrName>
                                        </p:attrNameLst>
                                      </p:cBhvr>
                                      <p:tavLst>
                                        <p:tav tm="0">
                                          <p:val>
                                            <p:strVal val="#ppt_y+.1"/>
                                          </p:val>
                                        </p:tav>
                                        <p:tav tm="100000">
                                          <p:val>
                                            <p:strVal val="#ppt_y"/>
                                          </p:val>
                                        </p:tav>
                                      </p:tavLst>
                                    </p:anim>
                                  </p:childTnLst>
                                </p:cTn>
                              </p:par>
                              <p:par>
                                <p:cTn id="59" presetID="42" presetClass="entr" presetSubtype="0" fill="hold" nodeType="withEffect">
                                  <p:stCondLst>
                                    <p:cond delay="510"/>
                                  </p:stCondLst>
                                  <p:childTnLst>
                                    <p:set>
                                      <p:cBhvr>
                                        <p:cTn id="60" dur="1" fill="hold">
                                          <p:stCondLst>
                                            <p:cond delay="0"/>
                                          </p:stCondLst>
                                        </p:cTn>
                                        <p:tgtEl>
                                          <p:spTgt spid="16"/>
                                        </p:tgtEl>
                                        <p:attrNameLst>
                                          <p:attrName>style.visibility</p:attrName>
                                        </p:attrNameLst>
                                      </p:cBhvr>
                                      <p:to>
                                        <p:strVal val="visible"/>
                                      </p:to>
                                    </p:set>
                                    <p:animEffect transition="in" filter="fade">
                                      <p:cBhvr>
                                        <p:cTn id="61" dur="550"/>
                                        <p:tgtEl>
                                          <p:spTgt spid="16"/>
                                        </p:tgtEl>
                                      </p:cBhvr>
                                    </p:animEffect>
                                    <p:anim calcmode="lin" valueType="num">
                                      <p:cBhvr>
                                        <p:cTn id="62" dur="550" fill="hold"/>
                                        <p:tgtEl>
                                          <p:spTgt spid="16"/>
                                        </p:tgtEl>
                                        <p:attrNameLst>
                                          <p:attrName>ppt_x</p:attrName>
                                        </p:attrNameLst>
                                      </p:cBhvr>
                                      <p:tavLst>
                                        <p:tav tm="0">
                                          <p:val>
                                            <p:strVal val="#ppt_x"/>
                                          </p:val>
                                        </p:tav>
                                        <p:tav tm="100000">
                                          <p:val>
                                            <p:strVal val="#ppt_x"/>
                                          </p:val>
                                        </p:tav>
                                      </p:tavLst>
                                    </p:anim>
                                    <p:anim calcmode="lin" valueType="num">
                                      <p:cBhvr>
                                        <p:cTn id="63" dur="550" fill="hold"/>
                                        <p:tgtEl>
                                          <p:spTgt spid="16"/>
                                        </p:tgtEl>
                                        <p:attrNameLst>
                                          <p:attrName>ppt_y</p:attrName>
                                        </p:attrNameLst>
                                      </p:cBhvr>
                                      <p:tavLst>
                                        <p:tav tm="0">
                                          <p:val>
                                            <p:strVal val="#ppt_y+.1"/>
                                          </p:val>
                                        </p:tav>
                                        <p:tav tm="100000">
                                          <p:val>
                                            <p:strVal val="#ppt_y"/>
                                          </p:val>
                                        </p:tav>
                                      </p:tavLst>
                                    </p:anim>
                                  </p:childTnLst>
                                </p:cTn>
                              </p:par>
                              <p:par>
                                <p:cTn id="64" presetID="42" presetClass="entr" presetSubtype="0" fill="hold" nodeType="withEffect">
                                  <p:stCondLst>
                                    <p:cond delay="51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550"/>
                                        <p:tgtEl>
                                          <p:spTgt spid="17"/>
                                        </p:tgtEl>
                                      </p:cBhvr>
                                    </p:animEffect>
                                    <p:anim calcmode="lin" valueType="num">
                                      <p:cBhvr>
                                        <p:cTn id="67" dur="550" fill="hold"/>
                                        <p:tgtEl>
                                          <p:spTgt spid="17"/>
                                        </p:tgtEl>
                                        <p:attrNameLst>
                                          <p:attrName>ppt_x</p:attrName>
                                        </p:attrNameLst>
                                      </p:cBhvr>
                                      <p:tavLst>
                                        <p:tav tm="0">
                                          <p:val>
                                            <p:strVal val="#ppt_x"/>
                                          </p:val>
                                        </p:tav>
                                        <p:tav tm="100000">
                                          <p:val>
                                            <p:strVal val="#ppt_x"/>
                                          </p:val>
                                        </p:tav>
                                      </p:tavLst>
                                    </p:anim>
                                    <p:anim calcmode="lin" valueType="num">
                                      <p:cBhvr>
                                        <p:cTn id="68" dur="550" fill="hold"/>
                                        <p:tgtEl>
                                          <p:spTgt spid="17"/>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510"/>
                                  </p:stCondLst>
                                  <p:childTnLst>
                                    <p:set>
                                      <p:cBhvr>
                                        <p:cTn id="70" dur="1" fill="hold">
                                          <p:stCondLst>
                                            <p:cond delay="0"/>
                                          </p:stCondLst>
                                        </p:cTn>
                                        <p:tgtEl>
                                          <p:spTgt spid="18"/>
                                        </p:tgtEl>
                                        <p:attrNameLst>
                                          <p:attrName>style.visibility</p:attrName>
                                        </p:attrNameLst>
                                      </p:cBhvr>
                                      <p:to>
                                        <p:strVal val="visible"/>
                                      </p:to>
                                    </p:set>
                                    <p:animEffect transition="in" filter="fade">
                                      <p:cBhvr>
                                        <p:cTn id="71" dur="550"/>
                                        <p:tgtEl>
                                          <p:spTgt spid="18"/>
                                        </p:tgtEl>
                                      </p:cBhvr>
                                    </p:animEffect>
                                    <p:anim calcmode="lin" valueType="num">
                                      <p:cBhvr>
                                        <p:cTn id="72" dur="550" fill="hold"/>
                                        <p:tgtEl>
                                          <p:spTgt spid="18"/>
                                        </p:tgtEl>
                                        <p:attrNameLst>
                                          <p:attrName>ppt_x</p:attrName>
                                        </p:attrNameLst>
                                      </p:cBhvr>
                                      <p:tavLst>
                                        <p:tav tm="0">
                                          <p:val>
                                            <p:strVal val="#ppt_x"/>
                                          </p:val>
                                        </p:tav>
                                        <p:tav tm="100000">
                                          <p:val>
                                            <p:strVal val="#ppt_x"/>
                                          </p:val>
                                        </p:tav>
                                      </p:tavLst>
                                    </p:anim>
                                    <p:anim calcmode="lin" valueType="num">
                                      <p:cBhvr>
                                        <p:cTn id="73" dur="550" fill="hold"/>
                                        <p:tgtEl>
                                          <p:spTgt spid="18"/>
                                        </p:tgtEl>
                                        <p:attrNameLst>
                                          <p:attrName>ppt_y</p:attrName>
                                        </p:attrNameLst>
                                      </p:cBhvr>
                                      <p:tavLst>
                                        <p:tav tm="0">
                                          <p:val>
                                            <p:strVal val="#ppt_y+.1"/>
                                          </p:val>
                                        </p:tav>
                                        <p:tav tm="100000">
                                          <p:val>
                                            <p:strVal val="#ppt_y"/>
                                          </p:val>
                                        </p:tav>
                                      </p:tavLst>
                                    </p:anim>
                                  </p:childTnLst>
                                </p:cTn>
                              </p:par>
                              <p:par>
                                <p:cTn id="74" presetID="42" presetClass="entr" presetSubtype="0" fill="hold" grpId="0" nodeType="withEffect">
                                  <p:stCondLst>
                                    <p:cond delay="510"/>
                                  </p:stCondLst>
                                  <p:childTnLst>
                                    <p:set>
                                      <p:cBhvr>
                                        <p:cTn id="75" dur="1" fill="hold">
                                          <p:stCondLst>
                                            <p:cond delay="0"/>
                                          </p:stCondLst>
                                        </p:cTn>
                                        <p:tgtEl>
                                          <p:spTgt spid="19"/>
                                        </p:tgtEl>
                                        <p:attrNameLst>
                                          <p:attrName>style.visibility</p:attrName>
                                        </p:attrNameLst>
                                      </p:cBhvr>
                                      <p:to>
                                        <p:strVal val="visible"/>
                                      </p:to>
                                    </p:set>
                                    <p:animEffect transition="in" filter="fade">
                                      <p:cBhvr>
                                        <p:cTn id="76" dur="550"/>
                                        <p:tgtEl>
                                          <p:spTgt spid="19"/>
                                        </p:tgtEl>
                                      </p:cBhvr>
                                    </p:animEffect>
                                    <p:anim calcmode="lin" valueType="num">
                                      <p:cBhvr>
                                        <p:cTn id="77" dur="550" fill="hold"/>
                                        <p:tgtEl>
                                          <p:spTgt spid="19"/>
                                        </p:tgtEl>
                                        <p:attrNameLst>
                                          <p:attrName>ppt_x</p:attrName>
                                        </p:attrNameLst>
                                      </p:cBhvr>
                                      <p:tavLst>
                                        <p:tav tm="0">
                                          <p:val>
                                            <p:strVal val="#ppt_x"/>
                                          </p:val>
                                        </p:tav>
                                        <p:tav tm="100000">
                                          <p:val>
                                            <p:strVal val="#ppt_x"/>
                                          </p:val>
                                        </p:tav>
                                      </p:tavLst>
                                    </p:anim>
                                    <p:anim calcmode="lin" valueType="num">
                                      <p:cBhvr>
                                        <p:cTn id="78" dur="550" fill="hold"/>
                                        <p:tgtEl>
                                          <p:spTgt spid="19"/>
                                        </p:tgtEl>
                                        <p:attrNameLst>
                                          <p:attrName>ppt_y</p:attrName>
                                        </p:attrNameLst>
                                      </p:cBhvr>
                                      <p:tavLst>
                                        <p:tav tm="0">
                                          <p:val>
                                            <p:strVal val="#ppt_y+.1"/>
                                          </p:val>
                                        </p:tav>
                                        <p:tav tm="100000">
                                          <p:val>
                                            <p:strVal val="#ppt_y"/>
                                          </p:val>
                                        </p:tav>
                                      </p:tavLst>
                                    </p:anim>
                                  </p:childTnLst>
                                </p:cTn>
                              </p:par>
                              <p:par>
                                <p:cTn id="79" presetID="42" presetClass="entr" presetSubtype="0" fill="hold" nodeType="withEffect">
                                  <p:stCondLst>
                                    <p:cond delay="670"/>
                                  </p:stCondLst>
                                  <p:childTnLst>
                                    <p:set>
                                      <p:cBhvr>
                                        <p:cTn id="80" dur="1" fill="hold">
                                          <p:stCondLst>
                                            <p:cond delay="0"/>
                                          </p:stCondLst>
                                        </p:cTn>
                                        <p:tgtEl>
                                          <p:spTgt spid="20"/>
                                        </p:tgtEl>
                                        <p:attrNameLst>
                                          <p:attrName>style.visibility</p:attrName>
                                        </p:attrNameLst>
                                      </p:cBhvr>
                                      <p:to>
                                        <p:strVal val="visible"/>
                                      </p:to>
                                    </p:set>
                                    <p:animEffect transition="in" filter="fade">
                                      <p:cBhvr>
                                        <p:cTn id="81" dur="550"/>
                                        <p:tgtEl>
                                          <p:spTgt spid="20"/>
                                        </p:tgtEl>
                                      </p:cBhvr>
                                    </p:animEffect>
                                    <p:anim calcmode="lin" valueType="num">
                                      <p:cBhvr>
                                        <p:cTn id="82" dur="550" fill="hold"/>
                                        <p:tgtEl>
                                          <p:spTgt spid="20"/>
                                        </p:tgtEl>
                                        <p:attrNameLst>
                                          <p:attrName>ppt_x</p:attrName>
                                        </p:attrNameLst>
                                      </p:cBhvr>
                                      <p:tavLst>
                                        <p:tav tm="0">
                                          <p:val>
                                            <p:strVal val="#ppt_x"/>
                                          </p:val>
                                        </p:tav>
                                        <p:tav tm="100000">
                                          <p:val>
                                            <p:strVal val="#ppt_x"/>
                                          </p:val>
                                        </p:tav>
                                      </p:tavLst>
                                    </p:anim>
                                    <p:anim calcmode="lin" valueType="num">
                                      <p:cBhvr>
                                        <p:cTn id="83" dur="550" fill="hold"/>
                                        <p:tgtEl>
                                          <p:spTgt spid="20"/>
                                        </p:tgtEl>
                                        <p:attrNameLst>
                                          <p:attrName>ppt_y</p:attrName>
                                        </p:attrNameLst>
                                      </p:cBhvr>
                                      <p:tavLst>
                                        <p:tav tm="0">
                                          <p:val>
                                            <p:strVal val="#ppt_y+.1"/>
                                          </p:val>
                                        </p:tav>
                                        <p:tav tm="100000">
                                          <p:val>
                                            <p:strVal val="#ppt_y"/>
                                          </p:val>
                                        </p:tav>
                                      </p:tavLst>
                                    </p:anim>
                                  </p:childTnLst>
                                </p:cTn>
                              </p:par>
                              <p:par>
                                <p:cTn id="84" presetID="42" presetClass="entr" presetSubtype="0" fill="hold" nodeType="withEffect">
                                  <p:stCondLst>
                                    <p:cond delay="670"/>
                                  </p:stCondLst>
                                  <p:childTnLst>
                                    <p:set>
                                      <p:cBhvr>
                                        <p:cTn id="85" dur="1" fill="hold">
                                          <p:stCondLst>
                                            <p:cond delay="0"/>
                                          </p:stCondLst>
                                        </p:cTn>
                                        <p:tgtEl>
                                          <p:spTgt spid="21"/>
                                        </p:tgtEl>
                                        <p:attrNameLst>
                                          <p:attrName>style.visibility</p:attrName>
                                        </p:attrNameLst>
                                      </p:cBhvr>
                                      <p:to>
                                        <p:strVal val="visible"/>
                                      </p:to>
                                    </p:set>
                                    <p:animEffect transition="in" filter="fade">
                                      <p:cBhvr>
                                        <p:cTn id="86" dur="550"/>
                                        <p:tgtEl>
                                          <p:spTgt spid="21"/>
                                        </p:tgtEl>
                                      </p:cBhvr>
                                    </p:animEffect>
                                    <p:anim calcmode="lin" valueType="num">
                                      <p:cBhvr>
                                        <p:cTn id="87" dur="550" fill="hold"/>
                                        <p:tgtEl>
                                          <p:spTgt spid="21"/>
                                        </p:tgtEl>
                                        <p:attrNameLst>
                                          <p:attrName>ppt_x</p:attrName>
                                        </p:attrNameLst>
                                      </p:cBhvr>
                                      <p:tavLst>
                                        <p:tav tm="0">
                                          <p:val>
                                            <p:strVal val="#ppt_x"/>
                                          </p:val>
                                        </p:tav>
                                        <p:tav tm="100000">
                                          <p:val>
                                            <p:strVal val="#ppt_x"/>
                                          </p:val>
                                        </p:tav>
                                      </p:tavLst>
                                    </p:anim>
                                    <p:anim calcmode="lin" valueType="num">
                                      <p:cBhvr>
                                        <p:cTn id="88" dur="550" fill="hold"/>
                                        <p:tgtEl>
                                          <p:spTgt spid="21"/>
                                        </p:tgtEl>
                                        <p:attrNameLst>
                                          <p:attrName>ppt_y</p:attrName>
                                        </p:attrNameLst>
                                      </p:cBhvr>
                                      <p:tavLst>
                                        <p:tav tm="0">
                                          <p:val>
                                            <p:strVal val="#ppt_y+.1"/>
                                          </p:val>
                                        </p:tav>
                                        <p:tav tm="100000">
                                          <p:val>
                                            <p:strVal val="#ppt_y"/>
                                          </p:val>
                                        </p:tav>
                                      </p:tavLst>
                                    </p:anim>
                                  </p:childTnLst>
                                </p:cTn>
                              </p:par>
                              <p:par>
                                <p:cTn id="89" presetID="42" presetClass="entr" presetSubtype="0" fill="hold" nodeType="withEffect">
                                  <p:stCondLst>
                                    <p:cond delay="670"/>
                                  </p:stCondLst>
                                  <p:childTnLst>
                                    <p:set>
                                      <p:cBhvr>
                                        <p:cTn id="90" dur="1" fill="hold">
                                          <p:stCondLst>
                                            <p:cond delay="0"/>
                                          </p:stCondLst>
                                        </p:cTn>
                                        <p:tgtEl>
                                          <p:spTgt spid="22"/>
                                        </p:tgtEl>
                                        <p:attrNameLst>
                                          <p:attrName>style.visibility</p:attrName>
                                        </p:attrNameLst>
                                      </p:cBhvr>
                                      <p:to>
                                        <p:strVal val="visible"/>
                                      </p:to>
                                    </p:set>
                                    <p:animEffect transition="in" filter="fade">
                                      <p:cBhvr>
                                        <p:cTn id="91" dur="550"/>
                                        <p:tgtEl>
                                          <p:spTgt spid="22"/>
                                        </p:tgtEl>
                                      </p:cBhvr>
                                    </p:animEffect>
                                    <p:anim calcmode="lin" valueType="num">
                                      <p:cBhvr>
                                        <p:cTn id="92" dur="550" fill="hold"/>
                                        <p:tgtEl>
                                          <p:spTgt spid="22"/>
                                        </p:tgtEl>
                                        <p:attrNameLst>
                                          <p:attrName>ppt_x</p:attrName>
                                        </p:attrNameLst>
                                      </p:cBhvr>
                                      <p:tavLst>
                                        <p:tav tm="0">
                                          <p:val>
                                            <p:strVal val="#ppt_x"/>
                                          </p:val>
                                        </p:tav>
                                        <p:tav tm="100000">
                                          <p:val>
                                            <p:strVal val="#ppt_x"/>
                                          </p:val>
                                        </p:tav>
                                      </p:tavLst>
                                    </p:anim>
                                    <p:anim calcmode="lin" valueType="num">
                                      <p:cBhvr>
                                        <p:cTn id="93" dur="550" fill="hold"/>
                                        <p:tgtEl>
                                          <p:spTgt spid="22"/>
                                        </p:tgtEl>
                                        <p:attrNameLst>
                                          <p:attrName>ppt_y</p:attrName>
                                        </p:attrNameLst>
                                      </p:cBhvr>
                                      <p:tavLst>
                                        <p:tav tm="0">
                                          <p:val>
                                            <p:strVal val="#ppt_y+.1"/>
                                          </p:val>
                                        </p:tav>
                                        <p:tav tm="100000">
                                          <p:val>
                                            <p:strVal val="#ppt_y"/>
                                          </p:val>
                                        </p:tav>
                                      </p:tavLst>
                                    </p:anim>
                                  </p:childTnLst>
                                </p:cTn>
                              </p:par>
                              <p:par>
                                <p:cTn id="94" presetID="42" presetClass="entr" presetSubtype="0" fill="hold" grpId="0" nodeType="withEffect">
                                  <p:stCondLst>
                                    <p:cond delay="670"/>
                                  </p:stCondLst>
                                  <p:childTnLst>
                                    <p:set>
                                      <p:cBhvr>
                                        <p:cTn id="95" dur="1" fill="hold">
                                          <p:stCondLst>
                                            <p:cond delay="0"/>
                                          </p:stCondLst>
                                        </p:cTn>
                                        <p:tgtEl>
                                          <p:spTgt spid="23"/>
                                        </p:tgtEl>
                                        <p:attrNameLst>
                                          <p:attrName>style.visibility</p:attrName>
                                        </p:attrNameLst>
                                      </p:cBhvr>
                                      <p:to>
                                        <p:strVal val="visible"/>
                                      </p:to>
                                    </p:set>
                                    <p:animEffect transition="in" filter="fade">
                                      <p:cBhvr>
                                        <p:cTn id="96" dur="550"/>
                                        <p:tgtEl>
                                          <p:spTgt spid="23"/>
                                        </p:tgtEl>
                                      </p:cBhvr>
                                    </p:animEffect>
                                    <p:anim calcmode="lin" valueType="num">
                                      <p:cBhvr>
                                        <p:cTn id="97" dur="550" fill="hold"/>
                                        <p:tgtEl>
                                          <p:spTgt spid="23"/>
                                        </p:tgtEl>
                                        <p:attrNameLst>
                                          <p:attrName>ppt_x</p:attrName>
                                        </p:attrNameLst>
                                      </p:cBhvr>
                                      <p:tavLst>
                                        <p:tav tm="0">
                                          <p:val>
                                            <p:strVal val="#ppt_x"/>
                                          </p:val>
                                        </p:tav>
                                        <p:tav tm="100000">
                                          <p:val>
                                            <p:strVal val="#ppt_x"/>
                                          </p:val>
                                        </p:tav>
                                      </p:tavLst>
                                    </p:anim>
                                    <p:anim calcmode="lin" valueType="num">
                                      <p:cBhvr>
                                        <p:cTn id="98" dur="550" fill="hold"/>
                                        <p:tgtEl>
                                          <p:spTgt spid="23"/>
                                        </p:tgtEl>
                                        <p:attrNameLst>
                                          <p:attrName>ppt_y</p:attrName>
                                        </p:attrNameLst>
                                      </p:cBhvr>
                                      <p:tavLst>
                                        <p:tav tm="0">
                                          <p:val>
                                            <p:strVal val="#ppt_y+.1"/>
                                          </p:val>
                                        </p:tav>
                                        <p:tav tm="100000">
                                          <p:val>
                                            <p:strVal val="#ppt_y"/>
                                          </p:val>
                                        </p:tav>
                                      </p:tavLst>
                                    </p:anim>
                                  </p:childTnLst>
                                </p:cTn>
                              </p:par>
                              <p:par>
                                <p:cTn id="99" presetID="42" presetClass="entr" presetSubtype="0" fill="hold" grpId="0" nodeType="withEffect">
                                  <p:stCondLst>
                                    <p:cond delay="670"/>
                                  </p:stCondLst>
                                  <p:childTnLst>
                                    <p:set>
                                      <p:cBhvr>
                                        <p:cTn id="100" dur="1" fill="hold">
                                          <p:stCondLst>
                                            <p:cond delay="0"/>
                                          </p:stCondLst>
                                        </p:cTn>
                                        <p:tgtEl>
                                          <p:spTgt spid="24"/>
                                        </p:tgtEl>
                                        <p:attrNameLst>
                                          <p:attrName>style.visibility</p:attrName>
                                        </p:attrNameLst>
                                      </p:cBhvr>
                                      <p:to>
                                        <p:strVal val="visible"/>
                                      </p:to>
                                    </p:set>
                                    <p:animEffect transition="in" filter="fade">
                                      <p:cBhvr>
                                        <p:cTn id="101" dur="550"/>
                                        <p:tgtEl>
                                          <p:spTgt spid="24"/>
                                        </p:tgtEl>
                                      </p:cBhvr>
                                    </p:animEffect>
                                    <p:anim calcmode="lin" valueType="num">
                                      <p:cBhvr>
                                        <p:cTn id="102" dur="550" fill="hold"/>
                                        <p:tgtEl>
                                          <p:spTgt spid="24"/>
                                        </p:tgtEl>
                                        <p:attrNameLst>
                                          <p:attrName>ppt_x</p:attrName>
                                        </p:attrNameLst>
                                      </p:cBhvr>
                                      <p:tavLst>
                                        <p:tav tm="0">
                                          <p:val>
                                            <p:strVal val="#ppt_x"/>
                                          </p:val>
                                        </p:tav>
                                        <p:tav tm="100000">
                                          <p:val>
                                            <p:strVal val="#ppt_x"/>
                                          </p:val>
                                        </p:tav>
                                      </p:tavLst>
                                    </p:anim>
                                    <p:anim calcmode="lin" valueType="num">
                                      <p:cBhvr>
                                        <p:cTn id="103" dur="550" fill="hold"/>
                                        <p:tgtEl>
                                          <p:spTgt spid="24"/>
                                        </p:tgtEl>
                                        <p:attrNameLst>
                                          <p:attrName>ppt_y</p:attrName>
                                        </p:attrNameLst>
                                      </p:cBhvr>
                                      <p:tavLst>
                                        <p:tav tm="0">
                                          <p:val>
                                            <p:strVal val="#ppt_y+.1"/>
                                          </p:val>
                                        </p:tav>
                                        <p:tav tm="100000">
                                          <p:val>
                                            <p:strVal val="#ppt_y"/>
                                          </p:val>
                                        </p:tav>
                                      </p:tavLst>
                                    </p:anim>
                                  </p:childTnLst>
                                </p:cTn>
                              </p:par>
                              <p:par>
                                <p:cTn id="104" presetID="42" presetClass="entr" presetSubtype="0" fill="hold" nodeType="withEffect">
                                  <p:stCondLst>
                                    <p:cond delay="830"/>
                                  </p:stCondLst>
                                  <p:childTnLst>
                                    <p:set>
                                      <p:cBhvr>
                                        <p:cTn id="105" dur="1" fill="hold">
                                          <p:stCondLst>
                                            <p:cond delay="0"/>
                                          </p:stCondLst>
                                        </p:cTn>
                                        <p:tgtEl>
                                          <p:spTgt spid="25"/>
                                        </p:tgtEl>
                                        <p:attrNameLst>
                                          <p:attrName>style.visibility</p:attrName>
                                        </p:attrNameLst>
                                      </p:cBhvr>
                                      <p:to>
                                        <p:strVal val="visible"/>
                                      </p:to>
                                    </p:set>
                                    <p:animEffect transition="in" filter="fade">
                                      <p:cBhvr>
                                        <p:cTn id="106" dur="550"/>
                                        <p:tgtEl>
                                          <p:spTgt spid="25"/>
                                        </p:tgtEl>
                                      </p:cBhvr>
                                    </p:animEffect>
                                    <p:anim calcmode="lin" valueType="num">
                                      <p:cBhvr>
                                        <p:cTn id="107" dur="550" fill="hold"/>
                                        <p:tgtEl>
                                          <p:spTgt spid="25"/>
                                        </p:tgtEl>
                                        <p:attrNameLst>
                                          <p:attrName>ppt_x</p:attrName>
                                        </p:attrNameLst>
                                      </p:cBhvr>
                                      <p:tavLst>
                                        <p:tav tm="0">
                                          <p:val>
                                            <p:strVal val="#ppt_x"/>
                                          </p:val>
                                        </p:tav>
                                        <p:tav tm="100000">
                                          <p:val>
                                            <p:strVal val="#ppt_x"/>
                                          </p:val>
                                        </p:tav>
                                      </p:tavLst>
                                    </p:anim>
                                    <p:anim calcmode="lin" valueType="num">
                                      <p:cBhvr>
                                        <p:cTn id="108" dur="550" fill="hold"/>
                                        <p:tgtEl>
                                          <p:spTgt spid="25"/>
                                        </p:tgtEl>
                                        <p:attrNameLst>
                                          <p:attrName>ppt_y</p:attrName>
                                        </p:attrNameLst>
                                      </p:cBhvr>
                                      <p:tavLst>
                                        <p:tav tm="0">
                                          <p:val>
                                            <p:strVal val="#ppt_y+.1"/>
                                          </p:val>
                                        </p:tav>
                                        <p:tav tm="100000">
                                          <p:val>
                                            <p:strVal val="#ppt_y"/>
                                          </p:val>
                                        </p:tav>
                                      </p:tavLst>
                                    </p:anim>
                                  </p:childTnLst>
                                </p:cTn>
                              </p:par>
                              <p:par>
                                <p:cTn id="109" presetID="42" presetClass="entr" presetSubtype="0" fill="hold" nodeType="withEffect">
                                  <p:stCondLst>
                                    <p:cond delay="830"/>
                                  </p:stCondLst>
                                  <p:childTnLst>
                                    <p:set>
                                      <p:cBhvr>
                                        <p:cTn id="110" dur="1" fill="hold">
                                          <p:stCondLst>
                                            <p:cond delay="0"/>
                                          </p:stCondLst>
                                        </p:cTn>
                                        <p:tgtEl>
                                          <p:spTgt spid="26"/>
                                        </p:tgtEl>
                                        <p:attrNameLst>
                                          <p:attrName>style.visibility</p:attrName>
                                        </p:attrNameLst>
                                      </p:cBhvr>
                                      <p:to>
                                        <p:strVal val="visible"/>
                                      </p:to>
                                    </p:set>
                                    <p:animEffect transition="in" filter="fade">
                                      <p:cBhvr>
                                        <p:cTn id="111" dur="550"/>
                                        <p:tgtEl>
                                          <p:spTgt spid="26"/>
                                        </p:tgtEl>
                                      </p:cBhvr>
                                    </p:animEffect>
                                    <p:anim calcmode="lin" valueType="num">
                                      <p:cBhvr>
                                        <p:cTn id="112" dur="550" fill="hold"/>
                                        <p:tgtEl>
                                          <p:spTgt spid="26"/>
                                        </p:tgtEl>
                                        <p:attrNameLst>
                                          <p:attrName>ppt_x</p:attrName>
                                        </p:attrNameLst>
                                      </p:cBhvr>
                                      <p:tavLst>
                                        <p:tav tm="0">
                                          <p:val>
                                            <p:strVal val="#ppt_x"/>
                                          </p:val>
                                        </p:tav>
                                        <p:tav tm="100000">
                                          <p:val>
                                            <p:strVal val="#ppt_x"/>
                                          </p:val>
                                        </p:tav>
                                      </p:tavLst>
                                    </p:anim>
                                    <p:anim calcmode="lin" valueType="num">
                                      <p:cBhvr>
                                        <p:cTn id="113" dur="550" fill="hold"/>
                                        <p:tgtEl>
                                          <p:spTgt spid="26"/>
                                        </p:tgtEl>
                                        <p:attrNameLst>
                                          <p:attrName>ppt_y</p:attrName>
                                        </p:attrNameLst>
                                      </p:cBhvr>
                                      <p:tavLst>
                                        <p:tav tm="0">
                                          <p:val>
                                            <p:strVal val="#ppt_y+.1"/>
                                          </p:val>
                                        </p:tav>
                                        <p:tav tm="100000">
                                          <p:val>
                                            <p:strVal val="#ppt_y"/>
                                          </p:val>
                                        </p:tav>
                                      </p:tavLst>
                                    </p:anim>
                                  </p:childTnLst>
                                </p:cTn>
                              </p:par>
                              <p:par>
                                <p:cTn id="114" presetID="42" presetClass="entr" presetSubtype="0" fill="hold" nodeType="withEffect">
                                  <p:stCondLst>
                                    <p:cond delay="830"/>
                                  </p:stCondLst>
                                  <p:childTnLst>
                                    <p:set>
                                      <p:cBhvr>
                                        <p:cTn id="115" dur="1" fill="hold">
                                          <p:stCondLst>
                                            <p:cond delay="0"/>
                                          </p:stCondLst>
                                        </p:cTn>
                                        <p:tgtEl>
                                          <p:spTgt spid="27"/>
                                        </p:tgtEl>
                                        <p:attrNameLst>
                                          <p:attrName>style.visibility</p:attrName>
                                        </p:attrNameLst>
                                      </p:cBhvr>
                                      <p:to>
                                        <p:strVal val="visible"/>
                                      </p:to>
                                    </p:set>
                                    <p:animEffect transition="in" filter="fade">
                                      <p:cBhvr>
                                        <p:cTn id="116" dur="550"/>
                                        <p:tgtEl>
                                          <p:spTgt spid="27"/>
                                        </p:tgtEl>
                                      </p:cBhvr>
                                    </p:animEffect>
                                    <p:anim calcmode="lin" valueType="num">
                                      <p:cBhvr>
                                        <p:cTn id="117" dur="550" fill="hold"/>
                                        <p:tgtEl>
                                          <p:spTgt spid="27"/>
                                        </p:tgtEl>
                                        <p:attrNameLst>
                                          <p:attrName>ppt_x</p:attrName>
                                        </p:attrNameLst>
                                      </p:cBhvr>
                                      <p:tavLst>
                                        <p:tav tm="0">
                                          <p:val>
                                            <p:strVal val="#ppt_x"/>
                                          </p:val>
                                        </p:tav>
                                        <p:tav tm="100000">
                                          <p:val>
                                            <p:strVal val="#ppt_x"/>
                                          </p:val>
                                        </p:tav>
                                      </p:tavLst>
                                    </p:anim>
                                    <p:anim calcmode="lin" valueType="num">
                                      <p:cBhvr>
                                        <p:cTn id="118" dur="550" fill="hold"/>
                                        <p:tgtEl>
                                          <p:spTgt spid="27"/>
                                        </p:tgtEl>
                                        <p:attrNameLst>
                                          <p:attrName>ppt_y</p:attrName>
                                        </p:attrNameLst>
                                      </p:cBhvr>
                                      <p:tavLst>
                                        <p:tav tm="0">
                                          <p:val>
                                            <p:strVal val="#ppt_y+.1"/>
                                          </p:val>
                                        </p:tav>
                                        <p:tav tm="100000">
                                          <p:val>
                                            <p:strVal val="#ppt_y"/>
                                          </p:val>
                                        </p:tav>
                                      </p:tavLst>
                                    </p:anim>
                                  </p:childTnLst>
                                </p:cTn>
                              </p:par>
                              <p:par>
                                <p:cTn id="119" presetID="42" presetClass="entr" presetSubtype="0" fill="hold" grpId="0" nodeType="withEffect">
                                  <p:stCondLst>
                                    <p:cond delay="830"/>
                                  </p:stCondLst>
                                  <p:childTnLst>
                                    <p:set>
                                      <p:cBhvr>
                                        <p:cTn id="120" dur="1" fill="hold">
                                          <p:stCondLst>
                                            <p:cond delay="0"/>
                                          </p:stCondLst>
                                        </p:cTn>
                                        <p:tgtEl>
                                          <p:spTgt spid="28"/>
                                        </p:tgtEl>
                                        <p:attrNameLst>
                                          <p:attrName>style.visibility</p:attrName>
                                        </p:attrNameLst>
                                      </p:cBhvr>
                                      <p:to>
                                        <p:strVal val="visible"/>
                                      </p:to>
                                    </p:set>
                                    <p:animEffect transition="in" filter="fade">
                                      <p:cBhvr>
                                        <p:cTn id="121" dur="550"/>
                                        <p:tgtEl>
                                          <p:spTgt spid="28"/>
                                        </p:tgtEl>
                                      </p:cBhvr>
                                    </p:animEffect>
                                    <p:anim calcmode="lin" valueType="num">
                                      <p:cBhvr>
                                        <p:cTn id="122" dur="550" fill="hold"/>
                                        <p:tgtEl>
                                          <p:spTgt spid="28"/>
                                        </p:tgtEl>
                                        <p:attrNameLst>
                                          <p:attrName>ppt_x</p:attrName>
                                        </p:attrNameLst>
                                      </p:cBhvr>
                                      <p:tavLst>
                                        <p:tav tm="0">
                                          <p:val>
                                            <p:strVal val="#ppt_x"/>
                                          </p:val>
                                        </p:tav>
                                        <p:tav tm="100000">
                                          <p:val>
                                            <p:strVal val="#ppt_x"/>
                                          </p:val>
                                        </p:tav>
                                      </p:tavLst>
                                    </p:anim>
                                    <p:anim calcmode="lin" valueType="num">
                                      <p:cBhvr>
                                        <p:cTn id="123" dur="550" fill="hold"/>
                                        <p:tgtEl>
                                          <p:spTgt spid="28"/>
                                        </p:tgtEl>
                                        <p:attrNameLst>
                                          <p:attrName>ppt_y</p:attrName>
                                        </p:attrNameLst>
                                      </p:cBhvr>
                                      <p:tavLst>
                                        <p:tav tm="0">
                                          <p:val>
                                            <p:strVal val="#ppt_y+.1"/>
                                          </p:val>
                                        </p:tav>
                                        <p:tav tm="100000">
                                          <p:val>
                                            <p:strVal val="#ppt_y"/>
                                          </p:val>
                                        </p:tav>
                                      </p:tavLst>
                                    </p:anim>
                                  </p:childTnLst>
                                </p:cTn>
                              </p:par>
                              <p:par>
                                <p:cTn id="124" presetID="42" presetClass="entr" presetSubtype="0" fill="hold" grpId="0" nodeType="withEffect">
                                  <p:stCondLst>
                                    <p:cond delay="830"/>
                                  </p:stCondLst>
                                  <p:childTnLst>
                                    <p:set>
                                      <p:cBhvr>
                                        <p:cTn id="125" dur="1" fill="hold">
                                          <p:stCondLst>
                                            <p:cond delay="0"/>
                                          </p:stCondLst>
                                        </p:cTn>
                                        <p:tgtEl>
                                          <p:spTgt spid="29"/>
                                        </p:tgtEl>
                                        <p:attrNameLst>
                                          <p:attrName>style.visibility</p:attrName>
                                        </p:attrNameLst>
                                      </p:cBhvr>
                                      <p:to>
                                        <p:strVal val="visible"/>
                                      </p:to>
                                    </p:set>
                                    <p:animEffect transition="in" filter="fade">
                                      <p:cBhvr>
                                        <p:cTn id="126" dur="550"/>
                                        <p:tgtEl>
                                          <p:spTgt spid="29"/>
                                        </p:tgtEl>
                                      </p:cBhvr>
                                    </p:animEffect>
                                    <p:anim calcmode="lin" valueType="num">
                                      <p:cBhvr>
                                        <p:cTn id="127" dur="550" fill="hold"/>
                                        <p:tgtEl>
                                          <p:spTgt spid="29"/>
                                        </p:tgtEl>
                                        <p:attrNameLst>
                                          <p:attrName>ppt_x</p:attrName>
                                        </p:attrNameLst>
                                      </p:cBhvr>
                                      <p:tavLst>
                                        <p:tav tm="0">
                                          <p:val>
                                            <p:strVal val="#ppt_x"/>
                                          </p:val>
                                        </p:tav>
                                        <p:tav tm="100000">
                                          <p:val>
                                            <p:strVal val="#ppt_x"/>
                                          </p:val>
                                        </p:tav>
                                      </p:tavLst>
                                    </p:anim>
                                    <p:anim calcmode="lin" valueType="num">
                                      <p:cBhvr>
                                        <p:cTn id="128" dur="550" fill="hold"/>
                                        <p:tgtEl>
                                          <p:spTgt spid="29"/>
                                        </p:tgtEl>
                                        <p:attrNameLst>
                                          <p:attrName>ppt_y</p:attrName>
                                        </p:attrNameLst>
                                      </p:cBhvr>
                                      <p:tavLst>
                                        <p:tav tm="0">
                                          <p:val>
                                            <p:strVal val="#ppt_y+.1"/>
                                          </p:val>
                                        </p:tav>
                                        <p:tav tm="100000">
                                          <p:val>
                                            <p:strVal val="#ppt_y"/>
                                          </p:val>
                                        </p:tav>
                                      </p:tavLst>
                                    </p:anim>
                                  </p:childTnLst>
                                </p:cTn>
                              </p:par>
                              <p:par>
                                <p:cTn id="129" presetID="53" presetClass="entr" presetSubtype="16" fill="hold" nodeType="withEffect">
                                  <p:stCondLst>
                                    <p:cond delay="990"/>
                                  </p:stCondLst>
                                  <p:childTnLst>
                                    <p:set>
                                      <p:cBhvr>
                                        <p:cTn id="130" dur="1" fill="hold">
                                          <p:stCondLst>
                                            <p:cond delay="0"/>
                                          </p:stCondLst>
                                        </p:cTn>
                                        <p:tgtEl>
                                          <p:spTgt spid="30"/>
                                        </p:tgtEl>
                                        <p:attrNameLst>
                                          <p:attrName>style.visibility</p:attrName>
                                        </p:attrNameLst>
                                      </p:cBhvr>
                                      <p:to>
                                        <p:strVal val="visible"/>
                                      </p:to>
                                    </p:set>
                                    <p:anim calcmode="lin" valueType="num">
                                      <p:cBhvr>
                                        <p:cTn id="131" dur="550" fill="hold"/>
                                        <p:tgtEl>
                                          <p:spTgt spid="30"/>
                                        </p:tgtEl>
                                        <p:attrNameLst>
                                          <p:attrName>ppt_w</p:attrName>
                                        </p:attrNameLst>
                                      </p:cBhvr>
                                      <p:tavLst>
                                        <p:tav tm="0">
                                          <p:val>
                                            <p:fltVal val="0"/>
                                          </p:val>
                                        </p:tav>
                                        <p:tav tm="100000">
                                          <p:val>
                                            <p:strVal val="#ppt_w"/>
                                          </p:val>
                                        </p:tav>
                                      </p:tavLst>
                                    </p:anim>
                                    <p:anim calcmode="lin" valueType="num">
                                      <p:cBhvr>
                                        <p:cTn id="132" dur="550" fill="hold"/>
                                        <p:tgtEl>
                                          <p:spTgt spid="30"/>
                                        </p:tgtEl>
                                        <p:attrNameLst>
                                          <p:attrName>ppt_h</p:attrName>
                                        </p:attrNameLst>
                                      </p:cBhvr>
                                      <p:tavLst>
                                        <p:tav tm="0">
                                          <p:val>
                                            <p:fltVal val="0"/>
                                          </p:val>
                                        </p:tav>
                                        <p:tav tm="100000">
                                          <p:val>
                                            <p:strVal val="#ppt_h"/>
                                          </p:val>
                                        </p:tav>
                                      </p:tavLst>
                                    </p:anim>
                                    <p:animEffect transition="in" filter="fade">
                                      <p:cBhvr>
                                        <p:cTn id="133" dur="550"/>
                                        <p:tgtEl>
                                          <p:spTgt spid="30"/>
                                        </p:tgtEl>
                                      </p:cBhvr>
                                    </p:animEffect>
                                  </p:childTnLst>
                                </p:cTn>
                              </p:par>
                              <p:par>
                                <p:cTn id="134" presetID="53" presetClass="entr" presetSubtype="16" fill="hold" nodeType="withEffect">
                                  <p:stCondLst>
                                    <p:cond delay="990"/>
                                  </p:stCondLst>
                                  <p:childTnLst>
                                    <p:set>
                                      <p:cBhvr>
                                        <p:cTn id="135" dur="1" fill="hold">
                                          <p:stCondLst>
                                            <p:cond delay="0"/>
                                          </p:stCondLst>
                                        </p:cTn>
                                        <p:tgtEl>
                                          <p:spTgt spid="31"/>
                                        </p:tgtEl>
                                        <p:attrNameLst>
                                          <p:attrName>style.visibility</p:attrName>
                                        </p:attrNameLst>
                                      </p:cBhvr>
                                      <p:to>
                                        <p:strVal val="visible"/>
                                      </p:to>
                                    </p:set>
                                    <p:anim calcmode="lin" valueType="num">
                                      <p:cBhvr>
                                        <p:cTn id="136" dur="550" fill="hold"/>
                                        <p:tgtEl>
                                          <p:spTgt spid="31"/>
                                        </p:tgtEl>
                                        <p:attrNameLst>
                                          <p:attrName>ppt_w</p:attrName>
                                        </p:attrNameLst>
                                      </p:cBhvr>
                                      <p:tavLst>
                                        <p:tav tm="0">
                                          <p:val>
                                            <p:fltVal val="0"/>
                                          </p:val>
                                        </p:tav>
                                        <p:tav tm="100000">
                                          <p:val>
                                            <p:strVal val="#ppt_w"/>
                                          </p:val>
                                        </p:tav>
                                      </p:tavLst>
                                    </p:anim>
                                    <p:anim calcmode="lin" valueType="num">
                                      <p:cBhvr>
                                        <p:cTn id="137" dur="550" fill="hold"/>
                                        <p:tgtEl>
                                          <p:spTgt spid="31"/>
                                        </p:tgtEl>
                                        <p:attrNameLst>
                                          <p:attrName>ppt_h</p:attrName>
                                        </p:attrNameLst>
                                      </p:cBhvr>
                                      <p:tavLst>
                                        <p:tav tm="0">
                                          <p:val>
                                            <p:fltVal val="0"/>
                                          </p:val>
                                        </p:tav>
                                        <p:tav tm="100000">
                                          <p:val>
                                            <p:strVal val="#ppt_h"/>
                                          </p:val>
                                        </p:tav>
                                      </p:tavLst>
                                    </p:anim>
                                    <p:animEffect transition="in" filter="fade">
                                      <p:cBhvr>
                                        <p:cTn id="138" dur="550"/>
                                        <p:tgtEl>
                                          <p:spTgt spid="31"/>
                                        </p:tgtEl>
                                      </p:cBhvr>
                                    </p:animEffect>
                                  </p:childTnLst>
                                </p:cTn>
                              </p:par>
                              <p:par>
                                <p:cTn id="139" presetID="53" presetClass="entr" presetSubtype="16" fill="hold" grpId="0" nodeType="withEffect">
                                  <p:stCondLst>
                                    <p:cond delay="990"/>
                                  </p:stCondLst>
                                  <p:childTnLst>
                                    <p:set>
                                      <p:cBhvr>
                                        <p:cTn id="140" dur="1" fill="hold">
                                          <p:stCondLst>
                                            <p:cond delay="0"/>
                                          </p:stCondLst>
                                        </p:cTn>
                                        <p:tgtEl>
                                          <p:spTgt spid="32"/>
                                        </p:tgtEl>
                                        <p:attrNameLst>
                                          <p:attrName>style.visibility</p:attrName>
                                        </p:attrNameLst>
                                      </p:cBhvr>
                                      <p:to>
                                        <p:strVal val="visible"/>
                                      </p:to>
                                    </p:set>
                                    <p:anim calcmode="lin" valueType="num">
                                      <p:cBhvr>
                                        <p:cTn id="141" dur="550" fill="hold"/>
                                        <p:tgtEl>
                                          <p:spTgt spid="32"/>
                                        </p:tgtEl>
                                        <p:attrNameLst>
                                          <p:attrName>ppt_w</p:attrName>
                                        </p:attrNameLst>
                                      </p:cBhvr>
                                      <p:tavLst>
                                        <p:tav tm="0">
                                          <p:val>
                                            <p:fltVal val="0"/>
                                          </p:val>
                                        </p:tav>
                                        <p:tav tm="100000">
                                          <p:val>
                                            <p:strVal val="#ppt_w"/>
                                          </p:val>
                                        </p:tav>
                                      </p:tavLst>
                                    </p:anim>
                                    <p:anim calcmode="lin" valueType="num">
                                      <p:cBhvr>
                                        <p:cTn id="142" dur="550" fill="hold"/>
                                        <p:tgtEl>
                                          <p:spTgt spid="32"/>
                                        </p:tgtEl>
                                        <p:attrNameLst>
                                          <p:attrName>ppt_h</p:attrName>
                                        </p:attrNameLst>
                                      </p:cBhvr>
                                      <p:tavLst>
                                        <p:tav tm="0">
                                          <p:val>
                                            <p:fltVal val="0"/>
                                          </p:val>
                                        </p:tav>
                                        <p:tav tm="100000">
                                          <p:val>
                                            <p:strVal val="#ppt_h"/>
                                          </p:val>
                                        </p:tav>
                                      </p:tavLst>
                                    </p:anim>
                                    <p:animEffect transition="in" filter="fade">
                                      <p:cBhvr>
                                        <p:cTn id="143" dur="550"/>
                                        <p:tgtEl>
                                          <p:spTgt spid="32"/>
                                        </p:tgtEl>
                                      </p:cBhvr>
                                    </p:animEffect>
                                  </p:childTnLst>
                                </p:cTn>
                              </p:par>
                              <p:par>
                                <p:cTn id="144" presetID="42" presetClass="entr" presetSubtype="0" fill="hold" nodeType="withEffect">
                                  <p:stCondLst>
                                    <p:cond delay="1150"/>
                                  </p:stCondLst>
                                  <p:childTnLst>
                                    <p:set>
                                      <p:cBhvr>
                                        <p:cTn id="145" dur="1" fill="hold">
                                          <p:stCondLst>
                                            <p:cond delay="0"/>
                                          </p:stCondLst>
                                        </p:cTn>
                                        <p:tgtEl>
                                          <p:spTgt spid="33"/>
                                        </p:tgtEl>
                                        <p:attrNameLst>
                                          <p:attrName>style.visibility</p:attrName>
                                        </p:attrNameLst>
                                      </p:cBhvr>
                                      <p:to>
                                        <p:strVal val="visible"/>
                                      </p:to>
                                    </p:set>
                                    <p:animEffect transition="in" filter="fade">
                                      <p:cBhvr>
                                        <p:cTn id="146" dur="550"/>
                                        <p:tgtEl>
                                          <p:spTgt spid="33"/>
                                        </p:tgtEl>
                                      </p:cBhvr>
                                    </p:animEffect>
                                    <p:anim calcmode="lin" valueType="num">
                                      <p:cBhvr>
                                        <p:cTn id="147" dur="550" fill="hold"/>
                                        <p:tgtEl>
                                          <p:spTgt spid="33"/>
                                        </p:tgtEl>
                                        <p:attrNameLst>
                                          <p:attrName>ppt_x</p:attrName>
                                        </p:attrNameLst>
                                      </p:cBhvr>
                                      <p:tavLst>
                                        <p:tav tm="0">
                                          <p:val>
                                            <p:strVal val="#ppt_x"/>
                                          </p:val>
                                        </p:tav>
                                        <p:tav tm="100000">
                                          <p:val>
                                            <p:strVal val="#ppt_x"/>
                                          </p:val>
                                        </p:tav>
                                      </p:tavLst>
                                    </p:anim>
                                    <p:anim calcmode="lin" valueType="num">
                                      <p:cBhvr>
                                        <p:cTn id="148" dur="550" fill="hold"/>
                                        <p:tgtEl>
                                          <p:spTgt spid="33"/>
                                        </p:tgtEl>
                                        <p:attrNameLst>
                                          <p:attrName>ppt_y</p:attrName>
                                        </p:attrNameLst>
                                      </p:cBhvr>
                                      <p:tavLst>
                                        <p:tav tm="0">
                                          <p:val>
                                            <p:strVal val="#ppt_y+.1"/>
                                          </p:val>
                                        </p:tav>
                                        <p:tav tm="100000">
                                          <p:val>
                                            <p:strVal val="#ppt_y"/>
                                          </p:val>
                                        </p:tav>
                                      </p:tavLst>
                                    </p:anim>
                                  </p:childTnLst>
                                </p:cTn>
                              </p:par>
                              <p:par>
                                <p:cTn id="149" presetID="42" presetClass="entr" presetSubtype="0" fill="hold" grpId="0" nodeType="withEffect">
                                  <p:stCondLst>
                                    <p:cond delay="1150"/>
                                  </p:stCondLst>
                                  <p:childTnLst>
                                    <p:set>
                                      <p:cBhvr>
                                        <p:cTn id="150" dur="1" fill="hold">
                                          <p:stCondLst>
                                            <p:cond delay="0"/>
                                          </p:stCondLst>
                                        </p:cTn>
                                        <p:tgtEl>
                                          <p:spTgt spid="34"/>
                                        </p:tgtEl>
                                        <p:attrNameLst>
                                          <p:attrName>style.visibility</p:attrName>
                                        </p:attrNameLst>
                                      </p:cBhvr>
                                      <p:to>
                                        <p:strVal val="visible"/>
                                      </p:to>
                                    </p:set>
                                    <p:animEffect transition="in" filter="fade">
                                      <p:cBhvr>
                                        <p:cTn id="151" dur="550"/>
                                        <p:tgtEl>
                                          <p:spTgt spid="34"/>
                                        </p:tgtEl>
                                      </p:cBhvr>
                                    </p:animEffect>
                                    <p:anim calcmode="lin" valueType="num">
                                      <p:cBhvr>
                                        <p:cTn id="152" dur="550" fill="hold"/>
                                        <p:tgtEl>
                                          <p:spTgt spid="34"/>
                                        </p:tgtEl>
                                        <p:attrNameLst>
                                          <p:attrName>ppt_x</p:attrName>
                                        </p:attrNameLst>
                                      </p:cBhvr>
                                      <p:tavLst>
                                        <p:tav tm="0">
                                          <p:val>
                                            <p:strVal val="#ppt_x"/>
                                          </p:val>
                                        </p:tav>
                                        <p:tav tm="100000">
                                          <p:val>
                                            <p:strVal val="#ppt_x"/>
                                          </p:val>
                                        </p:tav>
                                      </p:tavLst>
                                    </p:anim>
                                    <p:anim calcmode="lin" valueType="num">
                                      <p:cBhvr>
                                        <p:cTn id="153" dur="550" fill="hold"/>
                                        <p:tgtEl>
                                          <p:spTgt spid="34"/>
                                        </p:tgtEl>
                                        <p:attrNameLst>
                                          <p:attrName>ppt_y</p:attrName>
                                        </p:attrNameLst>
                                      </p:cBhvr>
                                      <p:tavLst>
                                        <p:tav tm="0">
                                          <p:val>
                                            <p:strVal val="#ppt_y+.1"/>
                                          </p:val>
                                        </p:tav>
                                        <p:tav tm="100000">
                                          <p:val>
                                            <p:strVal val="#ppt_y"/>
                                          </p:val>
                                        </p:tav>
                                      </p:tavLst>
                                    </p:anim>
                                  </p:childTnLst>
                                </p:cTn>
                              </p:par>
                              <p:par>
                                <p:cTn id="154" presetID="42" presetClass="entr" presetSubtype="0" fill="hold" grpId="0" nodeType="withEffect">
                                  <p:stCondLst>
                                    <p:cond delay="1150"/>
                                  </p:stCondLst>
                                  <p:childTnLst>
                                    <p:set>
                                      <p:cBhvr>
                                        <p:cTn id="155" dur="1" fill="hold">
                                          <p:stCondLst>
                                            <p:cond delay="0"/>
                                          </p:stCondLst>
                                        </p:cTn>
                                        <p:tgtEl>
                                          <p:spTgt spid="35"/>
                                        </p:tgtEl>
                                        <p:attrNameLst>
                                          <p:attrName>style.visibility</p:attrName>
                                        </p:attrNameLst>
                                      </p:cBhvr>
                                      <p:to>
                                        <p:strVal val="visible"/>
                                      </p:to>
                                    </p:set>
                                    <p:animEffect transition="in" filter="fade">
                                      <p:cBhvr>
                                        <p:cTn id="156" dur="550"/>
                                        <p:tgtEl>
                                          <p:spTgt spid="35"/>
                                        </p:tgtEl>
                                      </p:cBhvr>
                                    </p:animEffect>
                                    <p:anim calcmode="lin" valueType="num">
                                      <p:cBhvr>
                                        <p:cTn id="157" dur="550" fill="hold"/>
                                        <p:tgtEl>
                                          <p:spTgt spid="35"/>
                                        </p:tgtEl>
                                        <p:attrNameLst>
                                          <p:attrName>ppt_x</p:attrName>
                                        </p:attrNameLst>
                                      </p:cBhvr>
                                      <p:tavLst>
                                        <p:tav tm="0">
                                          <p:val>
                                            <p:strVal val="#ppt_x"/>
                                          </p:val>
                                        </p:tav>
                                        <p:tav tm="100000">
                                          <p:val>
                                            <p:strVal val="#ppt_x"/>
                                          </p:val>
                                        </p:tav>
                                      </p:tavLst>
                                    </p:anim>
                                    <p:anim calcmode="lin" valueType="num">
                                      <p:cBhvr>
                                        <p:cTn id="158" dur="550" fill="hold"/>
                                        <p:tgtEl>
                                          <p:spTgt spid="35"/>
                                        </p:tgtEl>
                                        <p:attrNameLst>
                                          <p:attrName>ppt_y</p:attrName>
                                        </p:attrNameLst>
                                      </p:cBhvr>
                                      <p:tavLst>
                                        <p:tav tm="0">
                                          <p:val>
                                            <p:strVal val="#ppt_y+.1"/>
                                          </p:val>
                                        </p:tav>
                                        <p:tav tm="100000">
                                          <p:val>
                                            <p:strVal val="#ppt_y"/>
                                          </p:val>
                                        </p:tav>
                                      </p:tavLst>
                                    </p:anim>
                                  </p:childTnLst>
                                </p:cTn>
                              </p:par>
                              <p:par>
                                <p:cTn id="159" presetID="42" presetClass="entr" presetSubtype="0" fill="hold" grpId="0" nodeType="withEffect">
                                  <p:stCondLst>
                                    <p:cond delay="1150"/>
                                  </p:stCondLst>
                                  <p:childTnLst>
                                    <p:set>
                                      <p:cBhvr>
                                        <p:cTn id="160" dur="1" fill="hold">
                                          <p:stCondLst>
                                            <p:cond delay="0"/>
                                          </p:stCondLst>
                                        </p:cTn>
                                        <p:tgtEl>
                                          <p:spTgt spid="36"/>
                                        </p:tgtEl>
                                        <p:attrNameLst>
                                          <p:attrName>style.visibility</p:attrName>
                                        </p:attrNameLst>
                                      </p:cBhvr>
                                      <p:to>
                                        <p:strVal val="visible"/>
                                      </p:to>
                                    </p:set>
                                    <p:animEffect transition="in" filter="fade">
                                      <p:cBhvr>
                                        <p:cTn id="161" dur="550"/>
                                        <p:tgtEl>
                                          <p:spTgt spid="36"/>
                                        </p:tgtEl>
                                      </p:cBhvr>
                                    </p:animEffect>
                                    <p:anim calcmode="lin" valueType="num">
                                      <p:cBhvr>
                                        <p:cTn id="162" dur="550" fill="hold"/>
                                        <p:tgtEl>
                                          <p:spTgt spid="36"/>
                                        </p:tgtEl>
                                        <p:attrNameLst>
                                          <p:attrName>ppt_x</p:attrName>
                                        </p:attrNameLst>
                                      </p:cBhvr>
                                      <p:tavLst>
                                        <p:tav tm="0">
                                          <p:val>
                                            <p:strVal val="#ppt_x"/>
                                          </p:val>
                                        </p:tav>
                                        <p:tav tm="100000">
                                          <p:val>
                                            <p:strVal val="#ppt_x"/>
                                          </p:val>
                                        </p:tav>
                                      </p:tavLst>
                                    </p:anim>
                                    <p:anim calcmode="lin" valueType="num">
                                      <p:cBhvr>
                                        <p:cTn id="163" dur="550" fill="hold"/>
                                        <p:tgtEl>
                                          <p:spTgt spid="3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8" grpId="0" animBg="1"/>
      <p:bldP spid="19" grpId="0" animBg="1"/>
      <p:bldP spid="23" grpId="0" animBg="1"/>
      <p:bldP spid="24" grpId="0" animBg="1"/>
      <p:bldP spid="28" grpId="0" animBg="1"/>
      <p:bldP spid="29" grpId="0" animBg="1"/>
      <p:bldP spid="32" grpId="0" animBg="1"/>
      <p:bldP spid="34" grpId="0" animBg="1"/>
      <p:bldP spid="35" grpId="0" animBg="1"/>
      <p:bldP spid="3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Glow" descr="assets/glow_soft.png"/>
          <p:cNvPicPr>
            <a:picLocks noChangeAspect="1"/>
          </p:cNvPicPr>
          <p:nvPr/>
        </p:nvPicPr>
        <p:blipFill>
          <a:blip r:embed="rId4"/>
          <a:stretch>
            <a:fillRect/>
          </a:stretch>
        </p:blipFill>
        <p:spPr>
          <a:xfrm>
            <a:off x="5528462" y="-702259"/>
            <a:ext cx="8229600" cy="8229600"/>
          </a:xfrm>
          <a:prstGeom prst="rect">
            <a:avLst/>
          </a:prstGeom>
        </p:spPr>
      </p:pic>
      <p:sp>
        <p:nvSpPr>
          <p:cNvPr id="3" name="!!Ring1"/>
          <p:cNvSpPr/>
          <p:nvPr/>
        </p:nvSpPr>
        <p:spPr>
          <a:xfrm>
            <a:off x="5923483" y="3182112"/>
            <a:ext cx="7242048" cy="2040941"/>
          </a:xfrm>
          <a:prstGeom prst="ellipse">
            <a:avLst/>
          </a:prstGeom>
          <a:solidFill>
            <a:srgbClr val="5B2FD6">
              <a:alpha val="8000"/>
            </a:srgbClr>
          </a:solidFill>
          <a:ln w="15875">
            <a:solidFill>
              <a:srgbClr val="7C5CFF">
                <a:alpha val="70000"/>
              </a:srgbClr>
            </a:solidFill>
            <a:prstDash val="solid"/>
          </a:ln>
        </p:spPr>
      </p:sp>
      <p:sp>
        <p:nvSpPr>
          <p:cNvPr id="4" name="!!Ring2"/>
          <p:cNvSpPr/>
          <p:nvPr/>
        </p:nvSpPr>
        <p:spPr>
          <a:xfrm>
            <a:off x="5018227" y="3050438"/>
            <a:ext cx="9052560" cy="2633472"/>
          </a:xfrm>
          <a:prstGeom prst="ellipse">
            <a:avLst/>
          </a:prstGeom>
          <a:solidFill>
            <a:srgbClr val="5B2FD6">
              <a:alpha val="0"/>
            </a:srgbClr>
          </a:solidFill>
          <a:ln w="9525">
            <a:solidFill>
              <a:srgbClr val="7C5CFF">
                <a:alpha val="55000"/>
              </a:srgbClr>
            </a:solidFill>
            <a:prstDash val="dash"/>
          </a:ln>
        </p:spPr>
      </p:sp>
      <p:sp>
        <p:nvSpPr>
          <p:cNvPr id="5" name="S07_A00_fade_107"/>
          <p:cNvSpPr txBox="1"/>
          <p:nvPr/>
        </p:nvSpPr>
        <p:spPr>
          <a:xfrm>
            <a:off x="548640" y="960120"/>
            <a:ext cx="2743200" cy="274320"/>
          </a:xfrm>
          <a:prstGeom prst="rect">
            <a:avLst/>
          </a:prstGeom>
          <a:noFill/>
          <a:ln/>
        </p:spPr>
        <p:txBody>
          <a:bodyPr wrap="square" lIns="0" tIns="0" rIns="0" bIns="0" rtlCol="0" anchor="t"/>
          <a:lstStyle/>
          <a:p>
            <a:pPr marL="0" indent="0">
              <a:buNone/>
            </a:pPr>
            <a:r>
              <a:rPr lang="en-US" sz="1200" b="1" kern="0" spc="400" dirty="0">
                <a:solidFill>
                  <a:srgbClr val="5B2FD6"/>
                </a:solidFill>
                <a:latin typeface="Segoe UI" pitchFamily="34" charset="0"/>
                <a:ea typeface="Segoe UI" pitchFamily="34" charset="-122"/>
                <a:cs typeface="Segoe UI" pitchFamily="34" charset="-120"/>
              </a:rPr>
              <a:t>PARTIE</a:t>
            </a:r>
            <a:endParaRPr lang="en-US" sz="1200" dirty="0"/>
          </a:p>
        </p:txBody>
      </p:sp>
      <p:sp>
        <p:nvSpPr>
          <p:cNvPr id="6" name="S07_A01_zoom_108"/>
          <p:cNvSpPr txBox="1"/>
          <p:nvPr/>
        </p:nvSpPr>
        <p:spPr>
          <a:xfrm>
            <a:off x="411480" y="1188720"/>
            <a:ext cx="4572000" cy="1920240"/>
          </a:xfrm>
          <a:prstGeom prst="rect">
            <a:avLst/>
          </a:prstGeom>
          <a:noFill/>
          <a:ln/>
        </p:spPr>
        <p:txBody>
          <a:bodyPr wrap="square" lIns="0" tIns="0" rIns="0" bIns="0" rtlCol="0" anchor="ctr"/>
          <a:lstStyle/>
          <a:p>
            <a:pPr marL="0" indent="0">
              <a:buNone/>
            </a:pPr>
            <a:r>
              <a:rPr lang="en-US" sz="15000" dirty="0">
                <a:solidFill>
                  <a:srgbClr val="5B2FD6"/>
                </a:solidFill>
                <a:latin typeface="Segoe UI Black" pitchFamily="34" charset="0"/>
                <a:ea typeface="Segoe UI Black" pitchFamily="34" charset="-122"/>
                <a:cs typeface="Segoe UI Black" pitchFamily="34" charset="-120"/>
              </a:rPr>
              <a:t>03</a:t>
            </a:r>
            <a:endParaRPr lang="en-US" sz="15000" dirty="0"/>
          </a:p>
        </p:txBody>
      </p:sp>
      <p:sp>
        <p:nvSpPr>
          <p:cNvPr id="7" name="S07_A02_rise_109"/>
          <p:cNvSpPr txBox="1"/>
          <p:nvPr/>
        </p:nvSpPr>
        <p:spPr>
          <a:xfrm>
            <a:off x="548640" y="3246120"/>
            <a:ext cx="6400800" cy="1280160"/>
          </a:xfrm>
          <a:prstGeom prst="rect">
            <a:avLst/>
          </a:prstGeom>
          <a:noFill/>
          <a:ln/>
        </p:spPr>
        <p:txBody>
          <a:bodyPr wrap="square" lIns="0" tIns="0" rIns="0" bIns="0" rtlCol="0" anchor="t"/>
          <a:lstStyle/>
          <a:p>
            <a:pPr marL="0" indent="0">
              <a:buNone/>
            </a:pPr>
            <a:r>
              <a:rPr lang="en-US" sz="3600" dirty="0">
                <a:solidFill>
                  <a:srgbClr val="17132E"/>
                </a:solidFill>
                <a:latin typeface="Segoe UI Semibold" pitchFamily="34" charset="0"/>
                <a:ea typeface="Segoe UI Semibold" pitchFamily="34" charset="-122"/>
                <a:cs typeface="Segoe UI Semibold" pitchFamily="34" charset="-120"/>
              </a:rPr>
              <a:t>Contexte et problématique</a:t>
            </a:r>
            <a:endParaRPr lang="en-US" sz="3600" dirty="0"/>
          </a:p>
        </p:txBody>
      </p:sp>
      <p:sp>
        <p:nvSpPr>
          <p:cNvPr id="8" name="S07_A03_fade_110"/>
          <p:cNvSpPr txBox="1"/>
          <p:nvPr/>
        </p:nvSpPr>
        <p:spPr>
          <a:xfrm>
            <a:off x="548640" y="4617720"/>
            <a:ext cx="6400800" cy="731520"/>
          </a:xfrm>
          <a:prstGeom prst="rect">
            <a:avLst/>
          </a:prstGeom>
          <a:noFill/>
          <a:ln/>
        </p:spPr>
        <p:txBody>
          <a:bodyPr wrap="square" lIns="0" tIns="0" rIns="0" bIns="0" rtlCol="0" anchor="t"/>
          <a:lstStyle/>
          <a:p>
            <a:pPr marL="0" indent="0">
              <a:buNone/>
            </a:pPr>
            <a:r>
              <a:rPr lang="en-US" sz="1400" dirty="0">
                <a:solidFill>
                  <a:srgbClr val="3E3A56"/>
                </a:solidFill>
                <a:latin typeface="Segoe UI" pitchFamily="34" charset="0"/>
                <a:ea typeface="Segoe UI" pitchFamily="34" charset="-122"/>
                <a:cs typeface="Segoe UI" pitchFamily="34" charset="-120"/>
              </a:rPr>
              <a:t>Constats de terrain · Question centrale · Solution proposée</a:t>
            </a:r>
            <a:endParaRPr lang="en-US" sz="1400" dirty="0"/>
          </a:p>
        </p:txBody>
      </p:sp>
      <p:sp>
        <p:nvSpPr>
          <p:cNvPr id="9" name="Text 6"/>
          <p:cNvSpPr txBox="1"/>
          <p:nvPr/>
        </p:nvSpPr>
        <p:spPr>
          <a:xfrm>
            <a:off x="8412480" y="6382512"/>
            <a:ext cx="3227832" cy="274320"/>
          </a:xfrm>
          <a:prstGeom prst="rect">
            <a:avLst/>
          </a:prstGeom>
          <a:noFill/>
          <a:ln/>
        </p:spPr>
        <p:txBody>
          <a:bodyPr wrap="square" lIns="0" tIns="0" rIns="0" bIns="0" rtlCol="0" anchor="ctr"/>
          <a:lstStyle/>
          <a:p>
            <a:pPr marL="0" indent="0" algn="r">
              <a:buNone/>
            </a:pPr>
            <a:r>
              <a:rPr lang="en-US" sz="900" dirty="0">
                <a:solidFill>
                  <a:srgbClr val="6E6A85"/>
                </a:solidFill>
                <a:latin typeface="Segoe UI" pitchFamily="34" charset="0"/>
                <a:ea typeface="Segoe UI" pitchFamily="34" charset="-122"/>
                <a:cs typeface="Segoe UI" pitchFamily="34" charset="-120"/>
              </a:rPr>
              <a:t>FEUNOU FOSSO Otniel</a:t>
            </a:r>
            <a:r>
              <a:rPr lang="en-US" sz="900" b="1" dirty="0">
                <a:solidFill>
                  <a:srgbClr val="5B2FD6"/>
                </a:solidFill>
                <a:latin typeface="Segoe UI" pitchFamily="34" charset="0"/>
                <a:ea typeface="Segoe UI" pitchFamily="34" charset="-122"/>
                <a:cs typeface="Segoe UI" pitchFamily="34" charset="-120"/>
              </a:rPr>
              <a:t>   07</a:t>
            </a:r>
            <a:endParaRPr lang="en-US" sz="900" dirty="0"/>
          </a:p>
        </p:txBody>
      </p:sp>
      <mc:AlternateContent xmlns:mc="http://schemas.openxmlformats.org/markup-compatibility/2006">
        <mc:Choice xmlns:am3d="http://schemas.microsoft.com/office/drawing/2017/model3d" Requires="am3d">
          <p:graphicFrame>
            <p:nvGraphicFramePr>
              <p:cNvPr id="10" name="!!GearBig" descr="Engrenage 3D animé">
                <a:extLst>
                  <a:ext uri="{FF2B5EF4-FFF2-40B4-BE49-F238E27FC236}">
                    <a16:creationId xmlns:a16="http://schemas.microsoft.com/office/drawing/2014/main" id="{39B8C9A7-8AC0-4D73-B28D-36056D990F43}"/>
                  </a:ext>
                </a:extLst>
              </p:cNvPr>
              <p:cNvGraphicFramePr>
                <a:graphicFrameLocks/>
              </p:cNvGraphicFramePr>
              <p:nvPr>
                <p:extLst>
                  <p:ext uri="{D42A27DB-BD31-4B8C-83A1-F6EECF244321}">
                    <p14:modId xmlns:p14="http://schemas.microsoft.com/office/powerpoint/2010/main" val="3764352354"/>
                  </p:ext>
                </p:extLst>
              </p:nvPr>
            </p:nvGraphicFramePr>
            <p:xfrm>
              <a:off x="6812280" y="1371600"/>
              <a:ext cx="3291840" cy="3291840"/>
            </p:xfrm>
            <a:graphic>
              <a:graphicData uri="http://schemas.microsoft.com/office/drawing/2017/model3d">
                <am3d:model3d r:embed="rId5" r:link="rId6">
                  <am3d:spPr>
                    <a:xfrm>
                      <a:off x="0" y="0"/>
                      <a:ext cx="3291840" cy="3291840"/>
                    </a:xfrm>
                    <a:prstGeom prst="rect">
                      <a:avLst/>
                    </a:prstGeom>
                  </am3d:spPr>
                  <am3d:camera>
                    <am3d:pos x="0" y="158400000" z="158400000"/>
                    <am3d:up dx="0" dy="36000000" dz="0"/>
                    <am3d:lookAt x="0" y="0" z="0"/>
                    <am3d:perspective fov="660000"/>
                  </am3d:camera>
                  <am3d:trans>
                    <am3d:meterPerModelUnit n="404766" d="1000000"/>
                    <am3d:preTrans dx="0" dy="0" dz="0"/>
                    <am3d:scale>
                      <am3d:sx n="1000000" d="1000000"/>
                      <am3d:sy n="1000000" d="1000000"/>
                      <am3d:sz n="1000000" d="1000000"/>
                    </am3d:scale>
                    <am3d:rot ay="20400000"/>
                    <am3d:postTrans dx="0" dy="0" dz="0"/>
                  </am3d:trans>
                  <am3d:raster rName="Office3DRenderer" rVer="16.0.8326">
                    <am3d:blip r:embed="rId7"/>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0" name="!!GearBig" descr="Engrenage 3D animé">
                <a:extLst>
                  <a:ext uri="{FF2B5EF4-FFF2-40B4-BE49-F238E27FC236}">
                    <a16:creationId xmlns:a16="http://schemas.microsoft.com/office/drawing/2014/main" id="{39B8C9A7-8AC0-4D73-B28D-36056D990F43}"/>
                  </a:ext>
                </a:extLst>
              </p:cNvPr>
              <p:cNvPicPr>
                <a:picLocks noGrp="1" noRot="1" noChangeAspect="1" noMove="1" noResize="1" noEditPoints="1" noAdjustHandles="1" noChangeArrowheads="1" noChangeShapeType="1" noCrop="1"/>
              </p:cNvPicPr>
              <p:nvPr/>
            </p:nvPicPr>
            <p:blipFill>
              <a:blip r:embed="rId7"/>
              <a:stretch>
                <a:fillRect/>
              </a:stretch>
            </p:blipFill>
            <p:spPr>
              <a:xfrm>
                <a:off x="6812280" y="1371600"/>
                <a:ext cx="3291840" cy="329184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11" name="!!GearSmall" descr="Engrenage 3D animé">
                <a:extLst>
                  <a:ext uri="{FF2B5EF4-FFF2-40B4-BE49-F238E27FC236}">
                    <a16:creationId xmlns:a16="http://schemas.microsoft.com/office/drawing/2014/main" id="{486FCD41-FC07-4BA4-8559-11498CFD2DCE}"/>
                  </a:ext>
                </a:extLst>
              </p:cNvPr>
              <p:cNvGraphicFramePr>
                <a:graphicFrameLocks/>
              </p:cNvGraphicFramePr>
              <p:nvPr>
                <p:extLst>
                  <p:ext uri="{D42A27DB-BD31-4B8C-83A1-F6EECF244321}">
                    <p14:modId xmlns:p14="http://schemas.microsoft.com/office/powerpoint/2010/main" val="1416222353"/>
                  </p:ext>
                </p:extLst>
              </p:nvPr>
            </p:nvGraphicFramePr>
            <p:xfrm>
              <a:off x="9676181" y="2638958"/>
              <a:ext cx="2337206" cy="2337206"/>
            </p:xfrm>
            <a:graphic>
              <a:graphicData uri="http://schemas.microsoft.com/office/drawing/2017/model3d">
                <am3d:model3d r:embed="rId8" r:link="rId9">
                  <am3d:spPr>
                    <a:xfrm>
                      <a:off x="0" y="0"/>
                      <a:ext cx="2337206" cy="2337206"/>
                    </a:xfrm>
                    <a:prstGeom prst="rect">
                      <a:avLst/>
                    </a:prstGeom>
                  </am3d:spPr>
                  <am3d:camera>
                    <am3d:pos x="0" y="158400000" z="158400000"/>
                    <am3d:up dx="0" dy="36000000" dz="0"/>
                    <am3d:lookAt x="0" y="0" z="0"/>
                    <am3d:perspective fov="660000"/>
                  </am3d:camera>
                  <am3d:trans>
                    <am3d:meterPerModelUnit n="573084" d="1000000"/>
                    <am3d:preTrans dx="0" dy="0" dz="0"/>
                    <am3d:scale>
                      <am3d:sx n="1000000" d="1000000"/>
                      <am3d:sy n="1000000" d="1000000"/>
                      <am3d:sz n="1000000" d="1000000"/>
                    </am3d:scale>
                    <am3d:rot ay="1800000"/>
                    <am3d:postTrans dx="0" dy="0" dz="0"/>
                  </am3d:trans>
                  <am3d:raster rName="Office3DRenderer" rVer="16.0.8326">
                    <am3d:blip r:embed="rId10"/>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1" name="!!GearSmall" descr="Engrenage 3D animé">
                <a:extLst>
                  <a:ext uri="{FF2B5EF4-FFF2-40B4-BE49-F238E27FC236}">
                    <a16:creationId xmlns:a16="http://schemas.microsoft.com/office/drawing/2014/main" id="{486FCD41-FC07-4BA4-8559-11498CFD2DCE}"/>
                  </a:ext>
                </a:extLst>
              </p:cNvPr>
              <p:cNvPicPr>
                <a:picLocks noGrp="1" noRot="1" noChangeAspect="1" noMove="1" noResize="1" noEditPoints="1" noAdjustHandles="1" noChangeArrowheads="1" noChangeShapeType="1" noCrop="1"/>
              </p:cNvPicPr>
              <p:nvPr/>
            </p:nvPicPr>
            <p:blipFill>
              <a:blip r:embed="rId10"/>
              <a:stretch>
                <a:fillRect/>
              </a:stretch>
            </p:blipFill>
            <p:spPr>
              <a:xfrm>
                <a:off x="9676181" y="2638958"/>
                <a:ext cx="2337206" cy="2337206"/>
              </a:xfrm>
              <a:prstGeom prst="rect">
                <a:avLst/>
              </a:prstGeom>
            </p:spPr>
          </p:pic>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8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mph" presetSubtype="128" repeatCount="indefinite" fill="hold" nodeType="withEffect">
                                  <p:stCondLst>
                                    <p:cond delay="0"/>
                                  </p:stCondLst>
                                  <p:childTnLst>
                                    <p:animRot by="21600000">
                                      <p:cBhvr>
                                        <p:cTn id="6" dur="10000" fill="hold"/>
                                        <p:tgtEl>
                                          <p:spTgt spid="10"/>
                                        </p:tgtEl>
                                        <p:attrNameLst>
                                          <p:attrName>3d.view.rotation.y</p:attrName>
                                        </p:attrNameLst>
                                      </p:cBhvr>
                                    </p:animRot>
                                  </p:childTnLst>
                                </p:cTn>
                              </p:par>
                              <p:par>
                                <p:cTn id="7" presetID="37" presetClass="emph" presetSubtype="128" repeatCount="indefinite" fill="hold" nodeType="withEffect">
                                  <p:stCondLst>
                                    <p:cond delay="0"/>
                                  </p:stCondLst>
                                  <p:childTnLst>
                                    <p:animRot by="-21600000">
                                      <p:cBhvr>
                                        <p:cTn id="8" dur="6667" fill="hold"/>
                                        <p:tgtEl>
                                          <p:spTgt spid="11"/>
                                        </p:tgtEl>
                                        <p:attrNameLst>
                                          <p:attrName>3d.view.rotation.y</p:attrName>
                                        </p:attrNameLst>
                                      </p:cBhvr>
                                    </p:animRot>
                                  </p:childTnLst>
                                </p:cTn>
                              </p:par>
                              <p:par>
                                <p:cTn id="9" presetID="10" presetClass="entr" presetSubtype="0" fill="hold" grpId="0" nodeType="withEffect">
                                  <p:stCondLst>
                                    <p:cond delay="35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50"/>
                                        <p:tgtEl>
                                          <p:spTgt spid="5"/>
                                        </p:tgtEl>
                                      </p:cBhvr>
                                    </p:animEffect>
                                  </p:childTnLst>
                                </p:cTn>
                              </p:par>
                              <p:par>
                                <p:cTn id="12" presetID="53" presetClass="entr" presetSubtype="16" fill="hold" grpId="0" nodeType="withEffect">
                                  <p:stCondLst>
                                    <p:cond delay="510"/>
                                  </p:stCondLst>
                                  <p:childTnLst>
                                    <p:set>
                                      <p:cBhvr>
                                        <p:cTn id="13" dur="1" fill="hold">
                                          <p:stCondLst>
                                            <p:cond delay="0"/>
                                          </p:stCondLst>
                                        </p:cTn>
                                        <p:tgtEl>
                                          <p:spTgt spid="6"/>
                                        </p:tgtEl>
                                        <p:attrNameLst>
                                          <p:attrName>style.visibility</p:attrName>
                                        </p:attrNameLst>
                                      </p:cBhvr>
                                      <p:to>
                                        <p:strVal val="visible"/>
                                      </p:to>
                                    </p:set>
                                    <p:anim calcmode="lin" valueType="num">
                                      <p:cBhvr>
                                        <p:cTn id="14" dur="550" fill="hold"/>
                                        <p:tgtEl>
                                          <p:spTgt spid="6"/>
                                        </p:tgtEl>
                                        <p:attrNameLst>
                                          <p:attrName>ppt_w</p:attrName>
                                        </p:attrNameLst>
                                      </p:cBhvr>
                                      <p:tavLst>
                                        <p:tav tm="0">
                                          <p:val>
                                            <p:fltVal val="0"/>
                                          </p:val>
                                        </p:tav>
                                        <p:tav tm="100000">
                                          <p:val>
                                            <p:strVal val="#ppt_w"/>
                                          </p:val>
                                        </p:tav>
                                      </p:tavLst>
                                    </p:anim>
                                    <p:anim calcmode="lin" valueType="num">
                                      <p:cBhvr>
                                        <p:cTn id="15" dur="550" fill="hold"/>
                                        <p:tgtEl>
                                          <p:spTgt spid="6"/>
                                        </p:tgtEl>
                                        <p:attrNameLst>
                                          <p:attrName>ppt_h</p:attrName>
                                        </p:attrNameLst>
                                      </p:cBhvr>
                                      <p:tavLst>
                                        <p:tav tm="0">
                                          <p:val>
                                            <p:fltVal val="0"/>
                                          </p:val>
                                        </p:tav>
                                        <p:tav tm="100000">
                                          <p:val>
                                            <p:strVal val="#ppt_h"/>
                                          </p:val>
                                        </p:tav>
                                      </p:tavLst>
                                    </p:anim>
                                    <p:animEffect transition="in" filter="fade">
                                      <p:cBhvr>
                                        <p:cTn id="16" dur="550"/>
                                        <p:tgtEl>
                                          <p:spTgt spid="6"/>
                                        </p:tgtEl>
                                      </p:cBhvr>
                                    </p:animEffect>
                                  </p:childTnLst>
                                </p:cTn>
                              </p:par>
                              <p:par>
                                <p:cTn id="17" presetID="42" presetClass="entr" presetSubtype="0" fill="hold" grpId="0" nodeType="withEffect">
                                  <p:stCondLst>
                                    <p:cond delay="67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50"/>
                                        <p:tgtEl>
                                          <p:spTgt spid="7"/>
                                        </p:tgtEl>
                                      </p:cBhvr>
                                    </p:animEffect>
                                    <p:anim calcmode="lin" valueType="num">
                                      <p:cBhvr>
                                        <p:cTn id="20" dur="550" fill="hold"/>
                                        <p:tgtEl>
                                          <p:spTgt spid="7"/>
                                        </p:tgtEl>
                                        <p:attrNameLst>
                                          <p:attrName>ppt_x</p:attrName>
                                        </p:attrNameLst>
                                      </p:cBhvr>
                                      <p:tavLst>
                                        <p:tav tm="0">
                                          <p:val>
                                            <p:strVal val="#ppt_x"/>
                                          </p:val>
                                        </p:tav>
                                        <p:tav tm="100000">
                                          <p:val>
                                            <p:strVal val="#ppt_x"/>
                                          </p:val>
                                        </p:tav>
                                      </p:tavLst>
                                    </p:anim>
                                    <p:anim calcmode="lin" valueType="num">
                                      <p:cBhvr>
                                        <p:cTn id="21" dur="550" fill="hold"/>
                                        <p:tgtEl>
                                          <p:spTgt spid="7"/>
                                        </p:tgtEl>
                                        <p:attrNameLst>
                                          <p:attrName>ppt_y</p:attrName>
                                        </p:attrNameLst>
                                      </p:cBhvr>
                                      <p:tavLst>
                                        <p:tav tm="0">
                                          <p:val>
                                            <p:strVal val="#ppt_y+.1"/>
                                          </p:val>
                                        </p:tav>
                                        <p:tav tm="100000">
                                          <p:val>
                                            <p:strVal val="#ppt_y"/>
                                          </p:val>
                                        </p:tav>
                                      </p:tavLst>
                                    </p:anim>
                                  </p:childTnLst>
                                </p:cTn>
                              </p:par>
                              <p:par>
                                <p:cTn id="22" presetID="10" presetClass="entr" presetSubtype="0" fill="hold" grpId="0" nodeType="withEffect">
                                  <p:stCondLst>
                                    <p:cond delay="83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Glow" descr="assets/glow_soft.png"/>
          <p:cNvPicPr>
            <a:picLocks noChangeAspect="1"/>
          </p:cNvPicPr>
          <p:nvPr/>
        </p:nvPicPr>
        <p:blipFill>
          <a:blip r:embed="rId4"/>
          <a:stretch>
            <a:fillRect/>
          </a:stretch>
        </p:blipFill>
        <p:spPr>
          <a:xfrm>
            <a:off x="9767621" y="-371246"/>
            <a:ext cx="2743200" cy="2743200"/>
          </a:xfrm>
          <a:prstGeom prst="rect">
            <a:avLst/>
          </a:prstGeom>
        </p:spPr>
      </p:pic>
      <p:sp>
        <p:nvSpPr>
          <p:cNvPr id="3" name="Text 0"/>
          <p:cNvSpPr txBox="1"/>
          <p:nvPr/>
        </p:nvSpPr>
        <p:spPr>
          <a:xfrm>
            <a:off x="548640" y="274320"/>
            <a:ext cx="9692640" cy="256032"/>
          </a:xfrm>
          <a:prstGeom prst="rect">
            <a:avLst/>
          </a:prstGeom>
          <a:noFill/>
          <a:ln/>
        </p:spPr>
        <p:txBody>
          <a:bodyPr wrap="square" lIns="0" tIns="0" rIns="0" bIns="0" rtlCol="0" anchor="t"/>
          <a:lstStyle/>
          <a:p>
            <a:pPr marL="0" indent="0">
              <a:buNone/>
            </a:pPr>
            <a:r>
              <a:rPr lang="en-US" sz="950" i="1" dirty="0">
                <a:solidFill>
                  <a:srgbClr val="6E6A85"/>
                </a:solidFill>
                <a:latin typeface="Segoe UI" pitchFamily="34" charset="0"/>
                <a:ea typeface="Segoe UI" pitchFamily="34" charset="-122"/>
                <a:cs typeface="Segoe UI" pitchFamily="34" charset="-120"/>
              </a:rPr>
              <a:t>Mise en place d’une plateforme intelligente d’assistance au dépannage et de mise en relation avec des techniciens</a:t>
            </a:r>
            <a:endParaRPr lang="en-US" sz="950" dirty="0"/>
          </a:p>
        </p:txBody>
      </p:sp>
      <p:sp>
        <p:nvSpPr>
          <p:cNvPr id="4" name="!!Kicker"/>
          <p:cNvSpPr txBox="1"/>
          <p:nvPr/>
        </p:nvSpPr>
        <p:spPr>
          <a:xfrm>
            <a:off x="548640" y="713232"/>
            <a:ext cx="9692640" cy="274320"/>
          </a:xfrm>
          <a:prstGeom prst="rect">
            <a:avLst/>
          </a:prstGeom>
          <a:noFill/>
          <a:ln/>
        </p:spPr>
        <p:txBody>
          <a:bodyPr wrap="square" lIns="0" tIns="0" rIns="0" bIns="0" rtlCol="0" anchor="t"/>
          <a:lstStyle/>
          <a:p>
            <a:pPr marL="0" indent="0">
              <a:buNone/>
            </a:pPr>
            <a:r>
              <a:rPr lang="en-US" sz="1100" b="1" kern="0" spc="200" dirty="0">
                <a:solidFill>
                  <a:srgbClr val="5B2FD6"/>
                </a:solidFill>
                <a:latin typeface="Segoe UI" pitchFamily="34" charset="0"/>
                <a:ea typeface="Segoe UI" pitchFamily="34" charset="-122"/>
                <a:cs typeface="Segoe UI" pitchFamily="34" charset="-120"/>
              </a:rPr>
              <a:t>03 · CONTEXTE</a:t>
            </a:r>
            <a:endParaRPr lang="en-US" sz="1100" dirty="0"/>
          </a:p>
        </p:txBody>
      </p:sp>
      <p:sp>
        <p:nvSpPr>
          <p:cNvPr id="5" name="!!Title"/>
          <p:cNvSpPr txBox="1"/>
          <p:nvPr/>
        </p:nvSpPr>
        <p:spPr>
          <a:xfrm>
            <a:off x="548640" y="987552"/>
            <a:ext cx="9692640" cy="658368"/>
          </a:xfrm>
          <a:prstGeom prst="rect">
            <a:avLst/>
          </a:prstGeom>
          <a:noFill/>
          <a:ln/>
        </p:spPr>
        <p:txBody>
          <a:bodyPr wrap="square" lIns="0" tIns="0" rIns="0" bIns="0" rtlCol="0" anchor="ctr"/>
          <a:lstStyle/>
          <a:p>
            <a:pPr marL="0" indent="0">
              <a:buNone/>
            </a:pPr>
            <a:r>
              <a:rPr lang="en-US" sz="2800" dirty="0">
                <a:solidFill>
                  <a:srgbClr val="17132E"/>
                </a:solidFill>
                <a:latin typeface="Segoe UI Semibold" pitchFamily="34" charset="0"/>
                <a:ea typeface="Segoe UI Semibold" pitchFamily="34" charset="-122"/>
                <a:cs typeface="Segoe UI Semibold" pitchFamily="34" charset="-120"/>
              </a:rPr>
              <a:t>Trouver un bon technicien : un vrai défi</a:t>
            </a:r>
            <a:endParaRPr lang="en-US" sz="2800" dirty="0"/>
          </a:p>
        </p:txBody>
      </p:sp>
      <p:sp>
        <p:nvSpPr>
          <p:cNvPr id="6" name="S08_A00_zoom_111"/>
          <p:cNvSpPr/>
          <p:nvPr/>
        </p:nvSpPr>
        <p:spPr>
          <a:xfrm>
            <a:off x="548640" y="1874520"/>
            <a:ext cx="5440680" cy="1874520"/>
          </a:xfrm>
          <a:prstGeom prst="roundRect">
            <a:avLst>
              <a:gd name="adj" fmla="val 7805"/>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7" name="S08_A00_zoom_112"/>
          <p:cNvSpPr/>
          <p:nvPr/>
        </p:nvSpPr>
        <p:spPr>
          <a:xfrm>
            <a:off x="868680" y="2240280"/>
            <a:ext cx="868680" cy="868680"/>
          </a:xfrm>
          <a:prstGeom prst="ellipse">
            <a:avLst/>
          </a:prstGeom>
          <a:solidFill>
            <a:srgbClr val="EEE9FD"/>
          </a:solidFill>
          <a:ln w="9525">
            <a:solidFill>
              <a:srgbClr val="D6CCFA"/>
            </a:solidFill>
            <a:prstDash val="solid"/>
          </a:ln>
        </p:spPr>
      </p:sp>
      <p:pic>
        <p:nvPicPr>
          <p:cNvPr id="8" name="S08_A00_zoom_113" descr="preencoded.png"/>
          <p:cNvPicPr>
            <a:picLocks noChangeAspect="1"/>
          </p:cNvPicPr>
          <p:nvPr/>
        </p:nvPicPr>
        <p:blipFill>
          <a:blip r:embed="rId5"/>
          <a:stretch>
            <a:fillRect/>
          </a:stretch>
        </p:blipFill>
        <p:spPr>
          <a:xfrm>
            <a:off x="1094537" y="2466137"/>
            <a:ext cx="416966" cy="416966"/>
          </a:xfrm>
          <a:prstGeom prst="rect">
            <a:avLst/>
          </a:prstGeom>
        </p:spPr>
      </p:pic>
      <p:sp>
        <p:nvSpPr>
          <p:cNvPr id="9" name="S08_A00_zoom_114"/>
          <p:cNvSpPr txBox="1"/>
          <p:nvPr/>
        </p:nvSpPr>
        <p:spPr>
          <a:xfrm>
            <a:off x="2011680" y="2221992"/>
            <a:ext cx="3749040" cy="365760"/>
          </a:xfrm>
          <a:prstGeom prst="rect">
            <a:avLst/>
          </a:prstGeom>
          <a:noFill/>
          <a:ln/>
        </p:spPr>
        <p:txBody>
          <a:bodyPr wrap="square" lIns="0" tIns="0" rIns="0" bIns="0" rtlCol="0" anchor="t"/>
          <a:lstStyle/>
          <a:p>
            <a:pPr marL="0" indent="0">
              <a:buNone/>
            </a:pPr>
            <a:r>
              <a:rPr lang="en-US" sz="1700" dirty="0">
                <a:solidFill>
                  <a:srgbClr val="17132E"/>
                </a:solidFill>
                <a:latin typeface="Segoe UI Semibold" pitchFamily="34" charset="0"/>
                <a:ea typeface="Segoe UI Semibold" pitchFamily="34" charset="-122"/>
                <a:cs typeface="Segoe UI Semibold" pitchFamily="34" charset="-120"/>
              </a:rPr>
              <a:t>Des pannes fréquentes et urgentes</a:t>
            </a:r>
            <a:endParaRPr lang="en-US" sz="1700" dirty="0"/>
          </a:p>
        </p:txBody>
      </p:sp>
      <p:sp>
        <p:nvSpPr>
          <p:cNvPr id="10" name="S08_A00_zoom_115"/>
          <p:cNvSpPr txBox="1"/>
          <p:nvPr/>
        </p:nvSpPr>
        <p:spPr>
          <a:xfrm>
            <a:off x="2011680" y="2651760"/>
            <a:ext cx="3749040" cy="914400"/>
          </a:xfrm>
          <a:prstGeom prst="rect">
            <a:avLst/>
          </a:prstGeom>
          <a:noFill/>
          <a:ln/>
        </p:spPr>
        <p:txBody>
          <a:bodyPr wrap="square" lIns="0" tIns="0" rIns="0" bIns="0" rtlCol="0" anchor="t"/>
          <a:lstStyle/>
          <a:p>
            <a:pPr marL="0" indent="0">
              <a:lnSpc>
                <a:spcPct val="110000"/>
              </a:lnSpc>
              <a:buNone/>
            </a:pPr>
            <a:r>
              <a:rPr lang="en-US" sz="1250" dirty="0">
                <a:solidFill>
                  <a:srgbClr val="3E3A56"/>
                </a:solidFill>
                <a:latin typeface="Segoe UI" pitchFamily="34" charset="0"/>
                <a:ea typeface="Segoe UI" pitchFamily="34" charset="-122"/>
                <a:cs typeface="Segoe UI" pitchFamily="34" charset="-120"/>
              </a:rPr>
              <a:t>Électricité, plomberie, froid, électroménager, informatique : les pannes du quotidien n’attendent pas.</a:t>
            </a:r>
            <a:endParaRPr lang="en-US" sz="1250" dirty="0"/>
          </a:p>
        </p:txBody>
      </p:sp>
      <p:sp>
        <p:nvSpPr>
          <p:cNvPr id="11" name="S08_A01_zoom_116"/>
          <p:cNvSpPr/>
          <p:nvPr/>
        </p:nvSpPr>
        <p:spPr>
          <a:xfrm>
            <a:off x="6199632" y="1874520"/>
            <a:ext cx="5440680" cy="1874520"/>
          </a:xfrm>
          <a:prstGeom prst="roundRect">
            <a:avLst>
              <a:gd name="adj" fmla="val 7805"/>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12" name="S08_A01_zoom_117"/>
          <p:cNvSpPr/>
          <p:nvPr/>
        </p:nvSpPr>
        <p:spPr>
          <a:xfrm>
            <a:off x="6519672" y="2240280"/>
            <a:ext cx="868680" cy="868680"/>
          </a:xfrm>
          <a:prstGeom prst="ellipse">
            <a:avLst/>
          </a:prstGeom>
          <a:solidFill>
            <a:srgbClr val="EEE9FD"/>
          </a:solidFill>
          <a:ln w="9525">
            <a:solidFill>
              <a:srgbClr val="D6CCFA"/>
            </a:solidFill>
            <a:prstDash val="solid"/>
          </a:ln>
        </p:spPr>
      </p:sp>
      <p:pic>
        <p:nvPicPr>
          <p:cNvPr id="13" name="S08_A01_zoom_118" descr="preencoded.png"/>
          <p:cNvPicPr>
            <a:picLocks noChangeAspect="1"/>
          </p:cNvPicPr>
          <p:nvPr/>
        </p:nvPicPr>
        <p:blipFill>
          <a:blip r:embed="rId6"/>
          <a:stretch>
            <a:fillRect/>
          </a:stretch>
        </p:blipFill>
        <p:spPr>
          <a:xfrm>
            <a:off x="6745529" y="2466137"/>
            <a:ext cx="416966" cy="416966"/>
          </a:xfrm>
          <a:prstGeom prst="rect">
            <a:avLst/>
          </a:prstGeom>
        </p:spPr>
      </p:pic>
      <p:sp>
        <p:nvSpPr>
          <p:cNvPr id="14" name="S08_A01_zoom_119"/>
          <p:cNvSpPr txBox="1"/>
          <p:nvPr/>
        </p:nvSpPr>
        <p:spPr>
          <a:xfrm>
            <a:off x="7662672" y="2221992"/>
            <a:ext cx="3749040" cy="365760"/>
          </a:xfrm>
          <a:prstGeom prst="rect">
            <a:avLst/>
          </a:prstGeom>
          <a:noFill/>
          <a:ln/>
        </p:spPr>
        <p:txBody>
          <a:bodyPr wrap="square" lIns="0" tIns="0" rIns="0" bIns="0" rtlCol="0" anchor="t"/>
          <a:lstStyle/>
          <a:p>
            <a:pPr marL="0" indent="0">
              <a:buNone/>
            </a:pPr>
            <a:r>
              <a:rPr lang="en-US" sz="1700" dirty="0">
                <a:solidFill>
                  <a:srgbClr val="17132E"/>
                </a:solidFill>
                <a:latin typeface="Segoe UI Semibold" pitchFamily="34" charset="0"/>
                <a:ea typeface="Segoe UI Semibold" pitchFamily="34" charset="-122"/>
                <a:cs typeface="Segoe UI Semibold" pitchFamily="34" charset="-120"/>
              </a:rPr>
              <a:t>Une recherche informelle et lente</a:t>
            </a:r>
            <a:endParaRPr lang="en-US" sz="1700" dirty="0"/>
          </a:p>
        </p:txBody>
      </p:sp>
      <p:sp>
        <p:nvSpPr>
          <p:cNvPr id="15" name="S08_A01_zoom_120"/>
          <p:cNvSpPr txBox="1"/>
          <p:nvPr/>
        </p:nvSpPr>
        <p:spPr>
          <a:xfrm>
            <a:off x="7662672" y="2651760"/>
            <a:ext cx="3749040" cy="914400"/>
          </a:xfrm>
          <a:prstGeom prst="rect">
            <a:avLst/>
          </a:prstGeom>
          <a:noFill/>
          <a:ln/>
        </p:spPr>
        <p:txBody>
          <a:bodyPr wrap="square" lIns="0" tIns="0" rIns="0" bIns="0" rtlCol="0" anchor="t"/>
          <a:lstStyle/>
          <a:p>
            <a:pPr marL="0" indent="0">
              <a:lnSpc>
                <a:spcPct val="110000"/>
              </a:lnSpc>
              <a:buNone/>
            </a:pPr>
            <a:r>
              <a:rPr lang="en-US" sz="1250" dirty="0">
                <a:solidFill>
                  <a:srgbClr val="3E3A56"/>
                </a:solidFill>
                <a:latin typeface="Segoe UI" pitchFamily="34" charset="0"/>
                <a:ea typeface="Segoe UI" pitchFamily="34" charset="-122"/>
                <a:cs typeface="Segoe UI" pitchFamily="34" charset="-120"/>
              </a:rPr>
              <a:t>Bouche-à-oreille, contacts personnels, affichettes : trouver un technicien disponible prend souvent des heures, voire des jours.</a:t>
            </a:r>
            <a:endParaRPr lang="en-US" sz="1250" dirty="0"/>
          </a:p>
        </p:txBody>
      </p:sp>
      <p:sp>
        <p:nvSpPr>
          <p:cNvPr id="16" name="S08_A02_zoom_121"/>
          <p:cNvSpPr/>
          <p:nvPr/>
        </p:nvSpPr>
        <p:spPr>
          <a:xfrm>
            <a:off x="548640" y="3977640"/>
            <a:ext cx="5440680" cy="1874520"/>
          </a:xfrm>
          <a:prstGeom prst="roundRect">
            <a:avLst>
              <a:gd name="adj" fmla="val 7805"/>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17" name="S08_A02_zoom_122"/>
          <p:cNvSpPr/>
          <p:nvPr/>
        </p:nvSpPr>
        <p:spPr>
          <a:xfrm>
            <a:off x="868680" y="4343400"/>
            <a:ext cx="868680" cy="868680"/>
          </a:xfrm>
          <a:prstGeom prst="ellipse">
            <a:avLst/>
          </a:prstGeom>
          <a:solidFill>
            <a:srgbClr val="EEE9FD"/>
          </a:solidFill>
          <a:ln w="9525">
            <a:solidFill>
              <a:srgbClr val="D6CCFA"/>
            </a:solidFill>
            <a:prstDash val="solid"/>
          </a:ln>
        </p:spPr>
      </p:sp>
      <p:pic>
        <p:nvPicPr>
          <p:cNvPr id="18" name="S08_A02_zoom_123" descr="preencoded.png"/>
          <p:cNvPicPr>
            <a:picLocks noChangeAspect="1"/>
          </p:cNvPicPr>
          <p:nvPr/>
        </p:nvPicPr>
        <p:blipFill>
          <a:blip r:embed="rId7"/>
          <a:stretch>
            <a:fillRect/>
          </a:stretch>
        </p:blipFill>
        <p:spPr>
          <a:xfrm>
            <a:off x="1094537" y="4569257"/>
            <a:ext cx="416966" cy="416966"/>
          </a:xfrm>
          <a:prstGeom prst="rect">
            <a:avLst/>
          </a:prstGeom>
        </p:spPr>
      </p:pic>
      <p:sp>
        <p:nvSpPr>
          <p:cNvPr id="19" name="S08_A02_zoom_124"/>
          <p:cNvSpPr txBox="1"/>
          <p:nvPr/>
        </p:nvSpPr>
        <p:spPr>
          <a:xfrm>
            <a:off x="2011680" y="4325112"/>
            <a:ext cx="3749040" cy="365760"/>
          </a:xfrm>
          <a:prstGeom prst="rect">
            <a:avLst/>
          </a:prstGeom>
          <a:noFill/>
          <a:ln/>
        </p:spPr>
        <p:txBody>
          <a:bodyPr wrap="square" lIns="0" tIns="0" rIns="0" bIns="0" rtlCol="0" anchor="t"/>
          <a:lstStyle/>
          <a:p>
            <a:pPr marL="0" indent="0">
              <a:buNone/>
            </a:pPr>
            <a:r>
              <a:rPr lang="en-US" sz="1700" dirty="0">
                <a:solidFill>
                  <a:srgbClr val="17132E"/>
                </a:solidFill>
                <a:latin typeface="Segoe UI Semibold" pitchFamily="34" charset="0"/>
                <a:ea typeface="Segoe UI Semibold" pitchFamily="34" charset="-122"/>
                <a:cs typeface="Segoe UI Semibold" pitchFamily="34" charset="-120"/>
              </a:rPr>
              <a:t>Un manque de confiance</a:t>
            </a:r>
            <a:endParaRPr lang="en-US" sz="1700" dirty="0"/>
          </a:p>
        </p:txBody>
      </p:sp>
      <p:sp>
        <p:nvSpPr>
          <p:cNvPr id="20" name="S08_A02_zoom_125"/>
          <p:cNvSpPr txBox="1"/>
          <p:nvPr/>
        </p:nvSpPr>
        <p:spPr>
          <a:xfrm>
            <a:off x="2011680" y="4754880"/>
            <a:ext cx="3749040" cy="914400"/>
          </a:xfrm>
          <a:prstGeom prst="rect">
            <a:avLst/>
          </a:prstGeom>
          <a:noFill/>
          <a:ln/>
        </p:spPr>
        <p:txBody>
          <a:bodyPr wrap="square" lIns="0" tIns="0" rIns="0" bIns="0" rtlCol="0" anchor="t"/>
          <a:lstStyle/>
          <a:p>
            <a:pPr marL="0" indent="0">
              <a:lnSpc>
                <a:spcPct val="110000"/>
              </a:lnSpc>
              <a:buNone/>
            </a:pPr>
            <a:r>
              <a:rPr lang="en-US" sz="1250" dirty="0">
                <a:solidFill>
                  <a:srgbClr val="3E3A56"/>
                </a:solidFill>
                <a:latin typeface="Segoe UI" pitchFamily="34" charset="0"/>
                <a:ea typeface="Segoe UI" pitchFamily="34" charset="-122"/>
                <a:cs typeface="Segoe UI" pitchFamily="34" charset="-120"/>
              </a:rPr>
              <a:t>Compétences non vérifiées, tarifs opaques, aucun recours en cas de litige : le client avance à l’aveugle.</a:t>
            </a:r>
            <a:endParaRPr lang="en-US" sz="1250" dirty="0"/>
          </a:p>
        </p:txBody>
      </p:sp>
      <p:sp>
        <p:nvSpPr>
          <p:cNvPr id="21" name="S08_A03_zoom_126"/>
          <p:cNvSpPr/>
          <p:nvPr/>
        </p:nvSpPr>
        <p:spPr>
          <a:xfrm>
            <a:off x="6199632" y="3977640"/>
            <a:ext cx="5440680" cy="1874520"/>
          </a:xfrm>
          <a:prstGeom prst="roundRect">
            <a:avLst>
              <a:gd name="adj" fmla="val 7805"/>
            </a:avLst>
          </a:prstGeom>
          <a:solidFill>
            <a:srgbClr val="F3EFFF"/>
          </a:solidFill>
          <a:ln w="12700">
            <a:solidFill>
              <a:srgbClr val="C9B8FF"/>
            </a:solidFill>
            <a:prstDash val="solid"/>
          </a:ln>
        </p:spPr>
      </p:sp>
      <p:sp>
        <p:nvSpPr>
          <p:cNvPr id="22" name="S08_A03_zoom_127"/>
          <p:cNvSpPr/>
          <p:nvPr/>
        </p:nvSpPr>
        <p:spPr>
          <a:xfrm>
            <a:off x="6519672" y="4343400"/>
            <a:ext cx="868680" cy="868680"/>
          </a:xfrm>
          <a:prstGeom prst="ellipse">
            <a:avLst/>
          </a:prstGeom>
          <a:solidFill>
            <a:srgbClr val="9BE15D"/>
          </a:solidFill>
          <a:ln w="9525">
            <a:solidFill>
              <a:srgbClr val="7CC63F"/>
            </a:solidFill>
            <a:prstDash val="solid"/>
          </a:ln>
        </p:spPr>
      </p:sp>
      <p:pic>
        <p:nvPicPr>
          <p:cNvPr id="23" name="S08_A03_zoom_128" descr="preencoded.png"/>
          <p:cNvPicPr>
            <a:picLocks noChangeAspect="1"/>
          </p:cNvPicPr>
          <p:nvPr/>
        </p:nvPicPr>
        <p:blipFill>
          <a:blip r:embed="rId8"/>
          <a:stretch>
            <a:fillRect/>
          </a:stretch>
        </p:blipFill>
        <p:spPr>
          <a:xfrm>
            <a:off x="6745529" y="4569257"/>
            <a:ext cx="416966" cy="416966"/>
          </a:xfrm>
          <a:prstGeom prst="rect">
            <a:avLst/>
          </a:prstGeom>
        </p:spPr>
      </p:pic>
      <p:sp>
        <p:nvSpPr>
          <p:cNvPr id="24" name="S08_A03_zoom_129"/>
          <p:cNvSpPr txBox="1"/>
          <p:nvPr/>
        </p:nvSpPr>
        <p:spPr>
          <a:xfrm>
            <a:off x="7662672" y="4325112"/>
            <a:ext cx="3749040" cy="365760"/>
          </a:xfrm>
          <a:prstGeom prst="rect">
            <a:avLst/>
          </a:prstGeom>
          <a:noFill/>
          <a:ln/>
        </p:spPr>
        <p:txBody>
          <a:bodyPr wrap="square" lIns="0" tIns="0" rIns="0" bIns="0" rtlCol="0" anchor="t"/>
          <a:lstStyle/>
          <a:p>
            <a:pPr marL="0" indent="0">
              <a:buNone/>
            </a:pPr>
            <a:r>
              <a:rPr lang="en-US" sz="1700" dirty="0">
                <a:solidFill>
                  <a:srgbClr val="17132E"/>
                </a:solidFill>
                <a:latin typeface="Segoe UI Semibold" pitchFamily="34" charset="0"/>
                <a:ea typeface="Segoe UI Semibold" pitchFamily="34" charset="-122"/>
                <a:cs typeface="Segoe UI Semibold" pitchFamily="34" charset="-120"/>
              </a:rPr>
              <a:t>Aucun diagnostic préalable</a:t>
            </a:r>
            <a:endParaRPr lang="en-US" sz="1700" dirty="0"/>
          </a:p>
        </p:txBody>
      </p:sp>
      <p:sp>
        <p:nvSpPr>
          <p:cNvPr id="25" name="S08_A03_zoom_130"/>
          <p:cNvSpPr txBox="1"/>
          <p:nvPr/>
        </p:nvSpPr>
        <p:spPr>
          <a:xfrm>
            <a:off x="7662672" y="4754880"/>
            <a:ext cx="3749040" cy="914400"/>
          </a:xfrm>
          <a:prstGeom prst="rect">
            <a:avLst/>
          </a:prstGeom>
          <a:noFill/>
          <a:ln/>
        </p:spPr>
        <p:txBody>
          <a:bodyPr wrap="square" lIns="0" tIns="0" rIns="0" bIns="0" rtlCol="0" anchor="t"/>
          <a:lstStyle/>
          <a:p>
            <a:pPr marL="0" indent="0">
              <a:lnSpc>
                <a:spcPct val="110000"/>
              </a:lnSpc>
              <a:buNone/>
            </a:pPr>
            <a:r>
              <a:rPr lang="en-US" sz="1250" dirty="0">
                <a:solidFill>
                  <a:srgbClr val="3E3A56"/>
                </a:solidFill>
                <a:latin typeface="Segoe UI" pitchFamily="34" charset="0"/>
                <a:ea typeface="Segoe UI" pitchFamily="34" charset="-122"/>
                <a:cs typeface="Segoe UI" pitchFamily="34" charset="-120"/>
              </a:rPr>
              <a:t>Le client peine à décrire sa panne ; le technicien se déplace sans savoir quoi prévoir.</a:t>
            </a:r>
            <a:endParaRPr lang="en-US" sz="1250" dirty="0"/>
          </a:p>
        </p:txBody>
      </p:sp>
      <p:sp>
        <p:nvSpPr>
          <p:cNvPr id="26" name="!!NavPill"/>
          <p:cNvSpPr/>
          <p:nvPr/>
        </p:nvSpPr>
        <p:spPr>
          <a:xfrm>
            <a:off x="2889504" y="6382512"/>
            <a:ext cx="1097280" cy="274320"/>
          </a:xfrm>
          <a:prstGeom prst="roundRect">
            <a:avLst>
              <a:gd name="adj" fmla="val 50000"/>
            </a:avLst>
          </a:prstGeom>
          <a:solidFill>
            <a:srgbClr val="5B2FD6"/>
          </a:solidFill>
          <a:ln w="9525">
            <a:solidFill>
              <a:srgbClr val="7C5CFF"/>
            </a:solidFill>
            <a:prstDash val="solid"/>
          </a:ln>
        </p:spPr>
      </p:sp>
      <p:sp>
        <p:nvSpPr>
          <p:cNvPr id="27" name="Text 20"/>
          <p:cNvSpPr txBox="1"/>
          <p:nvPr/>
        </p:nvSpPr>
        <p:spPr>
          <a:xfrm>
            <a:off x="54864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Introduction</a:t>
            </a:r>
            <a:endParaRPr lang="en-US" sz="900" dirty="0"/>
          </a:p>
        </p:txBody>
      </p:sp>
      <p:sp>
        <p:nvSpPr>
          <p:cNvPr id="28" name="Text 21"/>
          <p:cNvSpPr txBox="1"/>
          <p:nvPr/>
        </p:nvSpPr>
        <p:spPr>
          <a:xfrm>
            <a:off x="1719072"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Entreprise</a:t>
            </a:r>
            <a:endParaRPr lang="en-US" sz="900" dirty="0"/>
          </a:p>
        </p:txBody>
      </p:sp>
      <p:sp>
        <p:nvSpPr>
          <p:cNvPr id="29" name="Text 22"/>
          <p:cNvSpPr txBox="1"/>
          <p:nvPr/>
        </p:nvSpPr>
        <p:spPr>
          <a:xfrm>
            <a:off x="2889504" y="6382512"/>
            <a:ext cx="10972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Segoe UI" pitchFamily="34" charset="0"/>
                <a:ea typeface="Segoe UI" pitchFamily="34" charset="-122"/>
                <a:cs typeface="Segoe UI" pitchFamily="34" charset="-120"/>
              </a:rPr>
              <a:t>Contexte</a:t>
            </a:r>
            <a:endParaRPr lang="en-US" sz="900" dirty="0"/>
          </a:p>
        </p:txBody>
      </p:sp>
      <p:sp>
        <p:nvSpPr>
          <p:cNvPr id="30" name="Text 23"/>
          <p:cNvSpPr txBox="1"/>
          <p:nvPr/>
        </p:nvSpPr>
        <p:spPr>
          <a:xfrm>
            <a:off x="4059936"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Méthodologie</a:t>
            </a:r>
            <a:endParaRPr lang="en-US" sz="900" dirty="0"/>
          </a:p>
        </p:txBody>
      </p:sp>
      <p:sp>
        <p:nvSpPr>
          <p:cNvPr id="31" name="Text 24"/>
          <p:cNvSpPr txBox="1"/>
          <p:nvPr/>
        </p:nvSpPr>
        <p:spPr>
          <a:xfrm>
            <a:off x="5230368"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Résultats</a:t>
            </a:r>
            <a:endParaRPr lang="en-US" sz="900" dirty="0"/>
          </a:p>
        </p:txBody>
      </p:sp>
      <p:sp>
        <p:nvSpPr>
          <p:cNvPr id="32" name="Text 25"/>
          <p:cNvSpPr txBox="1"/>
          <p:nvPr/>
        </p:nvSpPr>
        <p:spPr>
          <a:xfrm>
            <a:off x="640080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Conclusion</a:t>
            </a:r>
            <a:endParaRPr lang="en-US" sz="900" dirty="0"/>
          </a:p>
        </p:txBody>
      </p:sp>
      <p:sp>
        <p:nvSpPr>
          <p:cNvPr id="33" name="Text 26"/>
          <p:cNvSpPr txBox="1"/>
          <p:nvPr/>
        </p:nvSpPr>
        <p:spPr>
          <a:xfrm>
            <a:off x="8412480" y="6382512"/>
            <a:ext cx="3227832" cy="274320"/>
          </a:xfrm>
          <a:prstGeom prst="rect">
            <a:avLst/>
          </a:prstGeom>
          <a:noFill/>
          <a:ln/>
        </p:spPr>
        <p:txBody>
          <a:bodyPr wrap="square" lIns="0" tIns="0" rIns="0" bIns="0" rtlCol="0" anchor="ctr"/>
          <a:lstStyle/>
          <a:p>
            <a:pPr marL="0" indent="0" algn="r">
              <a:buNone/>
            </a:pPr>
            <a:r>
              <a:rPr lang="en-US" sz="900" dirty="0">
                <a:solidFill>
                  <a:srgbClr val="6E6A85"/>
                </a:solidFill>
                <a:latin typeface="Segoe UI" pitchFamily="34" charset="0"/>
                <a:ea typeface="Segoe UI" pitchFamily="34" charset="-122"/>
                <a:cs typeface="Segoe UI" pitchFamily="34" charset="-120"/>
              </a:rPr>
              <a:t>FEUNOU FOSSO Otniel</a:t>
            </a:r>
            <a:r>
              <a:rPr lang="en-US" sz="900" b="1" dirty="0">
                <a:solidFill>
                  <a:srgbClr val="5B2FD6"/>
                </a:solidFill>
                <a:latin typeface="Segoe UI" pitchFamily="34" charset="0"/>
                <a:ea typeface="Segoe UI" pitchFamily="34" charset="-122"/>
                <a:cs typeface="Segoe UI" pitchFamily="34" charset="-120"/>
              </a:rPr>
              <a:t>   08</a:t>
            </a:r>
            <a:endParaRPr lang="en-US" sz="900" dirty="0"/>
          </a:p>
        </p:txBody>
      </p:sp>
      <mc:AlternateContent xmlns:mc="http://schemas.openxmlformats.org/markup-compatibility/2006">
        <mc:Choice xmlns:am3d="http://schemas.microsoft.com/office/drawing/2017/model3d" Requires="am3d">
          <p:graphicFrame>
            <p:nvGraphicFramePr>
              <p:cNvPr id="34" name="!!GearBig" descr="Engrenage 3D animé">
                <a:extLst>
                  <a:ext uri="{FF2B5EF4-FFF2-40B4-BE49-F238E27FC236}">
                    <a16:creationId xmlns:a16="http://schemas.microsoft.com/office/drawing/2014/main" id="{CED5202F-F14E-4FB0-8562-FB527F63AD48}"/>
                  </a:ext>
                </a:extLst>
              </p:cNvPr>
              <p:cNvGraphicFramePr>
                <a:graphicFrameLocks/>
              </p:cNvGraphicFramePr>
              <p:nvPr>
                <p:extLst>
                  <p:ext uri="{D42A27DB-BD31-4B8C-83A1-F6EECF244321}">
                    <p14:modId xmlns:p14="http://schemas.microsoft.com/office/powerpoint/2010/main" val="2873496058"/>
                  </p:ext>
                </p:extLst>
              </p:nvPr>
            </p:nvGraphicFramePr>
            <p:xfrm>
              <a:off x="10195560" y="320040"/>
              <a:ext cx="1097280" cy="1097280"/>
            </p:xfrm>
            <a:graphic>
              <a:graphicData uri="http://schemas.microsoft.com/office/drawing/2017/model3d">
                <am3d:model3d r:embed="rId9" r:link="rId10">
                  <am3d:spPr>
                    <a:xfrm>
                      <a:off x="0" y="0"/>
                      <a:ext cx="1097280" cy="1097280"/>
                    </a:xfrm>
                    <a:prstGeom prst="rect">
                      <a:avLst/>
                    </a:prstGeom>
                  </am3d:spPr>
                  <am3d:camera>
                    <am3d:pos x="0" y="158400000" z="158400000"/>
                    <am3d:up dx="0" dy="36000000" dz="0"/>
                    <am3d:lookAt x="0" y="0" z="0"/>
                    <am3d:perspective fov="660000"/>
                  </am3d:camera>
                  <am3d:trans>
                    <am3d:meterPerModelUnit n="404766" d="1000000"/>
                    <am3d:preTrans dx="0" dy="0" dz="0"/>
                    <am3d:scale>
                      <am3d:sx n="1000000" d="1000000"/>
                      <am3d:sy n="1000000" d="1000000"/>
                      <am3d:sz n="1000000" d="1000000"/>
                    </am3d:scale>
                    <am3d:rot ay="4800000"/>
                    <am3d:postTrans dx="0" dy="0" dz="0"/>
                  </am3d:trans>
                  <am3d:raster rName="Office3DRenderer" rVer="16.0.8326">
                    <am3d:blip r:embed="rId11"/>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4" name="!!GearBig" descr="Engrenage 3D animé">
                <a:extLst>
                  <a:ext uri="{FF2B5EF4-FFF2-40B4-BE49-F238E27FC236}">
                    <a16:creationId xmlns:a16="http://schemas.microsoft.com/office/drawing/2014/main" id="{CED5202F-F14E-4FB0-8562-FB527F63AD48}"/>
                  </a:ext>
                </a:extLst>
              </p:cNvPr>
              <p:cNvPicPr>
                <a:picLocks noGrp="1" noRot="1" noChangeAspect="1" noMove="1" noResize="1" noEditPoints="1" noAdjustHandles="1" noChangeArrowheads="1" noChangeShapeType="1" noCrop="1"/>
              </p:cNvPicPr>
              <p:nvPr/>
            </p:nvPicPr>
            <p:blipFill>
              <a:blip r:embed="rId11"/>
              <a:stretch>
                <a:fillRect/>
              </a:stretch>
            </p:blipFill>
            <p:spPr>
              <a:xfrm>
                <a:off x="10195560" y="320040"/>
                <a:ext cx="1097280" cy="109728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35" name="!!GearSmall" descr="Engrenage 3D animé">
                <a:extLst>
                  <a:ext uri="{FF2B5EF4-FFF2-40B4-BE49-F238E27FC236}">
                    <a16:creationId xmlns:a16="http://schemas.microsoft.com/office/drawing/2014/main" id="{5E7EDF94-35C7-4628-B756-094547F65F4E}"/>
                  </a:ext>
                </a:extLst>
              </p:cNvPr>
              <p:cNvGraphicFramePr>
                <a:graphicFrameLocks/>
              </p:cNvGraphicFramePr>
              <p:nvPr>
                <p:extLst>
                  <p:ext uri="{D42A27DB-BD31-4B8C-83A1-F6EECF244321}">
                    <p14:modId xmlns:p14="http://schemas.microsoft.com/office/powerpoint/2010/main" val="4051948862"/>
                  </p:ext>
                </p:extLst>
              </p:nvPr>
            </p:nvGraphicFramePr>
            <p:xfrm>
              <a:off x="11150194" y="742493"/>
              <a:ext cx="779069" cy="779069"/>
            </p:xfrm>
            <a:graphic>
              <a:graphicData uri="http://schemas.microsoft.com/office/drawing/2017/model3d">
                <am3d:model3d r:embed="rId12" r:link="rId13">
                  <am3d:spPr>
                    <a:xfrm>
                      <a:off x="0" y="0"/>
                      <a:ext cx="779069" cy="779069"/>
                    </a:xfrm>
                    <a:prstGeom prst="rect">
                      <a:avLst/>
                    </a:prstGeom>
                  </am3d:spPr>
                  <am3d:camera>
                    <am3d:pos x="0" y="158400000" z="158400000"/>
                    <am3d:up dx="0" dy="36000000" dz="0"/>
                    <am3d:lookAt x="0" y="0" z="0"/>
                    <am3d:perspective fov="660000"/>
                  </am3d:camera>
                  <am3d:trans>
                    <am3d:meterPerModelUnit n="573084" d="1000000"/>
                    <am3d:preTrans dx="0" dy="0" dz="0"/>
                    <am3d:scale>
                      <am3d:sx n="1000000" d="1000000"/>
                      <am3d:sy n="1000000" d="1000000"/>
                      <am3d:sz n="1000000" d="1000000"/>
                    </am3d:scale>
                    <am3d:rot ay="14400000"/>
                    <am3d:postTrans dx="0" dy="0" dz="0"/>
                  </am3d:trans>
                  <am3d:raster rName="Office3DRenderer" rVer="16.0.8326">
                    <am3d:blip r:embed="rId14"/>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5" name="!!GearSmall" descr="Engrenage 3D animé">
                <a:extLst>
                  <a:ext uri="{FF2B5EF4-FFF2-40B4-BE49-F238E27FC236}">
                    <a16:creationId xmlns:a16="http://schemas.microsoft.com/office/drawing/2014/main" id="{5E7EDF94-35C7-4628-B756-094547F65F4E}"/>
                  </a:ext>
                </a:extLst>
              </p:cNvPr>
              <p:cNvPicPr>
                <a:picLocks noGrp="1" noRot="1" noChangeAspect="1" noMove="1" noResize="1" noEditPoints="1" noAdjustHandles="1" noChangeArrowheads="1" noChangeShapeType="1" noCrop="1"/>
              </p:cNvPicPr>
              <p:nvPr/>
            </p:nvPicPr>
            <p:blipFill>
              <a:blip r:embed="rId14"/>
              <a:stretch>
                <a:fillRect/>
              </a:stretch>
            </p:blipFill>
            <p:spPr>
              <a:xfrm>
                <a:off x="11150194" y="742493"/>
                <a:ext cx="779069" cy="779069"/>
              </a:xfrm>
              <a:prstGeom prst="rect">
                <a:avLst/>
              </a:prstGeom>
            </p:spPr>
          </p:pic>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mph" presetSubtype="128" repeatCount="indefinite" fill="hold" nodeType="withEffect">
                                  <p:stCondLst>
                                    <p:cond delay="0"/>
                                  </p:stCondLst>
                                  <p:childTnLst>
                                    <p:animRot by="21600000">
                                      <p:cBhvr>
                                        <p:cTn id="6" dur="16000" fill="hold"/>
                                        <p:tgtEl>
                                          <p:spTgt spid="34"/>
                                        </p:tgtEl>
                                        <p:attrNameLst>
                                          <p:attrName>3d.view.rotation.y</p:attrName>
                                        </p:attrNameLst>
                                      </p:cBhvr>
                                    </p:animRot>
                                  </p:childTnLst>
                                </p:cTn>
                              </p:par>
                              <p:par>
                                <p:cTn id="7" presetID="37" presetClass="emph" presetSubtype="128" repeatCount="indefinite" fill="hold" nodeType="withEffect">
                                  <p:stCondLst>
                                    <p:cond delay="0"/>
                                  </p:stCondLst>
                                  <p:childTnLst>
                                    <p:animRot by="-21600000">
                                      <p:cBhvr>
                                        <p:cTn id="8" dur="10667" fill="hold"/>
                                        <p:tgtEl>
                                          <p:spTgt spid="35"/>
                                        </p:tgtEl>
                                        <p:attrNameLst>
                                          <p:attrName>3d.view.rotation.y</p:attrName>
                                        </p:attrNameLst>
                                      </p:cBhvr>
                                    </p:animRot>
                                  </p:childTnLst>
                                </p:cTn>
                              </p:par>
                              <p:par>
                                <p:cTn id="9" presetID="53" presetClass="entr" presetSubtype="16" fill="hold" nodeType="withEffect">
                                  <p:stCondLst>
                                    <p:cond delay="350"/>
                                  </p:stCondLst>
                                  <p:childTnLst>
                                    <p:set>
                                      <p:cBhvr>
                                        <p:cTn id="10" dur="1" fill="hold">
                                          <p:stCondLst>
                                            <p:cond delay="0"/>
                                          </p:stCondLst>
                                        </p:cTn>
                                        <p:tgtEl>
                                          <p:spTgt spid="6"/>
                                        </p:tgtEl>
                                        <p:attrNameLst>
                                          <p:attrName>style.visibility</p:attrName>
                                        </p:attrNameLst>
                                      </p:cBhvr>
                                      <p:to>
                                        <p:strVal val="visible"/>
                                      </p:to>
                                    </p:set>
                                    <p:anim calcmode="lin" valueType="num">
                                      <p:cBhvr>
                                        <p:cTn id="11" dur="550" fill="hold"/>
                                        <p:tgtEl>
                                          <p:spTgt spid="6"/>
                                        </p:tgtEl>
                                        <p:attrNameLst>
                                          <p:attrName>ppt_w</p:attrName>
                                        </p:attrNameLst>
                                      </p:cBhvr>
                                      <p:tavLst>
                                        <p:tav tm="0">
                                          <p:val>
                                            <p:fltVal val="0"/>
                                          </p:val>
                                        </p:tav>
                                        <p:tav tm="100000">
                                          <p:val>
                                            <p:strVal val="#ppt_w"/>
                                          </p:val>
                                        </p:tav>
                                      </p:tavLst>
                                    </p:anim>
                                    <p:anim calcmode="lin" valueType="num">
                                      <p:cBhvr>
                                        <p:cTn id="12" dur="550" fill="hold"/>
                                        <p:tgtEl>
                                          <p:spTgt spid="6"/>
                                        </p:tgtEl>
                                        <p:attrNameLst>
                                          <p:attrName>ppt_h</p:attrName>
                                        </p:attrNameLst>
                                      </p:cBhvr>
                                      <p:tavLst>
                                        <p:tav tm="0">
                                          <p:val>
                                            <p:fltVal val="0"/>
                                          </p:val>
                                        </p:tav>
                                        <p:tav tm="100000">
                                          <p:val>
                                            <p:strVal val="#ppt_h"/>
                                          </p:val>
                                        </p:tav>
                                      </p:tavLst>
                                    </p:anim>
                                    <p:animEffect transition="in" filter="fade">
                                      <p:cBhvr>
                                        <p:cTn id="13" dur="550"/>
                                        <p:tgtEl>
                                          <p:spTgt spid="6"/>
                                        </p:tgtEl>
                                      </p:cBhvr>
                                    </p:animEffect>
                                  </p:childTnLst>
                                </p:cTn>
                              </p:par>
                              <p:par>
                                <p:cTn id="14" presetID="53" presetClass="entr" presetSubtype="16" fill="hold" nodeType="withEffect">
                                  <p:stCondLst>
                                    <p:cond delay="350"/>
                                  </p:stCondLst>
                                  <p:childTnLst>
                                    <p:set>
                                      <p:cBhvr>
                                        <p:cTn id="15" dur="1" fill="hold">
                                          <p:stCondLst>
                                            <p:cond delay="0"/>
                                          </p:stCondLst>
                                        </p:cTn>
                                        <p:tgtEl>
                                          <p:spTgt spid="7"/>
                                        </p:tgtEl>
                                        <p:attrNameLst>
                                          <p:attrName>style.visibility</p:attrName>
                                        </p:attrNameLst>
                                      </p:cBhvr>
                                      <p:to>
                                        <p:strVal val="visible"/>
                                      </p:to>
                                    </p:set>
                                    <p:anim calcmode="lin" valueType="num">
                                      <p:cBhvr>
                                        <p:cTn id="16" dur="550" fill="hold"/>
                                        <p:tgtEl>
                                          <p:spTgt spid="7"/>
                                        </p:tgtEl>
                                        <p:attrNameLst>
                                          <p:attrName>ppt_w</p:attrName>
                                        </p:attrNameLst>
                                      </p:cBhvr>
                                      <p:tavLst>
                                        <p:tav tm="0">
                                          <p:val>
                                            <p:fltVal val="0"/>
                                          </p:val>
                                        </p:tav>
                                        <p:tav tm="100000">
                                          <p:val>
                                            <p:strVal val="#ppt_w"/>
                                          </p:val>
                                        </p:tav>
                                      </p:tavLst>
                                    </p:anim>
                                    <p:anim calcmode="lin" valueType="num">
                                      <p:cBhvr>
                                        <p:cTn id="17" dur="550" fill="hold"/>
                                        <p:tgtEl>
                                          <p:spTgt spid="7"/>
                                        </p:tgtEl>
                                        <p:attrNameLst>
                                          <p:attrName>ppt_h</p:attrName>
                                        </p:attrNameLst>
                                      </p:cBhvr>
                                      <p:tavLst>
                                        <p:tav tm="0">
                                          <p:val>
                                            <p:fltVal val="0"/>
                                          </p:val>
                                        </p:tav>
                                        <p:tav tm="100000">
                                          <p:val>
                                            <p:strVal val="#ppt_h"/>
                                          </p:val>
                                        </p:tav>
                                      </p:tavLst>
                                    </p:anim>
                                    <p:animEffect transition="in" filter="fade">
                                      <p:cBhvr>
                                        <p:cTn id="18" dur="550"/>
                                        <p:tgtEl>
                                          <p:spTgt spid="7"/>
                                        </p:tgtEl>
                                      </p:cBhvr>
                                    </p:animEffect>
                                  </p:childTnLst>
                                </p:cTn>
                              </p:par>
                              <p:par>
                                <p:cTn id="19" presetID="53" presetClass="entr" presetSubtype="16" fill="hold" nodeType="withEffect">
                                  <p:stCondLst>
                                    <p:cond delay="350"/>
                                  </p:stCondLst>
                                  <p:childTnLst>
                                    <p:set>
                                      <p:cBhvr>
                                        <p:cTn id="20" dur="1" fill="hold">
                                          <p:stCondLst>
                                            <p:cond delay="0"/>
                                          </p:stCondLst>
                                        </p:cTn>
                                        <p:tgtEl>
                                          <p:spTgt spid="8"/>
                                        </p:tgtEl>
                                        <p:attrNameLst>
                                          <p:attrName>style.visibility</p:attrName>
                                        </p:attrNameLst>
                                      </p:cBhvr>
                                      <p:to>
                                        <p:strVal val="visible"/>
                                      </p:to>
                                    </p:set>
                                    <p:anim calcmode="lin" valueType="num">
                                      <p:cBhvr>
                                        <p:cTn id="21" dur="550" fill="hold"/>
                                        <p:tgtEl>
                                          <p:spTgt spid="8"/>
                                        </p:tgtEl>
                                        <p:attrNameLst>
                                          <p:attrName>ppt_w</p:attrName>
                                        </p:attrNameLst>
                                      </p:cBhvr>
                                      <p:tavLst>
                                        <p:tav tm="0">
                                          <p:val>
                                            <p:fltVal val="0"/>
                                          </p:val>
                                        </p:tav>
                                        <p:tav tm="100000">
                                          <p:val>
                                            <p:strVal val="#ppt_w"/>
                                          </p:val>
                                        </p:tav>
                                      </p:tavLst>
                                    </p:anim>
                                    <p:anim calcmode="lin" valueType="num">
                                      <p:cBhvr>
                                        <p:cTn id="22" dur="550" fill="hold"/>
                                        <p:tgtEl>
                                          <p:spTgt spid="8"/>
                                        </p:tgtEl>
                                        <p:attrNameLst>
                                          <p:attrName>ppt_h</p:attrName>
                                        </p:attrNameLst>
                                      </p:cBhvr>
                                      <p:tavLst>
                                        <p:tav tm="0">
                                          <p:val>
                                            <p:fltVal val="0"/>
                                          </p:val>
                                        </p:tav>
                                        <p:tav tm="100000">
                                          <p:val>
                                            <p:strVal val="#ppt_h"/>
                                          </p:val>
                                        </p:tav>
                                      </p:tavLst>
                                    </p:anim>
                                    <p:animEffect transition="in" filter="fade">
                                      <p:cBhvr>
                                        <p:cTn id="23" dur="550"/>
                                        <p:tgtEl>
                                          <p:spTgt spid="8"/>
                                        </p:tgtEl>
                                      </p:cBhvr>
                                    </p:animEffect>
                                  </p:childTnLst>
                                </p:cTn>
                              </p:par>
                              <p:par>
                                <p:cTn id="24" presetID="53" presetClass="entr" presetSubtype="16" fill="hold" grpId="0" nodeType="withEffect">
                                  <p:stCondLst>
                                    <p:cond delay="350"/>
                                  </p:stCondLst>
                                  <p:childTnLst>
                                    <p:set>
                                      <p:cBhvr>
                                        <p:cTn id="25" dur="1" fill="hold">
                                          <p:stCondLst>
                                            <p:cond delay="0"/>
                                          </p:stCondLst>
                                        </p:cTn>
                                        <p:tgtEl>
                                          <p:spTgt spid="9"/>
                                        </p:tgtEl>
                                        <p:attrNameLst>
                                          <p:attrName>style.visibility</p:attrName>
                                        </p:attrNameLst>
                                      </p:cBhvr>
                                      <p:to>
                                        <p:strVal val="visible"/>
                                      </p:to>
                                    </p:set>
                                    <p:anim calcmode="lin" valueType="num">
                                      <p:cBhvr>
                                        <p:cTn id="26" dur="550" fill="hold"/>
                                        <p:tgtEl>
                                          <p:spTgt spid="9"/>
                                        </p:tgtEl>
                                        <p:attrNameLst>
                                          <p:attrName>ppt_w</p:attrName>
                                        </p:attrNameLst>
                                      </p:cBhvr>
                                      <p:tavLst>
                                        <p:tav tm="0">
                                          <p:val>
                                            <p:fltVal val="0"/>
                                          </p:val>
                                        </p:tav>
                                        <p:tav tm="100000">
                                          <p:val>
                                            <p:strVal val="#ppt_w"/>
                                          </p:val>
                                        </p:tav>
                                      </p:tavLst>
                                    </p:anim>
                                    <p:anim calcmode="lin" valueType="num">
                                      <p:cBhvr>
                                        <p:cTn id="27" dur="550" fill="hold"/>
                                        <p:tgtEl>
                                          <p:spTgt spid="9"/>
                                        </p:tgtEl>
                                        <p:attrNameLst>
                                          <p:attrName>ppt_h</p:attrName>
                                        </p:attrNameLst>
                                      </p:cBhvr>
                                      <p:tavLst>
                                        <p:tav tm="0">
                                          <p:val>
                                            <p:fltVal val="0"/>
                                          </p:val>
                                        </p:tav>
                                        <p:tav tm="100000">
                                          <p:val>
                                            <p:strVal val="#ppt_h"/>
                                          </p:val>
                                        </p:tav>
                                      </p:tavLst>
                                    </p:anim>
                                    <p:animEffect transition="in" filter="fade">
                                      <p:cBhvr>
                                        <p:cTn id="28" dur="550"/>
                                        <p:tgtEl>
                                          <p:spTgt spid="9"/>
                                        </p:tgtEl>
                                      </p:cBhvr>
                                    </p:animEffect>
                                  </p:childTnLst>
                                </p:cTn>
                              </p:par>
                              <p:par>
                                <p:cTn id="29" presetID="53" presetClass="entr" presetSubtype="16" fill="hold" grpId="0" nodeType="withEffect">
                                  <p:stCondLst>
                                    <p:cond delay="350"/>
                                  </p:stCondLst>
                                  <p:childTnLst>
                                    <p:set>
                                      <p:cBhvr>
                                        <p:cTn id="30" dur="1" fill="hold">
                                          <p:stCondLst>
                                            <p:cond delay="0"/>
                                          </p:stCondLst>
                                        </p:cTn>
                                        <p:tgtEl>
                                          <p:spTgt spid="10"/>
                                        </p:tgtEl>
                                        <p:attrNameLst>
                                          <p:attrName>style.visibility</p:attrName>
                                        </p:attrNameLst>
                                      </p:cBhvr>
                                      <p:to>
                                        <p:strVal val="visible"/>
                                      </p:to>
                                    </p:set>
                                    <p:anim calcmode="lin" valueType="num">
                                      <p:cBhvr>
                                        <p:cTn id="31" dur="550" fill="hold"/>
                                        <p:tgtEl>
                                          <p:spTgt spid="10"/>
                                        </p:tgtEl>
                                        <p:attrNameLst>
                                          <p:attrName>ppt_w</p:attrName>
                                        </p:attrNameLst>
                                      </p:cBhvr>
                                      <p:tavLst>
                                        <p:tav tm="0">
                                          <p:val>
                                            <p:fltVal val="0"/>
                                          </p:val>
                                        </p:tav>
                                        <p:tav tm="100000">
                                          <p:val>
                                            <p:strVal val="#ppt_w"/>
                                          </p:val>
                                        </p:tav>
                                      </p:tavLst>
                                    </p:anim>
                                    <p:anim calcmode="lin" valueType="num">
                                      <p:cBhvr>
                                        <p:cTn id="32" dur="550" fill="hold"/>
                                        <p:tgtEl>
                                          <p:spTgt spid="10"/>
                                        </p:tgtEl>
                                        <p:attrNameLst>
                                          <p:attrName>ppt_h</p:attrName>
                                        </p:attrNameLst>
                                      </p:cBhvr>
                                      <p:tavLst>
                                        <p:tav tm="0">
                                          <p:val>
                                            <p:fltVal val="0"/>
                                          </p:val>
                                        </p:tav>
                                        <p:tav tm="100000">
                                          <p:val>
                                            <p:strVal val="#ppt_h"/>
                                          </p:val>
                                        </p:tav>
                                      </p:tavLst>
                                    </p:anim>
                                    <p:animEffect transition="in" filter="fade">
                                      <p:cBhvr>
                                        <p:cTn id="33" dur="550"/>
                                        <p:tgtEl>
                                          <p:spTgt spid="10"/>
                                        </p:tgtEl>
                                      </p:cBhvr>
                                    </p:animEffect>
                                  </p:childTnLst>
                                </p:cTn>
                              </p:par>
                              <p:par>
                                <p:cTn id="34" presetID="53" presetClass="entr" presetSubtype="16" fill="hold" nodeType="withEffect">
                                  <p:stCondLst>
                                    <p:cond delay="510"/>
                                  </p:stCondLst>
                                  <p:childTnLst>
                                    <p:set>
                                      <p:cBhvr>
                                        <p:cTn id="35" dur="1" fill="hold">
                                          <p:stCondLst>
                                            <p:cond delay="0"/>
                                          </p:stCondLst>
                                        </p:cTn>
                                        <p:tgtEl>
                                          <p:spTgt spid="11"/>
                                        </p:tgtEl>
                                        <p:attrNameLst>
                                          <p:attrName>style.visibility</p:attrName>
                                        </p:attrNameLst>
                                      </p:cBhvr>
                                      <p:to>
                                        <p:strVal val="visible"/>
                                      </p:to>
                                    </p:set>
                                    <p:anim calcmode="lin" valueType="num">
                                      <p:cBhvr>
                                        <p:cTn id="36" dur="550" fill="hold"/>
                                        <p:tgtEl>
                                          <p:spTgt spid="11"/>
                                        </p:tgtEl>
                                        <p:attrNameLst>
                                          <p:attrName>ppt_w</p:attrName>
                                        </p:attrNameLst>
                                      </p:cBhvr>
                                      <p:tavLst>
                                        <p:tav tm="0">
                                          <p:val>
                                            <p:fltVal val="0"/>
                                          </p:val>
                                        </p:tav>
                                        <p:tav tm="100000">
                                          <p:val>
                                            <p:strVal val="#ppt_w"/>
                                          </p:val>
                                        </p:tav>
                                      </p:tavLst>
                                    </p:anim>
                                    <p:anim calcmode="lin" valueType="num">
                                      <p:cBhvr>
                                        <p:cTn id="37" dur="550" fill="hold"/>
                                        <p:tgtEl>
                                          <p:spTgt spid="11"/>
                                        </p:tgtEl>
                                        <p:attrNameLst>
                                          <p:attrName>ppt_h</p:attrName>
                                        </p:attrNameLst>
                                      </p:cBhvr>
                                      <p:tavLst>
                                        <p:tav tm="0">
                                          <p:val>
                                            <p:fltVal val="0"/>
                                          </p:val>
                                        </p:tav>
                                        <p:tav tm="100000">
                                          <p:val>
                                            <p:strVal val="#ppt_h"/>
                                          </p:val>
                                        </p:tav>
                                      </p:tavLst>
                                    </p:anim>
                                    <p:animEffect transition="in" filter="fade">
                                      <p:cBhvr>
                                        <p:cTn id="38" dur="550"/>
                                        <p:tgtEl>
                                          <p:spTgt spid="11"/>
                                        </p:tgtEl>
                                      </p:cBhvr>
                                    </p:animEffect>
                                  </p:childTnLst>
                                </p:cTn>
                              </p:par>
                              <p:par>
                                <p:cTn id="39" presetID="53" presetClass="entr" presetSubtype="16" fill="hold" nodeType="withEffect">
                                  <p:stCondLst>
                                    <p:cond delay="510"/>
                                  </p:stCondLst>
                                  <p:childTnLst>
                                    <p:set>
                                      <p:cBhvr>
                                        <p:cTn id="40" dur="1" fill="hold">
                                          <p:stCondLst>
                                            <p:cond delay="0"/>
                                          </p:stCondLst>
                                        </p:cTn>
                                        <p:tgtEl>
                                          <p:spTgt spid="12"/>
                                        </p:tgtEl>
                                        <p:attrNameLst>
                                          <p:attrName>style.visibility</p:attrName>
                                        </p:attrNameLst>
                                      </p:cBhvr>
                                      <p:to>
                                        <p:strVal val="visible"/>
                                      </p:to>
                                    </p:set>
                                    <p:anim calcmode="lin" valueType="num">
                                      <p:cBhvr>
                                        <p:cTn id="41" dur="550" fill="hold"/>
                                        <p:tgtEl>
                                          <p:spTgt spid="12"/>
                                        </p:tgtEl>
                                        <p:attrNameLst>
                                          <p:attrName>ppt_w</p:attrName>
                                        </p:attrNameLst>
                                      </p:cBhvr>
                                      <p:tavLst>
                                        <p:tav tm="0">
                                          <p:val>
                                            <p:fltVal val="0"/>
                                          </p:val>
                                        </p:tav>
                                        <p:tav tm="100000">
                                          <p:val>
                                            <p:strVal val="#ppt_w"/>
                                          </p:val>
                                        </p:tav>
                                      </p:tavLst>
                                    </p:anim>
                                    <p:anim calcmode="lin" valueType="num">
                                      <p:cBhvr>
                                        <p:cTn id="42" dur="550" fill="hold"/>
                                        <p:tgtEl>
                                          <p:spTgt spid="12"/>
                                        </p:tgtEl>
                                        <p:attrNameLst>
                                          <p:attrName>ppt_h</p:attrName>
                                        </p:attrNameLst>
                                      </p:cBhvr>
                                      <p:tavLst>
                                        <p:tav tm="0">
                                          <p:val>
                                            <p:fltVal val="0"/>
                                          </p:val>
                                        </p:tav>
                                        <p:tav tm="100000">
                                          <p:val>
                                            <p:strVal val="#ppt_h"/>
                                          </p:val>
                                        </p:tav>
                                      </p:tavLst>
                                    </p:anim>
                                    <p:animEffect transition="in" filter="fade">
                                      <p:cBhvr>
                                        <p:cTn id="43" dur="550"/>
                                        <p:tgtEl>
                                          <p:spTgt spid="12"/>
                                        </p:tgtEl>
                                      </p:cBhvr>
                                    </p:animEffect>
                                  </p:childTnLst>
                                </p:cTn>
                              </p:par>
                              <p:par>
                                <p:cTn id="44" presetID="53" presetClass="entr" presetSubtype="16" fill="hold" nodeType="withEffect">
                                  <p:stCondLst>
                                    <p:cond delay="510"/>
                                  </p:stCondLst>
                                  <p:childTnLst>
                                    <p:set>
                                      <p:cBhvr>
                                        <p:cTn id="45" dur="1" fill="hold">
                                          <p:stCondLst>
                                            <p:cond delay="0"/>
                                          </p:stCondLst>
                                        </p:cTn>
                                        <p:tgtEl>
                                          <p:spTgt spid="13"/>
                                        </p:tgtEl>
                                        <p:attrNameLst>
                                          <p:attrName>style.visibility</p:attrName>
                                        </p:attrNameLst>
                                      </p:cBhvr>
                                      <p:to>
                                        <p:strVal val="visible"/>
                                      </p:to>
                                    </p:set>
                                    <p:anim calcmode="lin" valueType="num">
                                      <p:cBhvr>
                                        <p:cTn id="46" dur="550" fill="hold"/>
                                        <p:tgtEl>
                                          <p:spTgt spid="13"/>
                                        </p:tgtEl>
                                        <p:attrNameLst>
                                          <p:attrName>ppt_w</p:attrName>
                                        </p:attrNameLst>
                                      </p:cBhvr>
                                      <p:tavLst>
                                        <p:tav tm="0">
                                          <p:val>
                                            <p:fltVal val="0"/>
                                          </p:val>
                                        </p:tav>
                                        <p:tav tm="100000">
                                          <p:val>
                                            <p:strVal val="#ppt_w"/>
                                          </p:val>
                                        </p:tav>
                                      </p:tavLst>
                                    </p:anim>
                                    <p:anim calcmode="lin" valueType="num">
                                      <p:cBhvr>
                                        <p:cTn id="47" dur="550" fill="hold"/>
                                        <p:tgtEl>
                                          <p:spTgt spid="13"/>
                                        </p:tgtEl>
                                        <p:attrNameLst>
                                          <p:attrName>ppt_h</p:attrName>
                                        </p:attrNameLst>
                                      </p:cBhvr>
                                      <p:tavLst>
                                        <p:tav tm="0">
                                          <p:val>
                                            <p:fltVal val="0"/>
                                          </p:val>
                                        </p:tav>
                                        <p:tav tm="100000">
                                          <p:val>
                                            <p:strVal val="#ppt_h"/>
                                          </p:val>
                                        </p:tav>
                                      </p:tavLst>
                                    </p:anim>
                                    <p:animEffect transition="in" filter="fade">
                                      <p:cBhvr>
                                        <p:cTn id="48" dur="550"/>
                                        <p:tgtEl>
                                          <p:spTgt spid="13"/>
                                        </p:tgtEl>
                                      </p:cBhvr>
                                    </p:animEffect>
                                  </p:childTnLst>
                                </p:cTn>
                              </p:par>
                              <p:par>
                                <p:cTn id="49" presetID="53" presetClass="entr" presetSubtype="16" fill="hold" grpId="0" nodeType="withEffect">
                                  <p:stCondLst>
                                    <p:cond delay="510"/>
                                  </p:stCondLst>
                                  <p:childTnLst>
                                    <p:set>
                                      <p:cBhvr>
                                        <p:cTn id="50" dur="1" fill="hold">
                                          <p:stCondLst>
                                            <p:cond delay="0"/>
                                          </p:stCondLst>
                                        </p:cTn>
                                        <p:tgtEl>
                                          <p:spTgt spid="14"/>
                                        </p:tgtEl>
                                        <p:attrNameLst>
                                          <p:attrName>style.visibility</p:attrName>
                                        </p:attrNameLst>
                                      </p:cBhvr>
                                      <p:to>
                                        <p:strVal val="visible"/>
                                      </p:to>
                                    </p:set>
                                    <p:anim calcmode="lin" valueType="num">
                                      <p:cBhvr>
                                        <p:cTn id="51" dur="550" fill="hold"/>
                                        <p:tgtEl>
                                          <p:spTgt spid="14"/>
                                        </p:tgtEl>
                                        <p:attrNameLst>
                                          <p:attrName>ppt_w</p:attrName>
                                        </p:attrNameLst>
                                      </p:cBhvr>
                                      <p:tavLst>
                                        <p:tav tm="0">
                                          <p:val>
                                            <p:fltVal val="0"/>
                                          </p:val>
                                        </p:tav>
                                        <p:tav tm="100000">
                                          <p:val>
                                            <p:strVal val="#ppt_w"/>
                                          </p:val>
                                        </p:tav>
                                      </p:tavLst>
                                    </p:anim>
                                    <p:anim calcmode="lin" valueType="num">
                                      <p:cBhvr>
                                        <p:cTn id="52" dur="550" fill="hold"/>
                                        <p:tgtEl>
                                          <p:spTgt spid="14"/>
                                        </p:tgtEl>
                                        <p:attrNameLst>
                                          <p:attrName>ppt_h</p:attrName>
                                        </p:attrNameLst>
                                      </p:cBhvr>
                                      <p:tavLst>
                                        <p:tav tm="0">
                                          <p:val>
                                            <p:fltVal val="0"/>
                                          </p:val>
                                        </p:tav>
                                        <p:tav tm="100000">
                                          <p:val>
                                            <p:strVal val="#ppt_h"/>
                                          </p:val>
                                        </p:tav>
                                      </p:tavLst>
                                    </p:anim>
                                    <p:animEffect transition="in" filter="fade">
                                      <p:cBhvr>
                                        <p:cTn id="53" dur="550"/>
                                        <p:tgtEl>
                                          <p:spTgt spid="14"/>
                                        </p:tgtEl>
                                      </p:cBhvr>
                                    </p:animEffect>
                                  </p:childTnLst>
                                </p:cTn>
                              </p:par>
                              <p:par>
                                <p:cTn id="54" presetID="53" presetClass="entr" presetSubtype="16" fill="hold" grpId="0" nodeType="withEffect">
                                  <p:stCondLst>
                                    <p:cond delay="510"/>
                                  </p:stCondLst>
                                  <p:childTnLst>
                                    <p:set>
                                      <p:cBhvr>
                                        <p:cTn id="55" dur="1" fill="hold">
                                          <p:stCondLst>
                                            <p:cond delay="0"/>
                                          </p:stCondLst>
                                        </p:cTn>
                                        <p:tgtEl>
                                          <p:spTgt spid="15"/>
                                        </p:tgtEl>
                                        <p:attrNameLst>
                                          <p:attrName>style.visibility</p:attrName>
                                        </p:attrNameLst>
                                      </p:cBhvr>
                                      <p:to>
                                        <p:strVal val="visible"/>
                                      </p:to>
                                    </p:set>
                                    <p:anim calcmode="lin" valueType="num">
                                      <p:cBhvr>
                                        <p:cTn id="56" dur="550" fill="hold"/>
                                        <p:tgtEl>
                                          <p:spTgt spid="15"/>
                                        </p:tgtEl>
                                        <p:attrNameLst>
                                          <p:attrName>ppt_w</p:attrName>
                                        </p:attrNameLst>
                                      </p:cBhvr>
                                      <p:tavLst>
                                        <p:tav tm="0">
                                          <p:val>
                                            <p:fltVal val="0"/>
                                          </p:val>
                                        </p:tav>
                                        <p:tav tm="100000">
                                          <p:val>
                                            <p:strVal val="#ppt_w"/>
                                          </p:val>
                                        </p:tav>
                                      </p:tavLst>
                                    </p:anim>
                                    <p:anim calcmode="lin" valueType="num">
                                      <p:cBhvr>
                                        <p:cTn id="57" dur="550" fill="hold"/>
                                        <p:tgtEl>
                                          <p:spTgt spid="15"/>
                                        </p:tgtEl>
                                        <p:attrNameLst>
                                          <p:attrName>ppt_h</p:attrName>
                                        </p:attrNameLst>
                                      </p:cBhvr>
                                      <p:tavLst>
                                        <p:tav tm="0">
                                          <p:val>
                                            <p:fltVal val="0"/>
                                          </p:val>
                                        </p:tav>
                                        <p:tav tm="100000">
                                          <p:val>
                                            <p:strVal val="#ppt_h"/>
                                          </p:val>
                                        </p:tav>
                                      </p:tavLst>
                                    </p:anim>
                                    <p:animEffect transition="in" filter="fade">
                                      <p:cBhvr>
                                        <p:cTn id="58" dur="550"/>
                                        <p:tgtEl>
                                          <p:spTgt spid="15"/>
                                        </p:tgtEl>
                                      </p:cBhvr>
                                    </p:animEffect>
                                  </p:childTnLst>
                                </p:cTn>
                              </p:par>
                              <p:par>
                                <p:cTn id="59" presetID="53" presetClass="entr" presetSubtype="16" fill="hold" nodeType="withEffect">
                                  <p:stCondLst>
                                    <p:cond delay="670"/>
                                  </p:stCondLst>
                                  <p:childTnLst>
                                    <p:set>
                                      <p:cBhvr>
                                        <p:cTn id="60" dur="1" fill="hold">
                                          <p:stCondLst>
                                            <p:cond delay="0"/>
                                          </p:stCondLst>
                                        </p:cTn>
                                        <p:tgtEl>
                                          <p:spTgt spid="16"/>
                                        </p:tgtEl>
                                        <p:attrNameLst>
                                          <p:attrName>style.visibility</p:attrName>
                                        </p:attrNameLst>
                                      </p:cBhvr>
                                      <p:to>
                                        <p:strVal val="visible"/>
                                      </p:to>
                                    </p:set>
                                    <p:anim calcmode="lin" valueType="num">
                                      <p:cBhvr>
                                        <p:cTn id="61" dur="550" fill="hold"/>
                                        <p:tgtEl>
                                          <p:spTgt spid="16"/>
                                        </p:tgtEl>
                                        <p:attrNameLst>
                                          <p:attrName>ppt_w</p:attrName>
                                        </p:attrNameLst>
                                      </p:cBhvr>
                                      <p:tavLst>
                                        <p:tav tm="0">
                                          <p:val>
                                            <p:fltVal val="0"/>
                                          </p:val>
                                        </p:tav>
                                        <p:tav tm="100000">
                                          <p:val>
                                            <p:strVal val="#ppt_w"/>
                                          </p:val>
                                        </p:tav>
                                      </p:tavLst>
                                    </p:anim>
                                    <p:anim calcmode="lin" valueType="num">
                                      <p:cBhvr>
                                        <p:cTn id="62" dur="550" fill="hold"/>
                                        <p:tgtEl>
                                          <p:spTgt spid="16"/>
                                        </p:tgtEl>
                                        <p:attrNameLst>
                                          <p:attrName>ppt_h</p:attrName>
                                        </p:attrNameLst>
                                      </p:cBhvr>
                                      <p:tavLst>
                                        <p:tav tm="0">
                                          <p:val>
                                            <p:fltVal val="0"/>
                                          </p:val>
                                        </p:tav>
                                        <p:tav tm="100000">
                                          <p:val>
                                            <p:strVal val="#ppt_h"/>
                                          </p:val>
                                        </p:tav>
                                      </p:tavLst>
                                    </p:anim>
                                    <p:animEffect transition="in" filter="fade">
                                      <p:cBhvr>
                                        <p:cTn id="63" dur="550"/>
                                        <p:tgtEl>
                                          <p:spTgt spid="16"/>
                                        </p:tgtEl>
                                      </p:cBhvr>
                                    </p:animEffect>
                                  </p:childTnLst>
                                </p:cTn>
                              </p:par>
                              <p:par>
                                <p:cTn id="64" presetID="53" presetClass="entr" presetSubtype="16" fill="hold" nodeType="withEffect">
                                  <p:stCondLst>
                                    <p:cond delay="670"/>
                                  </p:stCondLst>
                                  <p:childTnLst>
                                    <p:set>
                                      <p:cBhvr>
                                        <p:cTn id="65" dur="1" fill="hold">
                                          <p:stCondLst>
                                            <p:cond delay="0"/>
                                          </p:stCondLst>
                                        </p:cTn>
                                        <p:tgtEl>
                                          <p:spTgt spid="17"/>
                                        </p:tgtEl>
                                        <p:attrNameLst>
                                          <p:attrName>style.visibility</p:attrName>
                                        </p:attrNameLst>
                                      </p:cBhvr>
                                      <p:to>
                                        <p:strVal val="visible"/>
                                      </p:to>
                                    </p:set>
                                    <p:anim calcmode="lin" valueType="num">
                                      <p:cBhvr>
                                        <p:cTn id="66" dur="550" fill="hold"/>
                                        <p:tgtEl>
                                          <p:spTgt spid="17"/>
                                        </p:tgtEl>
                                        <p:attrNameLst>
                                          <p:attrName>ppt_w</p:attrName>
                                        </p:attrNameLst>
                                      </p:cBhvr>
                                      <p:tavLst>
                                        <p:tav tm="0">
                                          <p:val>
                                            <p:fltVal val="0"/>
                                          </p:val>
                                        </p:tav>
                                        <p:tav tm="100000">
                                          <p:val>
                                            <p:strVal val="#ppt_w"/>
                                          </p:val>
                                        </p:tav>
                                      </p:tavLst>
                                    </p:anim>
                                    <p:anim calcmode="lin" valueType="num">
                                      <p:cBhvr>
                                        <p:cTn id="67" dur="550" fill="hold"/>
                                        <p:tgtEl>
                                          <p:spTgt spid="17"/>
                                        </p:tgtEl>
                                        <p:attrNameLst>
                                          <p:attrName>ppt_h</p:attrName>
                                        </p:attrNameLst>
                                      </p:cBhvr>
                                      <p:tavLst>
                                        <p:tav tm="0">
                                          <p:val>
                                            <p:fltVal val="0"/>
                                          </p:val>
                                        </p:tav>
                                        <p:tav tm="100000">
                                          <p:val>
                                            <p:strVal val="#ppt_h"/>
                                          </p:val>
                                        </p:tav>
                                      </p:tavLst>
                                    </p:anim>
                                    <p:animEffect transition="in" filter="fade">
                                      <p:cBhvr>
                                        <p:cTn id="68" dur="550"/>
                                        <p:tgtEl>
                                          <p:spTgt spid="17"/>
                                        </p:tgtEl>
                                      </p:cBhvr>
                                    </p:animEffect>
                                  </p:childTnLst>
                                </p:cTn>
                              </p:par>
                              <p:par>
                                <p:cTn id="69" presetID="53" presetClass="entr" presetSubtype="16" fill="hold" nodeType="withEffect">
                                  <p:stCondLst>
                                    <p:cond delay="670"/>
                                  </p:stCondLst>
                                  <p:childTnLst>
                                    <p:set>
                                      <p:cBhvr>
                                        <p:cTn id="70" dur="1" fill="hold">
                                          <p:stCondLst>
                                            <p:cond delay="0"/>
                                          </p:stCondLst>
                                        </p:cTn>
                                        <p:tgtEl>
                                          <p:spTgt spid="18"/>
                                        </p:tgtEl>
                                        <p:attrNameLst>
                                          <p:attrName>style.visibility</p:attrName>
                                        </p:attrNameLst>
                                      </p:cBhvr>
                                      <p:to>
                                        <p:strVal val="visible"/>
                                      </p:to>
                                    </p:set>
                                    <p:anim calcmode="lin" valueType="num">
                                      <p:cBhvr>
                                        <p:cTn id="71" dur="550" fill="hold"/>
                                        <p:tgtEl>
                                          <p:spTgt spid="18"/>
                                        </p:tgtEl>
                                        <p:attrNameLst>
                                          <p:attrName>ppt_w</p:attrName>
                                        </p:attrNameLst>
                                      </p:cBhvr>
                                      <p:tavLst>
                                        <p:tav tm="0">
                                          <p:val>
                                            <p:fltVal val="0"/>
                                          </p:val>
                                        </p:tav>
                                        <p:tav tm="100000">
                                          <p:val>
                                            <p:strVal val="#ppt_w"/>
                                          </p:val>
                                        </p:tav>
                                      </p:tavLst>
                                    </p:anim>
                                    <p:anim calcmode="lin" valueType="num">
                                      <p:cBhvr>
                                        <p:cTn id="72" dur="550" fill="hold"/>
                                        <p:tgtEl>
                                          <p:spTgt spid="18"/>
                                        </p:tgtEl>
                                        <p:attrNameLst>
                                          <p:attrName>ppt_h</p:attrName>
                                        </p:attrNameLst>
                                      </p:cBhvr>
                                      <p:tavLst>
                                        <p:tav tm="0">
                                          <p:val>
                                            <p:fltVal val="0"/>
                                          </p:val>
                                        </p:tav>
                                        <p:tav tm="100000">
                                          <p:val>
                                            <p:strVal val="#ppt_h"/>
                                          </p:val>
                                        </p:tav>
                                      </p:tavLst>
                                    </p:anim>
                                    <p:animEffect transition="in" filter="fade">
                                      <p:cBhvr>
                                        <p:cTn id="73" dur="550"/>
                                        <p:tgtEl>
                                          <p:spTgt spid="18"/>
                                        </p:tgtEl>
                                      </p:cBhvr>
                                    </p:animEffect>
                                  </p:childTnLst>
                                </p:cTn>
                              </p:par>
                              <p:par>
                                <p:cTn id="74" presetID="53" presetClass="entr" presetSubtype="16" fill="hold" grpId="0" nodeType="withEffect">
                                  <p:stCondLst>
                                    <p:cond delay="670"/>
                                  </p:stCondLst>
                                  <p:childTnLst>
                                    <p:set>
                                      <p:cBhvr>
                                        <p:cTn id="75" dur="1" fill="hold">
                                          <p:stCondLst>
                                            <p:cond delay="0"/>
                                          </p:stCondLst>
                                        </p:cTn>
                                        <p:tgtEl>
                                          <p:spTgt spid="19"/>
                                        </p:tgtEl>
                                        <p:attrNameLst>
                                          <p:attrName>style.visibility</p:attrName>
                                        </p:attrNameLst>
                                      </p:cBhvr>
                                      <p:to>
                                        <p:strVal val="visible"/>
                                      </p:to>
                                    </p:set>
                                    <p:anim calcmode="lin" valueType="num">
                                      <p:cBhvr>
                                        <p:cTn id="76" dur="550" fill="hold"/>
                                        <p:tgtEl>
                                          <p:spTgt spid="19"/>
                                        </p:tgtEl>
                                        <p:attrNameLst>
                                          <p:attrName>ppt_w</p:attrName>
                                        </p:attrNameLst>
                                      </p:cBhvr>
                                      <p:tavLst>
                                        <p:tav tm="0">
                                          <p:val>
                                            <p:fltVal val="0"/>
                                          </p:val>
                                        </p:tav>
                                        <p:tav tm="100000">
                                          <p:val>
                                            <p:strVal val="#ppt_w"/>
                                          </p:val>
                                        </p:tav>
                                      </p:tavLst>
                                    </p:anim>
                                    <p:anim calcmode="lin" valueType="num">
                                      <p:cBhvr>
                                        <p:cTn id="77" dur="550" fill="hold"/>
                                        <p:tgtEl>
                                          <p:spTgt spid="19"/>
                                        </p:tgtEl>
                                        <p:attrNameLst>
                                          <p:attrName>ppt_h</p:attrName>
                                        </p:attrNameLst>
                                      </p:cBhvr>
                                      <p:tavLst>
                                        <p:tav tm="0">
                                          <p:val>
                                            <p:fltVal val="0"/>
                                          </p:val>
                                        </p:tav>
                                        <p:tav tm="100000">
                                          <p:val>
                                            <p:strVal val="#ppt_h"/>
                                          </p:val>
                                        </p:tav>
                                      </p:tavLst>
                                    </p:anim>
                                    <p:animEffect transition="in" filter="fade">
                                      <p:cBhvr>
                                        <p:cTn id="78" dur="550"/>
                                        <p:tgtEl>
                                          <p:spTgt spid="19"/>
                                        </p:tgtEl>
                                      </p:cBhvr>
                                    </p:animEffect>
                                  </p:childTnLst>
                                </p:cTn>
                              </p:par>
                              <p:par>
                                <p:cTn id="79" presetID="53" presetClass="entr" presetSubtype="16" fill="hold" grpId="0" nodeType="withEffect">
                                  <p:stCondLst>
                                    <p:cond delay="670"/>
                                  </p:stCondLst>
                                  <p:childTnLst>
                                    <p:set>
                                      <p:cBhvr>
                                        <p:cTn id="80" dur="1" fill="hold">
                                          <p:stCondLst>
                                            <p:cond delay="0"/>
                                          </p:stCondLst>
                                        </p:cTn>
                                        <p:tgtEl>
                                          <p:spTgt spid="20"/>
                                        </p:tgtEl>
                                        <p:attrNameLst>
                                          <p:attrName>style.visibility</p:attrName>
                                        </p:attrNameLst>
                                      </p:cBhvr>
                                      <p:to>
                                        <p:strVal val="visible"/>
                                      </p:to>
                                    </p:set>
                                    <p:anim calcmode="lin" valueType="num">
                                      <p:cBhvr>
                                        <p:cTn id="81" dur="550" fill="hold"/>
                                        <p:tgtEl>
                                          <p:spTgt spid="20"/>
                                        </p:tgtEl>
                                        <p:attrNameLst>
                                          <p:attrName>ppt_w</p:attrName>
                                        </p:attrNameLst>
                                      </p:cBhvr>
                                      <p:tavLst>
                                        <p:tav tm="0">
                                          <p:val>
                                            <p:fltVal val="0"/>
                                          </p:val>
                                        </p:tav>
                                        <p:tav tm="100000">
                                          <p:val>
                                            <p:strVal val="#ppt_w"/>
                                          </p:val>
                                        </p:tav>
                                      </p:tavLst>
                                    </p:anim>
                                    <p:anim calcmode="lin" valueType="num">
                                      <p:cBhvr>
                                        <p:cTn id="82" dur="550" fill="hold"/>
                                        <p:tgtEl>
                                          <p:spTgt spid="20"/>
                                        </p:tgtEl>
                                        <p:attrNameLst>
                                          <p:attrName>ppt_h</p:attrName>
                                        </p:attrNameLst>
                                      </p:cBhvr>
                                      <p:tavLst>
                                        <p:tav tm="0">
                                          <p:val>
                                            <p:fltVal val="0"/>
                                          </p:val>
                                        </p:tav>
                                        <p:tav tm="100000">
                                          <p:val>
                                            <p:strVal val="#ppt_h"/>
                                          </p:val>
                                        </p:tav>
                                      </p:tavLst>
                                    </p:anim>
                                    <p:animEffect transition="in" filter="fade">
                                      <p:cBhvr>
                                        <p:cTn id="83" dur="550"/>
                                        <p:tgtEl>
                                          <p:spTgt spid="20"/>
                                        </p:tgtEl>
                                      </p:cBhvr>
                                    </p:animEffect>
                                  </p:childTnLst>
                                </p:cTn>
                              </p:par>
                              <p:par>
                                <p:cTn id="84" presetID="53" presetClass="entr" presetSubtype="16" fill="hold" nodeType="withEffect">
                                  <p:stCondLst>
                                    <p:cond delay="830"/>
                                  </p:stCondLst>
                                  <p:childTnLst>
                                    <p:set>
                                      <p:cBhvr>
                                        <p:cTn id="85" dur="1" fill="hold">
                                          <p:stCondLst>
                                            <p:cond delay="0"/>
                                          </p:stCondLst>
                                        </p:cTn>
                                        <p:tgtEl>
                                          <p:spTgt spid="21"/>
                                        </p:tgtEl>
                                        <p:attrNameLst>
                                          <p:attrName>style.visibility</p:attrName>
                                        </p:attrNameLst>
                                      </p:cBhvr>
                                      <p:to>
                                        <p:strVal val="visible"/>
                                      </p:to>
                                    </p:set>
                                    <p:anim calcmode="lin" valueType="num">
                                      <p:cBhvr>
                                        <p:cTn id="86" dur="550" fill="hold"/>
                                        <p:tgtEl>
                                          <p:spTgt spid="21"/>
                                        </p:tgtEl>
                                        <p:attrNameLst>
                                          <p:attrName>ppt_w</p:attrName>
                                        </p:attrNameLst>
                                      </p:cBhvr>
                                      <p:tavLst>
                                        <p:tav tm="0">
                                          <p:val>
                                            <p:fltVal val="0"/>
                                          </p:val>
                                        </p:tav>
                                        <p:tav tm="100000">
                                          <p:val>
                                            <p:strVal val="#ppt_w"/>
                                          </p:val>
                                        </p:tav>
                                      </p:tavLst>
                                    </p:anim>
                                    <p:anim calcmode="lin" valueType="num">
                                      <p:cBhvr>
                                        <p:cTn id="87" dur="550" fill="hold"/>
                                        <p:tgtEl>
                                          <p:spTgt spid="21"/>
                                        </p:tgtEl>
                                        <p:attrNameLst>
                                          <p:attrName>ppt_h</p:attrName>
                                        </p:attrNameLst>
                                      </p:cBhvr>
                                      <p:tavLst>
                                        <p:tav tm="0">
                                          <p:val>
                                            <p:fltVal val="0"/>
                                          </p:val>
                                        </p:tav>
                                        <p:tav tm="100000">
                                          <p:val>
                                            <p:strVal val="#ppt_h"/>
                                          </p:val>
                                        </p:tav>
                                      </p:tavLst>
                                    </p:anim>
                                    <p:animEffect transition="in" filter="fade">
                                      <p:cBhvr>
                                        <p:cTn id="88" dur="550"/>
                                        <p:tgtEl>
                                          <p:spTgt spid="21"/>
                                        </p:tgtEl>
                                      </p:cBhvr>
                                    </p:animEffect>
                                  </p:childTnLst>
                                </p:cTn>
                              </p:par>
                              <p:par>
                                <p:cTn id="89" presetID="53" presetClass="entr" presetSubtype="16" fill="hold" nodeType="withEffect">
                                  <p:stCondLst>
                                    <p:cond delay="830"/>
                                  </p:stCondLst>
                                  <p:childTnLst>
                                    <p:set>
                                      <p:cBhvr>
                                        <p:cTn id="90" dur="1" fill="hold">
                                          <p:stCondLst>
                                            <p:cond delay="0"/>
                                          </p:stCondLst>
                                        </p:cTn>
                                        <p:tgtEl>
                                          <p:spTgt spid="22"/>
                                        </p:tgtEl>
                                        <p:attrNameLst>
                                          <p:attrName>style.visibility</p:attrName>
                                        </p:attrNameLst>
                                      </p:cBhvr>
                                      <p:to>
                                        <p:strVal val="visible"/>
                                      </p:to>
                                    </p:set>
                                    <p:anim calcmode="lin" valueType="num">
                                      <p:cBhvr>
                                        <p:cTn id="91" dur="550" fill="hold"/>
                                        <p:tgtEl>
                                          <p:spTgt spid="22"/>
                                        </p:tgtEl>
                                        <p:attrNameLst>
                                          <p:attrName>ppt_w</p:attrName>
                                        </p:attrNameLst>
                                      </p:cBhvr>
                                      <p:tavLst>
                                        <p:tav tm="0">
                                          <p:val>
                                            <p:fltVal val="0"/>
                                          </p:val>
                                        </p:tav>
                                        <p:tav tm="100000">
                                          <p:val>
                                            <p:strVal val="#ppt_w"/>
                                          </p:val>
                                        </p:tav>
                                      </p:tavLst>
                                    </p:anim>
                                    <p:anim calcmode="lin" valueType="num">
                                      <p:cBhvr>
                                        <p:cTn id="92" dur="550" fill="hold"/>
                                        <p:tgtEl>
                                          <p:spTgt spid="22"/>
                                        </p:tgtEl>
                                        <p:attrNameLst>
                                          <p:attrName>ppt_h</p:attrName>
                                        </p:attrNameLst>
                                      </p:cBhvr>
                                      <p:tavLst>
                                        <p:tav tm="0">
                                          <p:val>
                                            <p:fltVal val="0"/>
                                          </p:val>
                                        </p:tav>
                                        <p:tav tm="100000">
                                          <p:val>
                                            <p:strVal val="#ppt_h"/>
                                          </p:val>
                                        </p:tav>
                                      </p:tavLst>
                                    </p:anim>
                                    <p:animEffect transition="in" filter="fade">
                                      <p:cBhvr>
                                        <p:cTn id="93" dur="550"/>
                                        <p:tgtEl>
                                          <p:spTgt spid="22"/>
                                        </p:tgtEl>
                                      </p:cBhvr>
                                    </p:animEffect>
                                  </p:childTnLst>
                                </p:cTn>
                              </p:par>
                              <p:par>
                                <p:cTn id="94" presetID="53" presetClass="entr" presetSubtype="16" fill="hold" nodeType="withEffect">
                                  <p:stCondLst>
                                    <p:cond delay="830"/>
                                  </p:stCondLst>
                                  <p:childTnLst>
                                    <p:set>
                                      <p:cBhvr>
                                        <p:cTn id="95" dur="1" fill="hold">
                                          <p:stCondLst>
                                            <p:cond delay="0"/>
                                          </p:stCondLst>
                                        </p:cTn>
                                        <p:tgtEl>
                                          <p:spTgt spid="23"/>
                                        </p:tgtEl>
                                        <p:attrNameLst>
                                          <p:attrName>style.visibility</p:attrName>
                                        </p:attrNameLst>
                                      </p:cBhvr>
                                      <p:to>
                                        <p:strVal val="visible"/>
                                      </p:to>
                                    </p:set>
                                    <p:anim calcmode="lin" valueType="num">
                                      <p:cBhvr>
                                        <p:cTn id="96" dur="550" fill="hold"/>
                                        <p:tgtEl>
                                          <p:spTgt spid="23"/>
                                        </p:tgtEl>
                                        <p:attrNameLst>
                                          <p:attrName>ppt_w</p:attrName>
                                        </p:attrNameLst>
                                      </p:cBhvr>
                                      <p:tavLst>
                                        <p:tav tm="0">
                                          <p:val>
                                            <p:fltVal val="0"/>
                                          </p:val>
                                        </p:tav>
                                        <p:tav tm="100000">
                                          <p:val>
                                            <p:strVal val="#ppt_w"/>
                                          </p:val>
                                        </p:tav>
                                      </p:tavLst>
                                    </p:anim>
                                    <p:anim calcmode="lin" valueType="num">
                                      <p:cBhvr>
                                        <p:cTn id="97" dur="550" fill="hold"/>
                                        <p:tgtEl>
                                          <p:spTgt spid="23"/>
                                        </p:tgtEl>
                                        <p:attrNameLst>
                                          <p:attrName>ppt_h</p:attrName>
                                        </p:attrNameLst>
                                      </p:cBhvr>
                                      <p:tavLst>
                                        <p:tav tm="0">
                                          <p:val>
                                            <p:fltVal val="0"/>
                                          </p:val>
                                        </p:tav>
                                        <p:tav tm="100000">
                                          <p:val>
                                            <p:strVal val="#ppt_h"/>
                                          </p:val>
                                        </p:tav>
                                      </p:tavLst>
                                    </p:anim>
                                    <p:animEffect transition="in" filter="fade">
                                      <p:cBhvr>
                                        <p:cTn id="98" dur="550"/>
                                        <p:tgtEl>
                                          <p:spTgt spid="23"/>
                                        </p:tgtEl>
                                      </p:cBhvr>
                                    </p:animEffect>
                                  </p:childTnLst>
                                </p:cTn>
                              </p:par>
                              <p:par>
                                <p:cTn id="99" presetID="53" presetClass="entr" presetSubtype="16" fill="hold" grpId="0" nodeType="withEffect">
                                  <p:stCondLst>
                                    <p:cond delay="830"/>
                                  </p:stCondLst>
                                  <p:childTnLst>
                                    <p:set>
                                      <p:cBhvr>
                                        <p:cTn id="100" dur="1" fill="hold">
                                          <p:stCondLst>
                                            <p:cond delay="0"/>
                                          </p:stCondLst>
                                        </p:cTn>
                                        <p:tgtEl>
                                          <p:spTgt spid="24"/>
                                        </p:tgtEl>
                                        <p:attrNameLst>
                                          <p:attrName>style.visibility</p:attrName>
                                        </p:attrNameLst>
                                      </p:cBhvr>
                                      <p:to>
                                        <p:strVal val="visible"/>
                                      </p:to>
                                    </p:set>
                                    <p:anim calcmode="lin" valueType="num">
                                      <p:cBhvr>
                                        <p:cTn id="101" dur="550" fill="hold"/>
                                        <p:tgtEl>
                                          <p:spTgt spid="24"/>
                                        </p:tgtEl>
                                        <p:attrNameLst>
                                          <p:attrName>ppt_w</p:attrName>
                                        </p:attrNameLst>
                                      </p:cBhvr>
                                      <p:tavLst>
                                        <p:tav tm="0">
                                          <p:val>
                                            <p:fltVal val="0"/>
                                          </p:val>
                                        </p:tav>
                                        <p:tav tm="100000">
                                          <p:val>
                                            <p:strVal val="#ppt_w"/>
                                          </p:val>
                                        </p:tav>
                                      </p:tavLst>
                                    </p:anim>
                                    <p:anim calcmode="lin" valueType="num">
                                      <p:cBhvr>
                                        <p:cTn id="102" dur="550" fill="hold"/>
                                        <p:tgtEl>
                                          <p:spTgt spid="24"/>
                                        </p:tgtEl>
                                        <p:attrNameLst>
                                          <p:attrName>ppt_h</p:attrName>
                                        </p:attrNameLst>
                                      </p:cBhvr>
                                      <p:tavLst>
                                        <p:tav tm="0">
                                          <p:val>
                                            <p:fltVal val="0"/>
                                          </p:val>
                                        </p:tav>
                                        <p:tav tm="100000">
                                          <p:val>
                                            <p:strVal val="#ppt_h"/>
                                          </p:val>
                                        </p:tav>
                                      </p:tavLst>
                                    </p:anim>
                                    <p:animEffect transition="in" filter="fade">
                                      <p:cBhvr>
                                        <p:cTn id="103" dur="550"/>
                                        <p:tgtEl>
                                          <p:spTgt spid="24"/>
                                        </p:tgtEl>
                                      </p:cBhvr>
                                    </p:animEffect>
                                  </p:childTnLst>
                                </p:cTn>
                              </p:par>
                              <p:par>
                                <p:cTn id="104" presetID="53" presetClass="entr" presetSubtype="16" fill="hold" grpId="0" nodeType="withEffect">
                                  <p:stCondLst>
                                    <p:cond delay="830"/>
                                  </p:stCondLst>
                                  <p:childTnLst>
                                    <p:set>
                                      <p:cBhvr>
                                        <p:cTn id="105" dur="1" fill="hold">
                                          <p:stCondLst>
                                            <p:cond delay="0"/>
                                          </p:stCondLst>
                                        </p:cTn>
                                        <p:tgtEl>
                                          <p:spTgt spid="25"/>
                                        </p:tgtEl>
                                        <p:attrNameLst>
                                          <p:attrName>style.visibility</p:attrName>
                                        </p:attrNameLst>
                                      </p:cBhvr>
                                      <p:to>
                                        <p:strVal val="visible"/>
                                      </p:to>
                                    </p:set>
                                    <p:anim calcmode="lin" valueType="num">
                                      <p:cBhvr>
                                        <p:cTn id="106" dur="550" fill="hold"/>
                                        <p:tgtEl>
                                          <p:spTgt spid="25"/>
                                        </p:tgtEl>
                                        <p:attrNameLst>
                                          <p:attrName>ppt_w</p:attrName>
                                        </p:attrNameLst>
                                      </p:cBhvr>
                                      <p:tavLst>
                                        <p:tav tm="0">
                                          <p:val>
                                            <p:fltVal val="0"/>
                                          </p:val>
                                        </p:tav>
                                        <p:tav tm="100000">
                                          <p:val>
                                            <p:strVal val="#ppt_w"/>
                                          </p:val>
                                        </p:tav>
                                      </p:tavLst>
                                    </p:anim>
                                    <p:anim calcmode="lin" valueType="num">
                                      <p:cBhvr>
                                        <p:cTn id="107" dur="550" fill="hold"/>
                                        <p:tgtEl>
                                          <p:spTgt spid="25"/>
                                        </p:tgtEl>
                                        <p:attrNameLst>
                                          <p:attrName>ppt_h</p:attrName>
                                        </p:attrNameLst>
                                      </p:cBhvr>
                                      <p:tavLst>
                                        <p:tav tm="0">
                                          <p:val>
                                            <p:fltVal val="0"/>
                                          </p:val>
                                        </p:tav>
                                        <p:tav tm="100000">
                                          <p:val>
                                            <p:strVal val="#ppt_h"/>
                                          </p:val>
                                        </p:tav>
                                      </p:tavLst>
                                    </p:anim>
                                    <p:animEffect transition="in" filter="fade">
                                      <p:cBhvr>
                                        <p:cTn id="108" dur="5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4" grpId="0" animBg="1"/>
      <p:bldP spid="15" grpId="0" animBg="1"/>
      <p:bldP spid="19" grpId="0" animBg="1"/>
      <p:bldP spid="20" grpId="0" animBg="1"/>
      <p:bldP spid="24" grpId="0" animBg="1"/>
      <p:bldP spid="2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Glow" descr="assets/glow_soft.png"/>
          <p:cNvPicPr>
            <a:picLocks noChangeAspect="1"/>
          </p:cNvPicPr>
          <p:nvPr/>
        </p:nvPicPr>
        <p:blipFill>
          <a:blip r:embed="rId4"/>
          <a:stretch>
            <a:fillRect/>
          </a:stretch>
        </p:blipFill>
        <p:spPr>
          <a:xfrm>
            <a:off x="7302398" y="331013"/>
            <a:ext cx="5943600" cy="5943600"/>
          </a:xfrm>
          <a:prstGeom prst="rect">
            <a:avLst/>
          </a:prstGeom>
        </p:spPr>
      </p:pic>
      <p:sp>
        <p:nvSpPr>
          <p:cNvPr id="3" name="!!Ring1"/>
          <p:cNvSpPr/>
          <p:nvPr/>
        </p:nvSpPr>
        <p:spPr>
          <a:xfrm>
            <a:off x="7587691" y="3136392"/>
            <a:ext cx="5230368" cy="1474013"/>
          </a:xfrm>
          <a:prstGeom prst="ellipse">
            <a:avLst/>
          </a:prstGeom>
          <a:solidFill>
            <a:srgbClr val="5B2FD6">
              <a:alpha val="8000"/>
            </a:srgbClr>
          </a:solidFill>
          <a:ln w="15875">
            <a:solidFill>
              <a:srgbClr val="7C5CFF">
                <a:alpha val="70000"/>
              </a:srgbClr>
            </a:solidFill>
            <a:prstDash val="solid"/>
          </a:ln>
        </p:spPr>
      </p:sp>
      <p:sp>
        <p:nvSpPr>
          <p:cNvPr id="4" name="!!Ring2"/>
          <p:cNvSpPr/>
          <p:nvPr/>
        </p:nvSpPr>
        <p:spPr>
          <a:xfrm>
            <a:off x="6933895" y="3041294"/>
            <a:ext cx="6537960" cy="1901952"/>
          </a:xfrm>
          <a:prstGeom prst="ellipse">
            <a:avLst/>
          </a:prstGeom>
          <a:solidFill>
            <a:srgbClr val="5B2FD6">
              <a:alpha val="0"/>
            </a:srgbClr>
          </a:solidFill>
          <a:ln w="9525">
            <a:solidFill>
              <a:srgbClr val="7C5CFF">
                <a:alpha val="55000"/>
              </a:srgbClr>
            </a:solidFill>
            <a:prstDash val="dash"/>
          </a:ln>
        </p:spPr>
      </p:sp>
      <p:sp>
        <p:nvSpPr>
          <p:cNvPr id="5" name="Text 2"/>
          <p:cNvSpPr txBox="1"/>
          <p:nvPr/>
        </p:nvSpPr>
        <p:spPr>
          <a:xfrm>
            <a:off x="548640" y="274320"/>
            <a:ext cx="9692640" cy="256032"/>
          </a:xfrm>
          <a:prstGeom prst="rect">
            <a:avLst/>
          </a:prstGeom>
          <a:noFill/>
          <a:ln/>
        </p:spPr>
        <p:txBody>
          <a:bodyPr wrap="square" lIns="0" tIns="0" rIns="0" bIns="0" rtlCol="0" anchor="t"/>
          <a:lstStyle/>
          <a:p>
            <a:pPr marL="0" indent="0">
              <a:buNone/>
            </a:pPr>
            <a:r>
              <a:rPr lang="en-US" sz="950" i="1" dirty="0">
                <a:solidFill>
                  <a:srgbClr val="6E6A85"/>
                </a:solidFill>
                <a:latin typeface="Segoe UI" pitchFamily="34" charset="0"/>
                <a:ea typeface="Segoe UI" pitchFamily="34" charset="-122"/>
                <a:cs typeface="Segoe UI" pitchFamily="34" charset="-120"/>
              </a:rPr>
              <a:t>Mise en place d’une plateforme intelligente d’assistance au dépannage et de mise en relation avec des techniciens</a:t>
            </a:r>
            <a:endParaRPr lang="en-US" sz="950" dirty="0"/>
          </a:p>
        </p:txBody>
      </p:sp>
      <p:sp>
        <p:nvSpPr>
          <p:cNvPr id="6" name="!!Kicker"/>
          <p:cNvSpPr txBox="1"/>
          <p:nvPr/>
        </p:nvSpPr>
        <p:spPr>
          <a:xfrm>
            <a:off x="548640" y="713232"/>
            <a:ext cx="9692640" cy="274320"/>
          </a:xfrm>
          <a:prstGeom prst="rect">
            <a:avLst/>
          </a:prstGeom>
          <a:noFill/>
          <a:ln/>
        </p:spPr>
        <p:txBody>
          <a:bodyPr wrap="square" lIns="0" tIns="0" rIns="0" bIns="0" rtlCol="0" anchor="t"/>
          <a:lstStyle/>
          <a:p>
            <a:pPr marL="0" indent="0">
              <a:buNone/>
            </a:pPr>
            <a:r>
              <a:rPr lang="en-US" sz="1100" b="1" kern="0" spc="200" dirty="0">
                <a:solidFill>
                  <a:srgbClr val="5B2FD6"/>
                </a:solidFill>
                <a:latin typeface="Segoe UI" pitchFamily="34" charset="0"/>
                <a:ea typeface="Segoe UI" pitchFamily="34" charset="-122"/>
                <a:cs typeface="Segoe UI" pitchFamily="34" charset="-120"/>
              </a:rPr>
              <a:t>03 · PROBLÉMATIQUE</a:t>
            </a:r>
            <a:endParaRPr lang="en-US" sz="1100" dirty="0"/>
          </a:p>
        </p:txBody>
      </p:sp>
      <p:sp>
        <p:nvSpPr>
          <p:cNvPr id="7" name="!!Title"/>
          <p:cNvSpPr txBox="1"/>
          <p:nvPr/>
        </p:nvSpPr>
        <p:spPr>
          <a:xfrm>
            <a:off x="548640" y="987552"/>
            <a:ext cx="9692640" cy="658368"/>
          </a:xfrm>
          <a:prstGeom prst="rect">
            <a:avLst/>
          </a:prstGeom>
          <a:noFill/>
          <a:ln/>
        </p:spPr>
        <p:txBody>
          <a:bodyPr wrap="square" lIns="0" tIns="0" rIns="0" bIns="0" rtlCol="0" anchor="ctr"/>
          <a:lstStyle/>
          <a:p>
            <a:pPr marL="0" indent="0">
              <a:buNone/>
            </a:pPr>
            <a:r>
              <a:rPr lang="en-US" sz="2800" dirty="0">
                <a:solidFill>
                  <a:srgbClr val="17132E"/>
                </a:solidFill>
                <a:latin typeface="Segoe UI Semibold" pitchFamily="34" charset="0"/>
                <a:ea typeface="Segoe UI Semibold" pitchFamily="34" charset="-122"/>
                <a:cs typeface="Segoe UI Semibold" pitchFamily="34" charset="-120"/>
              </a:rPr>
              <a:t>La question centrale</a:t>
            </a:r>
            <a:endParaRPr lang="en-US" sz="2800" dirty="0"/>
          </a:p>
        </p:txBody>
      </p:sp>
      <p:pic>
        <p:nvPicPr>
          <p:cNvPr id="8" name="S09_A00_zoom_131" descr="preencoded.png"/>
          <p:cNvPicPr>
            <a:picLocks noChangeAspect="1"/>
          </p:cNvPicPr>
          <p:nvPr/>
        </p:nvPicPr>
        <p:blipFill>
          <a:blip r:embed="rId5"/>
          <a:stretch>
            <a:fillRect/>
          </a:stretch>
        </p:blipFill>
        <p:spPr>
          <a:xfrm>
            <a:off x="548640" y="1920240"/>
            <a:ext cx="640080" cy="548640"/>
          </a:xfrm>
          <a:prstGeom prst="rect">
            <a:avLst/>
          </a:prstGeom>
        </p:spPr>
      </p:pic>
      <p:sp>
        <p:nvSpPr>
          <p:cNvPr id="9" name="S09_A01_rise_132"/>
          <p:cNvSpPr txBox="1"/>
          <p:nvPr/>
        </p:nvSpPr>
        <p:spPr>
          <a:xfrm>
            <a:off x="548640" y="2651760"/>
            <a:ext cx="7223760" cy="2194560"/>
          </a:xfrm>
          <a:prstGeom prst="rect">
            <a:avLst/>
          </a:prstGeom>
          <a:noFill/>
          <a:ln/>
        </p:spPr>
        <p:txBody>
          <a:bodyPr wrap="square" lIns="0" tIns="0" rIns="0" bIns="0" rtlCol="0" anchor="t"/>
          <a:lstStyle/>
          <a:p>
            <a:pPr marL="0" indent="0">
              <a:lnSpc>
                <a:spcPct val="105000"/>
              </a:lnSpc>
              <a:buNone/>
            </a:pPr>
            <a:r>
              <a:rPr lang="en-US" sz="2600" i="1" dirty="0">
                <a:solidFill>
                  <a:srgbClr val="17132E"/>
                </a:solidFill>
                <a:latin typeface="Segoe UI Semibold" pitchFamily="34" charset="0"/>
                <a:ea typeface="Segoe UI Semibold" pitchFamily="34" charset="-122"/>
                <a:cs typeface="Segoe UI Semibold" pitchFamily="34" charset="-120"/>
              </a:rPr>
              <a:t>Comment concevoir une plateforme permettant d’optimiser la mise en relation entre particuliers et techniciens de dépannage de manière </a:t>
            </a:r>
            <a:r>
              <a:rPr lang="en-US" sz="2600" i="1" dirty="0">
                <a:solidFill>
                  <a:srgbClr val="5B2FD6"/>
                </a:solidFill>
                <a:latin typeface="Segoe UI Semibold" pitchFamily="34" charset="0"/>
                <a:ea typeface="Segoe UI Semibold" pitchFamily="34" charset="-122"/>
                <a:cs typeface="Segoe UI Semibold" pitchFamily="34" charset="-120"/>
              </a:rPr>
              <a:t>rapide, fiable et assistée par l’intelligence artificielle ?</a:t>
            </a:r>
            <a:endParaRPr lang="en-US" sz="2600" dirty="0"/>
          </a:p>
        </p:txBody>
      </p:sp>
      <p:sp>
        <p:nvSpPr>
          <p:cNvPr id="10" name="S09_A02_zoom_133"/>
          <p:cNvSpPr/>
          <p:nvPr/>
        </p:nvSpPr>
        <p:spPr>
          <a:xfrm>
            <a:off x="548640" y="5166360"/>
            <a:ext cx="1783080" cy="548640"/>
          </a:xfrm>
          <a:prstGeom prst="roundRect">
            <a:avLst>
              <a:gd name="adj" fmla="val 50000"/>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pic>
        <p:nvPicPr>
          <p:cNvPr id="11" name="S09_A02_zoom_134" descr="preencoded.png"/>
          <p:cNvPicPr>
            <a:picLocks noChangeAspect="1"/>
          </p:cNvPicPr>
          <p:nvPr/>
        </p:nvPicPr>
        <p:blipFill>
          <a:blip r:embed="rId6"/>
          <a:stretch>
            <a:fillRect/>
          </a:stretch>
        </p:blipFill>
        <p:spPr>
          <a:xfrm>
            <a:off x="749808" y="5303520"/>
            <a:ext cx="274320" cy="274320"/>
          </a:xfrm>
          <a:prstGeom prst="rect">
            <a:avLst/>
          </a:prstGeom>
        </p:spPr>
      </p:pic>
      <p:sp>
        <p:nvSpPr>
          <p:cNvPr id="12" name="S09_A02_zoom_135"/>
          <p:cNvSpPr txBox="1"/>
          <p:nvPr/>
        </p:nvSpPr>
        <p:spPr>
          <a:xfrm>
            <a:off x="1115568" y="5166360"/>
            <a:ext cx="1143000" cy="548640"/>
          </a:xfrm>
          <a:prstGeom prst="rect">
            <a:avLst/>
          </a:prstGeom>
          <a:noFill/>
          <a:ln/>
        </p:spPr>
        <p:txBody>
          <a:bodyPr wrap="square" lIns="0" tIns="0" rIns="0" bIns="0" rtlCol="0" anchor="ctr"/>
          <a:lstStyle/>
          <a:p>
            <a:pPr marL="0" indent="0">
              <a:buNone/>
            </a:pPr>
            <a:r>
              <a:rPr lang="en-US" sz="1300" dirty="0">
                <a:solidFill>
                  <a:srgbClr val="17132E"/>
                </a:solidFill>
                <a:latin typeface="Segoe UI Semibold" pitchFamily="34" charset="0"/>
                <a:ea typeface="Segoe UI Semibold" pitchFamily="34" charset="-122"/>
                <a:cs typeface="Segoe UI Semibold" pitchFamily="34" charset="-120"/>
              </a:rPr>
              <a:t>Rapidité</a:t>
            </a:r>
            <a:endParaRPr lang="en-US" sz="1300" dirty="0"/>
          </a:p>
        </p:txBody>
      </p:sp>
      <p:sp>
        <p:nvSpPr>
          <p:cNvPr id="13" name="S09_A03_zoom_136"/>
          <p:cNvSpPr/>
          <p:nvPr/>
        </p:nvSpPr>
        <p:spPr>
          <a:xfrm>
            <a:off x="2514600" y="5166360"/>
            <a:ext cx="1783080" cy="548640"/>
          </a:xfrm>
          <a:prstGeom prst="roundRect">
            <a:avLst>
              <a:gd name="adj" fmla="val 50000"/>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pic>
        <p:nvPicPr>
          <p:cNvPr id="14" name="S09_A03_zoom_137" descr="preencoded.png"/>
          <p:cNvPicPr>
            <a:picLocks noChangeAspect="1"/>
          </p:cNvPicPr>
          <p:nvPr/>
        </p:nvPicPr>
        <p:blipFill>
          <a:blip r:embed="rId7"/>
          <a:stretch>
            <a:fillRect/>
          </a:stretch>
        </p:blipFill>
        <p:spPr>
          <a:xfrm>
            <a:off x="2715768" y="5303520"/>
            <a:ext cx="274320" cy="274320"/>
          </a:xfrm>
          <a:prstGeom prst="rect">
            <a:avLst/>
          </a:prstGeom>
        </p:spPr>
      </p:pic>
      <p:sp>
        <p:nvSpPr>
          <p:cNvPr id="15" name="S09_A03_zoom_138"/>
          <p:cNvSpPr txBox="1"/>
          <p:nvPr/>
        </p:nvSpPr>
        <p:spPr>
          <a:xfrm>
            <a:off x="3081528" y="5166360"/>
            <a:ext cx="1143000" cy="548640"/>
          </a:xfrm>
          <a:prstGeom prst="rect">
            <a:avLst/>
          </a:prstGeom>
          <a:noFill/>
          <a:ln/>
        </p:spPr>
        <p:txBody>
          <a:bodyPr wrap="square" lIns="0" tIns="0" rIns="0" bIns="0" rtlCol="0" anchor="ctr"/>
          <a:lstStyle/>
          <a:p>
            <a:pPr marL="0" indent="0">
              <a:buNone/>
            </a:pPr>
            <a:r>
              <a:rPr lang="en-US" sz="1300" dirty="0">
                <a:solidFill>
                  <a:srgbClr val="17132E"/>
                </a:solidFill>
                <a:latin typeface="Segoe UI Semibold" pitchFamily="34" charset="0"/>
                <a:ea typeface="Segoe UI Semibold" pitchFamily="34" charset="-122"/>
                <a:cs typeface="Segoe UI Semibold" pitchFamily="34" charset="-120"/>
              </a:rPr>
              <a:t>Fiabilité</a:t>
            </a:r>
            <a:endParaRPr lang="en-US" sz="1300" dirty="0"/>
          </a:p>
        </p:txBody>
      </p:sp>
      <p:sp>
        <p:nvSpPr>
          <p:cNvPr id="16" name="S09_A04_zoom_139"/>
          <p:cNvSpPr/>
          <p:nvPr/>
        </p:nvSpPr>
        <p:spPr>
          <a:xfrm>
            <a:off x="4480560" y="5166360"/>
            <a:ext cx="2743200" cy="548640"/>
          </a:xfrm>
          <a:prstGeom prst="roundRect">
            <a:avLst>
              <a:gd name="adj" fmla="val 50000"/>
            </a:avLst>
          </a:prstGeom>
          <a:solidFill>
            <a:srgbClr val="F3EFFF"/>
          </a:solidFill>
          <a:ln w="12700">
            <a:solidFill>
              <a:srgbClr val="C9B8FF"/>
            </a:solidFill>
            <a:prstDash val="solid"/>
          </a:ln>
        </p:spPr>
      </p:sp>
      <p:pic>
        <p:nvPicPr>
          <p:cNvPr id="17" name="S09_A04_zoom_140" descr="preencoded.png"/>
          <p:cNvPicPr>
            <a:picLocks noChangeAspect="1"/>
          </p:cNvPicPr>
          <p:nvPr/>
        </p:nvPicPr>
        <p:blipFill>
          <a:blip r:embed="rId8"/>
          <a:stretch>
            <a:fillRect/>
          </a:stretch>
        </p:blipFill>
        <p:spPr>
          <a:xfrm>
            <a:off x="4681728" y="5303520"/>
            <a:ext cx="274320" cy="274320"/>
          </a:xfrm>
          <a:prstGeom prst="rect">
            <a:avLst/>
          </a:prstGeom>
        </p:spPr>
      </p:pic>
      <p:sp>
        <p:nvSpPr>
          <p:cNvPr id="18" name="S09_A04_zoom_141"/>
          <p:cNvSpPr txBox="1"/>
          <p:nvPr/>
        </p:nvSpPr>
        <p:spPr>
          <a:xfrm>
            <a:off x="5047488" y="5166360"/>
            <a:ext cx="2103120" cy="548640"/>
          </a:xfrm>
          <a:prstGeom prst="rect">
            <a:avLst/>
          </a:prstGeom>
          <a:noFill/>
          <a:ln/>
        </p:spPr>
        <p:txBody>
          <a:bodyPr wrap="square" lIns="0" tIns="0" rIns="0" bIns="0" rtlCol="0" anchor="ctr"/>
          <a:lstStyle/>
          <a:p>
            <a:pPr marL="0" indent="0">
              <a:buNone/>
            </a:pPr>
            <a:r>
              <a:rPr lang="en-US" sz="1300" dirty="0">
                <a:solidFill>
                  <a:srgbClr val="17132E"/>
                </a:solidFill>
                <a:latin typeface="Segoe UI Semibold" pitchFamily="34" charset="0"/>
                <a:ea typeface="Segoe UI Semibold" pitchFamily="34" charset="-122"/>
                <a:cs typeface="Segoe UI Semibold" pitchFamily="34" charset="-120"/>
              </a:rPr>
              <a:t>Intelligence artificielle</a:t>
            </a:r>
            <a:endParaRPr lang="en-US" sz="1300" dirty="0"/>
          </a:p>
        </p:txBody>
      </p:sp>
      <p:sp>
        <p:nvSpPr>
          <p:cNvPr id="19" name="!!NavPill"/>
          <p:cNvSpPr/>
          <p:nvPr/>
        </p:nvSpPr>
        <p:spPr>
          <a:xfrm>
            <a:off x="2889504" y="6382512"/>
            <a:ext cx="1097280" cy="274320"/>
          </a:xfrm>
          <a:prstGeom prst="roundRect">
            <a:avLst>
              <a:gd name="adj" fmla="val 50000"/>
            </a:avLst>
          </a:prstGeom>
          <a:solidFill>
            <a:srgbClr val="5B2FD6"/>
          </a:solidFill>
          <a:ln w="9525">
            <a:solidFill>
              <a:srgbClr val="7C5CFF"/>
            </a:solidFill>
            <a:prstDash val="solid"/>
          </a:ln>
        </p:spPr>
      </p:sp>
      <p:sp>
        <p:nvSpPr>
          <p:cNvPr id="20" name="Text 13"/>
          <p:cNvSpPr txBox="1"/>
          <p:nvPr/>
        </p:nvSpPr>
        <p:spPr>
          <a:xfrm>
            <a:off x="54864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Introduction</a:t>
            </a:r>
            <a:endParaRPr lang="en-US" sz="900" dirty="0"/>
          </a:p>
        </p:txBody>
      </p:sp>
      <p:sp>
        <p:nvSpPr>
          <p:cNvPr id="21" name="Text 14"/>
          <p:cNvSpPr txBox="1"/>
          <p:nvPr/>
        </p:nvSpPr>
        <p:spPr>
          <a:xfrm>
            <a:off x="1719072"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Entreprise</a:t>
            </a:r>
            <a:endParaRPr lang="en-US" sz="900" dirty="0"/>
          </a:p>
        </p:txBody>
      </p:sp>
      <p:sp>
        <p:nvSpPr>
          <p:cNvPr id="22" name="Text 15"/>
          <p:cNvSpPr txBox="1"/>
          <p:nvPr/>
        </p:nvSpPr>
        <p:spPr>
          <a:xfrm>
            <a:off x="2889504" y="6382512"/>
            <a:ext cx="10972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Segoe UI" pitchFamily="34" charset="0"/>
                <a:ea typeface="Segoe UI" pitchFamily="34" charset="-122"/>
                <a:cs typeface="Segoe UI" pitchFamily="34" charset="-120"/>
              </a:rPr>
              <a:t>Contexte</a:t>
            </a:r>
            <a:endParaRPr lang="en-US" sz="900" dirty="0"/>
          </a:p>
        </p:txBody>
      </p:sp>
      <p:sp>
        <p:nvSpPr>
          <p:cNvPr id="23" name="Text 16"/>
          <p:cNvSpPr txBox="1"/>
          <p:nvPr/>
        </p:nvSpPr>
        <p:spPr>
          <a:xfrm>
            <a:off x="4059936"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Méthodologie</a:t>
            </a:r>
            <a:endParaRPr lang="en-US" sz="900" dirty="0"/>
          </a:p>
        </p:txBody>
      </p:sp>
      <p:sp>
        <p:nvSpPr>
          <p:cNvPr id="24" name="Text 17"/>
          <p:cNvSpPr txBox="1"/>
          <p:nvPr/>
        </p:nvSpPr>
        <p:spPr>
          <a:xfrm>
            <a:off x="5230368"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Résultats</a:t>
            </a:r>
            <a:endParaRPr lang="en-US" sz="900" dirty="0"/>
          </a:p>
        </p:txBody>
      </p:sp>
      <p:sp>
        <p:nvSpPr>
          <p:cNvPr id="25" name="Text 18"/>
          <p:cNvSpPr txBox="1"/>
          <p:nvPr/>
        </p:nvSpPr>
        <p:spPr>
          <a:xfrm>
            <a:off x="640080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Conclusion</a:t>
            </a:r>
            <a:endParaRPr lang="en-US" sz="900" dirty="0"/>
          </a:p>
        </p:txBody>
      </p:sp>
      <p:sp>
        <p:nvSpPr>
          <p:cNvPr id="26" name="Text 19"/>
          <p:cNvSpPr txBox="1"/>
          <p:nvPr/>
        </p:nvSpPr>
        <p:spPr>
          <a:xfrm>
            <a:off x="8412480" y="6382512"/>
            <a:ext cx="3227832" cy="274320"/>
          </a:xfrm>
          <a:prstGeom prst="rect">
            <a:avLst/>
          </a:prstGeom>
          <a:noFill/>
          <a:ln/>
        </p:spPr>
        <p:txBody>
          <a:bodyPr wrap="square" lIns="0" tIns="0" rIns="0" bIns="0" rtlCol="0" anchor="ctr"/>
          <a:lstStyle/>
          <a:p>
            <a:pPr marL="0" indent="0" algn="r">
              <a:buNone/>
            </a:pPr>
            <a:r>
              <a:rPr lang="en-US" sz="900" dirty="0">
                <a:solidFill>
                  <a:srgbClr val="6E6A85"/>
                </a:solidFill>
                <a:latin typeface="Segoe UI" pitchFamily="34" charset="0"/>
                <a:ea typeface="Segoe UI" pitchFamily="34" charset="-122"/>
                <a:cs typeface="Segoe UI" pitchFamily="34" charset="-120"/>
              </a:rPr>
              <a:t>FEUNOU FOSSO Otniel</a:t>
            </a:r>
            <a:r>
              <a:rPr lang="en-US" sz="900" b="1" dirty="0">
                <a:solidFill>
                  <a:srgbClr val="5B2FD6"/>
                </a:solidFill>
                <a:latin typeface="Segoe UI" pitchFamily="34" charset="0"/>
                <a:ea typeface="Segoe UI" pitchFamily="34" charset="-122"/>
                <a:cs typeface="Segoe UI" pitchFamily="34" charset="-120"/>
              </a:rPr>
              <a:t>   09</a:t>
            </a:r>
            <a:endParaRPr lang="en-US" sz="900" dirty="0"/>
          </a:p>
        </p:txBody>
      </p:sp>
      <mc:AlternateContent xmlns:mc="http://schemas.openxmlformats.org/markup-compatibility/2006">
        <mc:Choice xmlns:am3d="http://schemas.microsoft.com/office/drawing/2017/model3d" Requires="am3d">
          <p:graphicFrame>
            <p:nvGraphicFramePr>
              <p:cNvPr id="27" name="!!GearBig" descr="Engrenage 3D animé">
                <a:extLst>
                  <a:ext uri="{FF2B5EF4-FFF2-40B4-BE49-F238E27FC236}">
                    <a16:creationId xmlns:a16="http://schemas.microsoft.com/office/drawing/2014/main" id="{6C123037-B83D-4434-9186-A67E8AA05220}"/>
                  </a:ext>
                </a:extLst>
              </p:cNvPr>
              <p:cNvGraphicFramePr>
                <a:graphicFrameLocks/>
              </p:cNvGraphicFramePr>
              <p:nvPr>
                <p:extLst>
                  <p:ext uri="{D42A27DB-BD31-4B8C-83A1-F6EECF244321}">
                    <p14:modId xmlns:p14="http://schemas.microsoft.com/office/powerpoint/2010/main" val="4268109930"/>
                  </p:ext>
                </p:extLst>
              </p:nvPr>
            </p:nvGraphicFramePr>
            <p:xfrm>
              <a:off x="8229600" y="1828800"/>
              <a:ext cx="2377440" cy="2377440"/>
            </p:xfrm>
            <a:graphic>
              <a:graphicData uri="http://schemas.microsoft.com/office/drawing/2017/model3d">
                <am3d:model3d r:embed="rId9" r:link="rId10">
                  <am3d:spPr>
                    <a:xfrm>
                      <a:off x="0" y="0"/>
                      <a:ext cx="2377440" cy="2377440"/>
                    </a:xfrm>
                    <a:prstGeom prst="rect">
                      <a:avLst/>
                    </a:prstGeom>
                  </am3d:spPr>
                  <am3d:camera>
                    <am3d:pos x="0" y="158400000" z="158400000"/>
                    <am3d:up dx="0" dy="36000000" dz="0"/>
                    <am3d:lookAt x="0" y="0" z="0"/>
                    <am3d:perspective fov="660000"/>
                  </am3d:camera>
                  <am3d:trans>
                    <am3d:meterPerModelUnit n="404766" d="1000000"/>
                    <am3d:preTrans dx="0" dy="0" dz="0"/>
                    <am3d:scale>
                      <am3d:sx n="1000000" d="1000000"/>
                      <am3d:sy n="1000000" d="1000000"/>
                      <am3d:sz n="1000000" d="1000000"/>
                    </am3d:scale>
                    <am3d:rot ax="5599418" ay="288071" az="7485282"/>
                    <am3d:postTrans dx="0" dy="0" dz="0"/>
                  </am3d:trans>
                  <am3d:raster rName="Office3DRenderer" rVer="16.0.8326">
                    <am3d:blip r:embed="rId11"/>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7" name="!!GearBig" descr="Engrenage 3D animé">
                <a:extLst>
                  <a:ext uri="{FF2B5EF4-FFF2-40B4-BE49-F238E27FC236}">
                    <a16:creationId xmlns:a16="http://schemas.microsoft.com/office/drawing/2014/main" id="{6C123037-B83D-4434-9186-A67E8AA05220}"/>
                  </a:ext>
                </a:extLst>
              </p:cNvPr>
              <p:cNvPicPr>
                <a:picLocks noGrp="1" noRot="1" noChangeAspect="1" noMove="1" noResize="1" noEditPoints="1" noAdjustHandles="1" noChangeArrowheads="1" noChangeShapeType="1" noCrop="1"/>
              </p:cNvPicPr>
              <p:nvPr/>
            </p:nvPicPr>
            <p:blipFill>
              <a:blip r:embed="rId11"/>
              <a:stretch>
                <a:fillRect/>
              </a:stretch>
            </p:blipFill>
            <p:spPr>
              <a:xfrm>
                <a:off x="8229600" y="1828800"/>
                <a:ext cx="2377440" cy="237744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28" name="!!GearSmall" descr="Engrenage 3D animé">
                <a:extLst>
                  <a:ext uri="{FF2B5EF4-FFF2-40B4-BE49-F238E27FC236}">
                    <a16:creationId xmlns:a16="http://schemas.microsoft.com/office/drawing/2014/main" id="{7800FDEA-5AE4-402A-AE16-C98C6520BE7A}"/>
                  </a:ext>
                </a:extLst>
              </p:cNvPr>
              <p:cNvGraphicFramePr>
                <a:graphicFrameLocks/>
              </p:cNvGraphicFramePr>
              <p:nvPr>
                <p:extLst>
                  <p:ext uri="{D42A27DB-BD31-4B8C-83A1-F6EECF244321}">
                    <p14:modId xmlns:p14="http://schemas.microsoft.com/office/powerpoint/2010/main" val="3491511105"/>
                  </p:ext>
                </p:extLst>
              </p:nvPr>
            </p:nvGraphicFramePr>
            <p:xfrm>
              <a:off x="10297973" y="2744114"/>
              <a:ext cx="1687982" cy="1687982"/>
            </p:xfrm>
            <a:graphic>
              <a:graphicData uri="http://schemas.microsoft.com/office/drawing/2017/model3d">
                <am3d:model3d r:embed="rId12" r:link="rId13">
                  <am3d:spPr>
                    <a:xfrm>
                      <a:off x="0" y="0"/>
                      <a:ext cx="1687982" cy="1687982"/>
                    </a:xfrm>
                    <a:prstGeom prst="rect">
                      <a:avLst/>
                    </a:prstGeom>
                  </am3d:spPr>
                  <am3d:camera>
                    <am3d:pos x="0" y="158400000" z="158400000"/>
                    <am3d:up dx="0" dy="36000000" dz="0"/>
                    <am3d:lookAt x="0" y="0" z="0"/>
                    <am3d:perspective fov="660000"/>
                  </am3d:camera>
                  <am3d:trans>
                    <am3d:meterPerModelUnit n="573084" d="1000000"/>
                    <am3d:preTrans dx="0" dy="0" dz="0"/>
                    <am3d:scale>
                      <am3d:sx n="1000000" d="1000000"/>
                      <am3d:sy n="1000000" d="1000000"/>
                      <am3d:sz n="1000000" d="1000000"/>
                    </am3d:scale>
                    <am3d:rot ax="-2948689" ay="2720073" az="-2365941"/>
                    <am3d:postTrans dx="0" dy="0" dz="0"/>
                  </am3d:trans>
                  <am3d:raster rName="Office3DRenderer" rVer="16.0.8326">
                    <am3d:blip r:embed="rId14"/>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8" name="!!GearSmall" descr="Engrenage 3D animé">
                <a:extLst>
                  <a:ext uri="{FF2B5EF4-FFF2-40B4-BE49-F238E27FC236}">
                    <a16:creationId xmlns:a16="http://schemas.microsoft.com/office/drawing/2014/main" id="{7800FDEA-5AE4-402A-AE16-C98C6520BE7A}"/>
                  </a:ext>
                </a:extLst>
              </p:cNvPr>
              <p:cNvPicPr>
                <a:picLocks noGrp="1" noRot="1" noChangeAspect="1" noMove="1" noResize="1" noEditPoints="1" noAdjustHandles="1" noChangeArrowheads="1" noChangeShapeType="1" noCrop="1"/>
              </p:cNvPicPr>
              <p:nvPr/>
            </p:nvPicPr>
            <p:blipFill>
              <a:blip r:embed="rId14"/>
              <a:stretch>
                <a:fillRect/>
              </a:stretch>
            </p:blipFill>
            <p:spPr>
              <a:xfrm>
                <a:off x="10297973" y="2744114"/>
                <a:ext cx="1687982" cy="1687982"/>
              </a:xfrm>
              <a:prstGeom prst="rect">
                <a:avLst/>
              </a:prstGeom>
            </p:spPr>
          </p:pic>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8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mph" presetSubtype="128" repeatCount="indefinite" fill="hold" nodeType="withEffect">
                                  <p:stCondLst>
                                    <p:cond delay="0"/>
                                  </p:stCondLst>
                                  <p:childTnLst>
                                    <p:animRot by="21600000">
                                      <p:cBhvr>
                                        <p:cTn id="6" dur="10000" fill="hold"/>
                                        <p:tgtEl>
                                          <p:spTgt spid="27"/>
                                        </p:tgtEl>
                                        <p:attrNameLst>
                                          <p:attrName>3d.view.rotation.y</p:attrName>
                                        </p:attrNameLst>
                                      </p:cBhvr>
                                    </p:animRot>
                                  </p:childTnLst>
                                </p:cTn>
                              </p:par>
                              <p:par>
                                <p:cTn id="7" presetID="37" presetClass="emph" presetSubtype="128" repeatCount="indefinite" fill="hold" nodeType="withEffect">
                                  <p:stCondLst>
                                    <p:cond delay="0"/>
                                  </p:stCondLst>
                                  <p:childTnLst>
                                    <p:animRot by="-21600000">
                                      <p:cBhvr>
                                        <p:cTn id="8" dur="6667" fill="hold"/>
                                        <p:tgtEl>
                                          <p:spTgt spid="28"/>
                                        </p:tgtEl>
                                        <p:attrNameLst>
                                          <p:attrName>3d.view.rotation.y</p:attrName>
                                        </p:attrNameLst>
                                      </p:cBhvr>
                                    </p:animRot>
                                  </p:childTnLst>
                                </p:cTn>
                              </p:par>
                              <p:par>
                                <p:cTn id="9" presetID="53" presetClass="entr" presetSubtype="16" fill="hold" nodeType="withEffect">
                                  <p:stCondLst>
                                    <p:cond delay="350"/>
                                  </p:stCondLst>
                                  <p:childTnLst>
                                    <p:set>
                                      <p:cBhvr>
                                        <p:cTn id="10" dur="1" fill="hold">
                                          <p:stCondLst>
                                            <p:cond delay="0"/>
                                          </p:stCondLst>
                                        </p:cTn>
                                        <p:tgtEl>
                                          <p:spTgt spid="8"/>
                                        </p:tgtEl>
                                        <p:attrNameLst>
                                          <p:attrName>style.visibility</p:attrName>
                                        </p:attrNameLst>
                                      </p:cBhvr>
                                      <p:to>
                                        <p:strVal val="visible"/>
                                      </p:to>
                                    </p:set>
                                    <p:anim calcmode="lin" valueType="num">
                                      <p:cBhvr>
                                        <p:cTn id="11" dur="550" fill="hold"/>
                                        <p:tgtEl>
                                          <p:spTgt spid="8"/>
                                        </p:tgtEl>
                                        <p:attrNameLst>
                                          <p:attrName>ppt_w</p:attrName>
                                        </p:attrNameLst>
                                      </p:cBhvr>
                                      <p:tavLst>
                                        <p:tav tm="0">
                                          <p:val>
                                            <p:fltVal val="0"/>
                                          </p:val>
                                        </p:tav>
                                        <p:tav tm="100000">
                                          <p:val>
                                            <p:strVal val="#ppt_w"/>
                                          </p:val>
                                        </p:tav>
                                      </p:tavLst>
                                    </p:anim>
                                    <p:anim calcmode="lin" valueType="num">
                                      <p:cBhvr>
                                        <p:cTn id="12" dur="550" fill="hold"/>
                                        <p:tgtEl>
                                          <p:spTgt spid="8"/>
                                        </p:tgtEl>
                                        <p:attrNameLst>
                                          <p:attrName>ppt_h</p:attrName>
                                        </p:attrNameLst>
                                      </p:cBhvr>
                                      <p:tavLst>
                                        <p:tav tm="0">
                                          <p:val>
                                            <p:fltVal val="0"/>
                                          </p:val>
                                        </p:tav>
                                        <p:tav tm="100000">
                                          <p:val>
                                            <p:strVal val="#ppt_h"/>
                                          </p:val>
                                        </p:tav>
                                      </p:tavLst>
                                    </p:anim>
                                    <p:animEffect transition="in" filter="fade">
                                      <p:cBhvr>
                                        <p:cTn id="13" dur="550"/>
                                        <p:tgtEl>
                                          <p:spTgt spid="8"/>
                                        </p:tgtEl>
                                      </p:cBhvr>
                                    </p:animEffect>
                                  </p:childTnLst>
                                </p:cTn>
                              </p:par>
                              <p:par>
                                <p:cTn id="14" presetID="42" presetClass="entr" presetSubtype="0" fill="hold" grpId="0" nodeType="withEffect">
                                  <p:stCondLst>
                                    <p:cond delay="51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50"/>
                                        <p:tgtEl>
                                          <p:spTgt spid="9"/>
                                        </p:tgtEl>
                                      </p:cBhvr>
                                    </p:animEffect>
                                    <p:anim calcmode="lin" valueType="num">
                                      <p:cBhvr>
                                        <p:cTn id="17" dur="550" fill="hold"/>
                                        <p:tgtEl>
                                          <p:spTgt spid="9"/>
                                        </p:tgtEl>
                                        <p:attrNameLst>
                                          <p:attrName>ppt_x</p:attrName>
                                        </p:attrNameLst>
                                      </p:cBhvr>
                                      <p:tavLst>
                                        <p:tav tm="0">
                                          <p:val>
                                            <p:strVal val="#ppt_x"/>
                                          </p:val>
                                        </p:tav>
                                        <p:tav tm="100000">
                                          <p:val>
                                            <p:strVal val="#ppt_x"/>
                                          </p:val>
                                        </p:tav>
                                      </p:tavLst>
                                    </p:anim>
                                    <p:anim calcmode="lin" valueType="num">
                                      <p:cBhvr>
                                        <p:cTn id="18" dur="550" fill="hold"/>
                                        <p:tgtEl>
                                          <p:spTgt spid="9"/>
                                        </p:tgtEl>
                                        <p:attrNameLst>
                                          <p:attrName>ppt_y</p:attrName>
                                        </p:attrNameLst>
                                      </p:cBhvr>
                                      <p:tavLst>
                                        <p:tav tm="0">
                                          <p:val>
                                            <p:strVal val="#ppt_y+.1"/>
                                          </p:val>
                                        </p:tav>
                                        <p:tav tm="100000">
                                          <p:val>
                                            <p:strVal val="#ppt_y"/>
                                          </p:val>
                                        </p:tav>
                                      </p:tavLst>
                                    </p:anim>
                                  </p:childTnLst>
                                </p:cTn>
                              </p:par>
                              <p:par>
                                <p:cTn id="19" presetID="53" presetClass="entr" presetSubtype="16" fill="hold" nodeType="withEffect">
                                  <p:stCondLst>
                                    <p:cond delay="670"/>
                                  </p:stCondLst>
                                  <p:childTnLst>
                                    <p:set>
                                      <p:cBhvr>
                                        <p:cTn id="20" dur="1" fill="hold">
                                          <p:stCondLst>
                                            <p:cond delay="0"/>
                                          </p:stCondLst>
                                        </p:cTn>
                                        <p:tgtEl>
                                          <p:spTgt spid="10"/>
                                        </p:tgtEl>
                                        <p:attrNameLst>
                                          <p:attrName>style.visibility</p:attrName>
                                        </p:attrNameLst>
                                      </p:cBhvr>
                                      <p:to>
                                        <p:strVal val="visible"/>
                                      </p:to>
                                    </p:set>
                                    <p:anim calcmode="lin" valueType="num">
                                      <p:cBhvr>
                                        <p:cTn id="21" dur="550" fill="hold"/>
                                        <p:tgtEl>
                                          <p:spTgt spid="10"/>
                                        </p:tgtEl>
                                        <p:attrNameLst>
                                          <p:attrName>ppt_w</p:attrName>
                                        </p:attrNameLst>
                                      </p:cBhvr>
                                      <p:tavLst>
                                        <p:tav tm="0">
                                          <p:val>
                                            <p:fltVal val="0"/>
                                          </p:val>
                                        </p:tav>
                                        <p:tav tm="100000">
                                          <p:val>
                                            <p:strVal val="#ppt_w"/>
                                          </p:val>
                                        </p:tav>
                                      </p:tavLst>
                                    </p:anim>
                                    <p:anim calcmode="lin" valueType="num">
                                      <p:cBhvr>
                                        <p:cTn id="22" dur="550" fill="hold"/>
                                        <p:tgtEl>
                                          <p:spTgt spid="10"/>
                                        </p:tgtEl>
                                        <p:attrNameLst>
                                          <p:attrName>ppt_h</p:attrName>
                                        </p:attrNameLst>
                                      </p:cBhvr>
                                      <p:tavLst>
                                        <p:tav tm="0">
                                          <p:val>
                                            <p:fltVal val="0"/>
                                          </p:val>
                                        </p:tav>
                                        <p:tav tm="100000">
                                          <p:val>
                                            <p:strVal val="#ppt_h"/>
                                          </p:val>
                                        </p:tav>
                                      </p:tavLst>
                                    </p:anim>
                                    <p:animEffect transition="in" filter="fade">
                                      <p:cBhvr>
                                        <p:cTn id="23" dur="550"/>
                                        <p:tgtEl>
                                          <p:spTgt spid="10"/>
                                        </p:tgtEl>
                                      </p:cBhvr>
                                    </p:animEffect>
                                  </p:childTnLst>
                                </p:cTn>
                              </p:par>
                              <p:par>
                                <p:cTn id="24" presetID="53" presetClass="entr" presetSubtype="16" fill="hold" nodeType="withEffect">
                                  <p:stCondLst>
                                    <p:cond delay="670"/>
                                  </p:stCondLst>
                                  <p:childTnLst>
                                    <p:set>
                                      <p:cBhvr>
                                        <p:cTn id="25" dur="1" fill="hold">
                                          <p:stCondLst>
                                            <p:cond delay="0"/>
                                          </p:stCondLst>
                                        </p:cTn>
                                        <p:tgtEl>
                                          <p:spTgt spid="11"/>
                                        </p:tgtEl>
                                        <p:attrNameLst>
                                          <p:attrName>style.visibility</p:attrName>
                                        </p:attrNameLst>
                                      </p:cBhvr>
                                      <p:to>
                                        <p:strVal val="visible"/>
                                      </p:to>
                                    </p:set>
                                    <p:anim calcmode="lin" valueType="num">
                                      <p:cBhvr>
                                        <p:cTn id="26" dur="550" fill="hold"/>
                                        <p:tgtEl>
                                          <p:spTgt spid="11"/>
                                        </p:tgtEl>
                                        <p:attrNameLst>
                                          <p:attrName>ppt_w</p:attrName>
                                        </p:attrNameLst>
                                      </p:cBhvr>
                                      <p:tavLst>
                                        <p:tav tm="0">
                                          <p:val>
                                            <p:fltVal val="0"/>
                                          </p:val>
                                        </p:tav>
                                        <p:tav tm="100000">
                                          <p:val>
                                            <p:strVal val="#ppt_w"/>
                                          </p:val>
                                        </p:tav>
                                      </p:tavLst>
                                    </p:anim>
                                    <p:anim calcmode="lin" valueType="num">
                                      <p:cBhvr>
                                        <p:cTn id="27" dur="550" fill="hold"/>
                                        <p:tgtEl>
                                          <p:spTgt spid="11"/>
                                        </p:tgtEl>
                                        <p:attrNameLst>
                                          <p:attrName>ppt_h</p:attrName>
                                        </p:attrNameLst>
                                      </p:cBhvr>
                                      <p:tavLst>
                                        <p:tav tm="0">
                                          <p:val>
                                            <p:fltVal val="0"/>
                                          </p:val>
                                        </p:tav>
                                        <p:tav tm="100000">
                                          <p:val>
                                            <p:strVal val="#ppt_h"/>
                                          </p:val>
                                        </p:tav>
                                      </p:tavLst>
                                    </p:anim>
                                    <p:animEffect transition="in" filter="fade">
                                      <p:cBhvr>
                                        <p:cTn id="28" dur="550"/>
                                        <p:tgtEl>
                                          <p:spTgt spid="11"/>
                                        </p:tgtEl>
                                      </p:cBhvr>
                                    </p:animEffect>
                                  </p:childTnLst>
                                </p:cTn>
                              </p:par>
                              <p:par>
                                <p:cTn id="29" presetID="53" presetClass="entr" presetSubtype="16" fill="hold" grpId="0" nodeType="withEffect">
                                  <p:stCondLst>
                                    <p:cond delay="670"/>
                                  </p:stCondLst>
                                  <p:childTnLst>
                                    <p:set>
                                      <p:cBhvr>
                                        <p:cTn id="30" dur="1" fill="hold">
                                          <p:stCondLst>
                                            <p:cond delay="0"/>
                                          </p:stCondLst>
                                        </p:cTn>
                                        <p:tgtEl>
                                          <p:spTgt spid="12"/>
                                        </p:tgtEl>
                                        <p:attrNameLst>
                                          <p:attrName>style.visibility</p:attrName>
                                        </p:attrNameLst>
                                      </p:cBhvr>
                                      <p:to>
                                        <p:strVal val="visible"/>
                                      </p:to>
                                    </p:set>
                                    <p:anim calcmode="lin" valueType="num">
                                      <p:cBhvr>
                                        <p:cTn id="31" dur="550" fill="hold"/>
                                        <p:tgtEl>
                                          <p:spTgt spid="12"/>
                                        </p:tgtEl>
                                        <p:attrNameLst>
                                          <p:attrName>ppt_w</p:attrName>
                                        </p:attrNameLst>
                                      </p:cBhvr>
                                      <p:tavLst>
                                        <p:tav tm="0">
                                          <p:val>
                                            <p:fltVal val="0"/>
                                          </p:val>
                                        </p:tav>
                                        <p:tav tm="100000">
                                          <p:val>
                                            <p:strVal val="#ppt_w"/>
                                          </p:val>
                                        </p:tav>
                                      </p:tavLst>
                                    </p:anim>
                                    <p:anim calcmode="lin" valueType="num">
                                      <p:cBhvr>
                                        <p:cTn id="32" dur="550" fill="hold"/>
                                        <p:tgtEl>
                                          <p:spTgt spid="12"/>
                                        </p:tgtEl>
                                        <p:attrNameLst>
                                          <p:attrName>ppt_h</p:attrName>
                                        </p:attrNameLst>
                                      </p:cBhvr>
                                      <p:tavLst>
                                        <p:tav tm="0">
                                          <p:val>
                                            <p:fltVal val="0"/>
                                          </p:val>
                                        </p:tav>
                                        <p:tav tm="100000">
                                          <p:val>
                                            <p:strVal val="#ppt_h"/>
                                          </p:val>
                                        </p:tav>
                                      </p:tavLst>
                                    </p:anim>
                                    <p:animEffect transition="in" filter="fade">
                                      <p:cBhvr>
                                        <p:cTn id="33" dur="550"/>
                                        <p:tgtEl>
                                          <p:spTgt spid="12"/>
                                        </p:tgtEl>
                                      </p:cBhvr>
                                    </p:animEffect>
                                  </p:childTnLst>
                                </p:cTn>
                              </p:par>
                              <p:par>
                                <p:cTn id="34" presetID="53" presetClass="entr" presetSubtype="16" fill="hold" nodeType="withEffect">
                                  <p:stCondLst>
                                    <p:cond delay="830"/>
                                  </p:stCondLst>
                                  <p:childTnLst>
                                    <p:set>
                                      <p:cBhvr>
                                        <p:cTn id="35" dur="1" fill="hold">
                                          <p:stCondLst>
                                            <p:cond delay="0"/>
                                          </p:stCondLst>
                                        </p:cTn>
                                        <p:tgtEl>
                                          <p:spTgt spid="13"/>
                                        </p:tgtEl>
                                        <p:attrNameLst>
                                          <p:attrName>style.visibility</p:attrName>
                                        </p:attrNameLst>
                                      </p:cBhvr>
                                      <p:to>
                                        <p:strVal val="visible"/>
                                      </p:to>
                                    </p:set>
                                    <p:anim calcmode="lin" valueType="num">
                                      <p:cBhvr>
                                        <p:cTn id="36" dur="550" fill="hold"/>
                                        <p:tgtEl>
                                          <p:spTgt spid="13"/>
                                        </p:tgtEl>
                                        <p:attrNameLst>
                                          <p:attrName>ppt_w</p:attrName>
                                        </p:attrNameLst>
                                      </p:cBhvr>
                                      <p:tavLst>
                                        <p:tav tm="0">
                                          <p:val>
                                            <p:fltVal val="0"/>
                                          </p:val>
                                        </p:tav>
                                        <p:tav tm="100000">
                                          <p:val>
                                            <p:strVal val="#ppt_w"/>
                                          </p:val>
                                        </p:tav>
                                      </p:tavLst>
                                    </p:anim>
                                    <p:anim calcmode="lin" valueType="num">
                                      <p:cBhvr>
                                        <p:cTn id="37" dur="550" fill="hold"/>
                                        <p:tgtEl>
                                          <p:spTgt spid="13"/>
                                        </p:tgtEl>
                                        <p:attrNameLst>
                                          <p:attrName>ppt_h</p:attrName>
                                        </p:attrNameLst>
                                      </p:cBhvr>
                                      <p:tavLst>
                                        <p:tav tm="0">
                                          <p:val>
                                            <p:fltVal val="0"/>
                                          </p:val>
                                        </p:tav>
                                        <p:tav tm="100000">
                                          <p:val>
                                            <p:strVal val="#ppt_h"/>
                                          </p:val>
                                        </p:tav>
                                      </p:tavLst>
                                    </p:anim>
                                    <p:animEffect transition="in" filter="fade">
                                      <p:cBhvr>
                                        <p:cTn id="38" dur="550"/>
                                        <p:tgtEl>
                                          <p:spTgt spid="13"/>
                                        </p:tgtEl>
                                      </p:cBhvr>
                                    </p:animEffect>
                                  </p:childTnLst>
                                </p:cTn>
                              </p:par>
                              <p:par>
                                <p:cTn id="39" presetID="53" presetClass="entr" presetSubtype="16" fill="hold" nodeType="withEffect">
                                  <p:stCondLst>
                                    <p:cond delay="830"/>
                                  </p:stCondLst>
                                  <p:childTnLst>
                                    <p:set>
                                      <p:cBhvr>
                                        <p:cTn id="40" dur="1" fill="hold">
                                          <p:stCondLst>
                                            <p:cond delay="0"/>
                                          </p:stCondLst>
                                        </p:cTn>
                                        <p:tgtEl>
                                          <p:spTgt spid="14"/>
                                        </p:tgtEl>
                                        <p:attrNameLst>
                                          <p:attrName>style.visibility</p:attrName>
                                        </p:attrNameLst>
                                      </p:cBhvr>
                                      <p:to>
                                        <p:strVal val="visible"/>
                                      </p:to>
                                    </p:set>
                                    <p:anim calcmode="lin" valueType="num">
                                      <p:cBhvr>
                                        <p:cTn id="41" dur="550" fill="hold"/>
                                        <p:tgtEl>
                                          <p:spTgt spid="14"/>
                                        </p:tgtEl>
                                        <p:attrNameLst>
                                          <p:attrName>ppt_w</p:attrName>
                                        </p:attrNameLst>
                                      </p:cBhvr>
                                      <p:tavLst>
                                        <p:tav tm="0">
                                          <p:val>
                                            <p:fltVal val="0"/>
                                          </p:val>
                                        </p:tav>
                                        <p:tav tm="100000">
                                          <p:val>
                                            <p:strVal val="#ppt_w"/>
                                          </p:val>
                                        </p:tav>
                                      </p:tavLst>
                                    </p:anim>
                                    <p:anim calcmode="lin" valueType="num">
                                      <p:cBhvr>
                                        <p:cTn id="42" dur="550" fill="hold"/>
                                        <p:tgtEl>
                                          <p:spTgt spid="14"/>
                                        </p:tgtEl>
                                        <p:attrNameLst>
                                          <p:attrName>ppt_h</p:attrName>
                                        </p:attrNameLst>
                                      </p:cBhvr>
                                      <p:tavLst>
                                        <p:tav tm="0">
                                          <p:val>
                                            <p:fltVal val="0"/>
                                          </p:val>
                                        </p:tav>
                                        <p:tav tm="100000">
                                          <p:val>
                                            <p:strVal val="#ppt_h"/>
                                          </p:val>
                                        </p:tav>
                                      </p:tavLst>
                                    </p:anim>
                                    <p:animEffect transition="in" filter="fade">
                                      <p:cBhvr>
                                        <p:cTn id="43" dur="550"/>
                                        <p:tgtEl>
                                          <p:spTgt spid="14"/>
                                        </p:tgtEl>
                                      </p:cBhvr>
                                    </p:animEffect>
                                  </p:childTnLst>
                                </p:cTn>
                              </p:par>
                              <p:par>
                                <p:cTn id="44" presetID="53" presetClass="entr" presetSubtype="16" fill="hold" grpId="0" nodeType="withEffect">
                                  <p:stCondLst>
                                    <p:cond delay="830"/>
                                  </p:stCondLst>
                                  <p:childTnLst>
                                    <p:set>
                                      <p:cBhvr>
                                        <p:cTn id="45" dur="1" fill="hold">
                                          <p:stCondLst>
                                            <p:cond delay="0"/>
                                          </p:stCondLst>
                                        </p:cTn>
                                        <p:tgtEl>
                                          <p:spTgt spid="15"/>
                                        </p:tgtEl>
                                        <p:attrNameLst>
                                          <p:attrName>style.visibility</p:attrName>
                                        </p:attrNameLst>
                                      </p:cBhvr>
                                      <p:to>
                                        <p:strVal val="visible"/>
                                      </p:to>
                                    </p:set>
                                    <p:anim calcmode="lin" valueType="num">
                                      <p:cBhvr>
                                        <p:cTn id="46" dur="550" fill="hold"/>
                                        <p:tgtEl>
                                          <p:spTgt spid="15"/>
                                        </p:tgtEl>
                                        <p:attrNameLst>
                                          <p:attrName>ppt_w</p:attrName>
                                        </p:attrNameLst>
                                      </p:cBhvr>
                                      <p:tavLst>
                                        <p:tav tm="0">
                                          <p:val>
                                            <p:fltVal val="0"/>
                                          </p:val>
                                        </p:tav>
                                        <p:tav tm="100000">
                                          <p:val>
                                            <p:strVal val="#ppt_w"/>
                                          </p:val>
                                        </p:tav>
                                      </p:tavLst>
                                    </p:anim>
                                    <p:anim calcmode="lin" valueType="num">
                                      <p:cBhvr>
                                        <p:cTn id="47" dur="550" fill="hold"/>
                                        <p:tgtEl>
                                          <p:spTgt spid="15"/>
                                        </p:tgtEl>
                                        <p:attrNameLst>
                                          <p:attrName>ppt_h</p:attrName>
                                        </p:attrNameLst>
                                      </p:cBhvr>
                                      <p:tavLst>
                                        <p:tav tm="0">
                                          <p:val>
                                            <p:fltVal val="0"/>
                                          </p:val>
                                        </p:tav>
                                        <p:tav tm="100000">
                                          <p:val>
                                            <p:strVal val="#ppt_h"/>
                                          </p:val>
                                        </p:tav>
                                      </p:tavLst>
                                    </p:anim>
                                    <p:animEffect transition="in" filter="fade">
                                      <p:cBhvr>
                                        <p:cTn id="48" dur="550"/>
                                        <p:tgtEl>
                                          <p:spTgt spid="15"/>
                                        </p:tgtEl>
                                      </p:cBhvr>
                                    </p:animEffect>
                                  </p:childTnLst>
                                </p:cTn>
                              </p:par>
                              <p:par>
                                <p:cTn id="49" presetID="53" presetClass="entr" presetSubtype="16" fill="hold" nodeType="withEffect">
                                  <p:stCondLst>
                                    <p:cond delay="990"/>
                                  </p:stCondLst>
                                  <p:childTnLst>
                                    <p:set>
                                      <p:cBhvr>
                                        <p:cTn id="50" dur="1" fill="hold">
                                          <p:stCondLst>
                                            <p:cond delay="0"/>
                                          </p:stCondLst>
                                        </p:cTn>
                                        <p:tgtEl>
                                          <p:spTgt spid="16"/>
                                        </p:tgtEl>
                                        <p:attrNameLst>
                                          <p:attrName>style.visibility</p:attrName>
                                        </p:attrNameLst>
                                      </p:cBhvr>
                                      <p:to>
                                        <p:strVal val="visible"/>
                                      </p:to>
                                    </p:set>
                                    <p:anim calcmode="lin" valueType="num">
                                      <p:cBhvr>
                                        <p:cTn id="51" dur="550" fill="hold"/>
                                        <p:tgtEl>
                                          <p:spTgt spid="16"/>
                                        </p:tgtEl>
                                        <p:attrNameLst>
                                          <p:attrName>ppt_w</p:attrName>
                                        </p:attrNameLst>
                                      </p:cBhvr>
                                      <p:tavLst>
                                        <p:tav tm="0">
                                          <p:val>
                                            <p:fltVal val="0"/>
                                          </p:val>
                                        </p:tav>
                                        <p:tav tm="100000">
                                          <p:val>
                                            <p:strVal val="#ppt_w"/>
                                          </p:val>
                                        </p:tav>
                                      </p:tavLst>
                                    </p:anim>
                                    <p:anim calcmode="lin" valueType="num">
                                      <p:cBhvr>
                                        <p:cTn id="52" dur="550" fill="hold"/>
                                        <p:tgtEl>
                                          <p:spTgt spid="16"/>
                                        </p:tgtEl>
                                        <p:attrNameLst>
                                          <p:attrName>ppt_h</p:attrName>
                                        </p:attrNameLst>
                                      </p:cBhvr>
                                      <p:tavLst>
                                        <p:tav tm="0">
                                          <p:val>
                                            <p:fltVal val="0"/>
                                          </p:val>
                                        </p:tav>
                                        <p:tav tm="100000">
                                          <p:val>
                                            <p:strVal val="#ppt_h"/>
                                          </p:val>
                                        </p:tav>
                                      </p:tavLst>
                                    </p:anim>
                                    <p:animEffect transition="in" filter="fade">
                                      <p:cBhvr>
                                        <p:cTn id="53" dur="550"/>
                                        <p:tgtEl>
                                          <p:spTgt spid="16"/>
                                        </p:tgtEl>
                                      </p:cBhvr>
                                    </p:animEffect>
                                  </p:childTnLst>
                                </p:cTn>
                              </p:par>
                              <p:par>
                                <p:cTn id="54" presetID="53" presetClass="entr" presetSubtype="16" fill="hold" nodeType="withEffect">
                                  <p:stCondLst>
                                    <p:cond delay="990"/>
                                  </p:stCondLst>
                                  <p:childTnLst>
                                    <p:set>
                                      <p:cBhvr>
                                        <p:cTn id="55" dur="1" fill="hold">
                                          <p:stCondLst>
                                            <p:cond delay="0"/>
                                          </p:stCondLst>
                                        </p:cTn>
                                        <p:tgtEl>
                                          <p:spTgt spid="17"/>
                                        </p:tgtEl>
                                        <p:attrNameLst>
                                          <p:attrName>style.visibility</p:attrName>
                                        </p:attrNameLst>
                                      </p:cBhvr>
                                      <p:to>
                                        <p:strVal val="visible"/>
                                      </p:to>
                                    </p:set>
                                    <p:anim calcmode="lin" valueType="num">
                                      <p:cBhvr>
                                        <p:cTn id="56" dur="550" fill="hold"/>
                                        <p:tgtEl>
                                          <p:spTgt spid="17"/>
                                        </p:tgtEl>
                                        <p:attrNameLst>
                                          <p:attrName>ppt_w</p:attrName>
                                        </p:attrNameLst>
                                      </p:cBhvr>
                                      <p:tavLst>
                                        <p:tav tm="0">
                                          <p:val>
                                            <p:fltVal val="0"/>
                                          </p:val>
                                        </p:tav>
                                        <p:tav tm="100000">
                                          <p:val>
                                            <p:strVal val="#ppt_w"/>
                                          </p:val>
                                        </p:tav>
                                      </p:tavLst>
                                    </p:anim>
                                    <p:anim calcmode="lin" valueType="num">
                                      <p:cBhvr>
                                        <p:cTn id="57" dur="550" fill="hold"/>
                                        <p:tgtEl>
                                          <p:spTgt spid="17"/>
                                        </p:tgtEl>
                                        <p:attrNameLst>
                                          <p:attrName>ppt_h</p:attrName>
                                        </p:attrNameLst>
                                      </p:cBhvr>
                                      <p:tavLst>
                                        <p:tav tm="0">
                                          <p:val>
                                            <p:fltVal val="0"/>
                                          </p:val>
                                        </p:tav>
                                        <p:tav tm="100000">
                                          <p:val>
                                            <p:strVal val="#ppt_h"/>
                                          </p:val>
                                        </p:tav>
                                      </p:tavLst>
                                    </p:anim>
                                    <p:animEffect transition="in" filter="fade">
                                      <p:cBhvr>
                                        <p:cTn id="58" dur="550"/>
                                        <p:tgtEl>
                                          <p:spTgt spid="17"/>
                                        </p:tgtEl>
                                      </p:cBhvr>
                                    </p:animEffect>
                                  </p:childTnLst>
                                </p:cTn>
                              </p:par>
                              <p:par>
                                <p:cTn id="59" presetID="53" presetClass="entr" presetSubtype="16" fill="hold" grpId="0" nodeType="withEffect">
                                  <p:stCondLst>
                                    <p:cond delay="990"/>
                                  </p:stCondLst>
                                  <p:childTnLst>
                                    <p:set>
                                      <p:cBhvr>
                                        <p:cTn id="60" dur="1" fill="hold">
                                          <p:stCondLst>
                                            <p:cond delay="0"/>
                                          </p:stCondLst>
                                        </p:cTn>
                                        <p:tgtEl>
                                          <p:spTgt spid="18"/>
                                        </p:tgtEl>
                                        <p:attrNameLst>
                                          <p:attrName>style.visibility</p:attrName>
                                        </p:attrNameLst>
                                      </p:cBhvr>
                                      <p:to>
                                        <p:strVal val="visible"/>
                                      </p:to>
                                    </p:set>
                                    <p:anim calcmode="lin" valueType="num">
                                      <p:cBhvr>
                                        <p:cTn id="61" dur="550" fill="hold"/>
                                        <p:tgtEl>
                                          <p:spTgt spid="18"/>
                                        </p:tgtEl>
                                        <p:attrNameLst>
                                          <p:attrName>ppt_w</p:attrName>
                                        </p:attrNameLst>
                                      </p:cBhvr>
                                      <p:tavLst>
                                        <p:tav tm="0">
                                          <p:val>
                                            <p:fltVal val="0"/>
                                          </p:val>
                                        </p:tav>
                                        <p:tav tm="100000">
                                          <p:val>
                                            <p:strVal val="#ppt_w"/>
                                          </p:val>
                                        </p:tav>
                                      </p:tavLst>
                                    </p:anim>
                                    <p:anim calcmode="lin" valueType="num">
                                      <p:cBhvr>
                                        <p:cTn id="62" dur="550" fill="hold"/>
                                        <p:tgtEl>
                                          <p:spTgt spid="18"/>
                                        </p:tgtEl>
                                        <p:attrNameLst>
                                          <p:attrName>ppt_h</p:attrName>
                                        </p:attrNameLst>
                                      </p:cBhvr>
                                      <p:tavLst>
                                        <p:tav tm="0">
                                          <p:val>
                                            <p:fltVal val="0"/>
                                          </p:val>
                                        </p:tav>
                                        <p:tav tm="100000">
                                          <p:val>
                                            <p:strVal val="#ppt_h"/>
                                          </p:val>
                                        </p:tav>
                                      </p:tavLst>
                                    </p:anim>
                                    <p:animEffect transition="in" filter="fade">
                                      <p:cBhvr>
                                        <p:cTn id="63" dur="5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15" grpId="0" animBg="1"/>
      <p:bldP spid="1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Glow" descr="assets/glow_soft.png"/>
          <p:cNvPicPr>
            <a:picLocks noChangeAspect="1"/>
          </p:cNvPicPr>
          <p:nvPr/>
        </p:nvPicPr>
        <p:blipFill>
          <a:blip r:embed="rId4"/>
          <a:stretch>
            <a:fillRect/>
          </a:stretch>
        </p:blipFill>
        <p:spPr>
          <a:xfrm>
            <a:off x="9767621" y="-371246"/>
            <a:ext cx="2743200" cy="2743200"/>
          </a:xfrm>
          <a:prstGeom prst="rect">
            <a:avLst/>
          </a:prstGeom>
        </p:spPr>
      </p:pic>
      <p:sp>
        <p:nvSpPr>
          <p:cNvPr id="3" name="Text 0"/>
          <p:cNvSpPr txBox="1"/>
          <p:nvPr/>
        </p:nvSpPr>
        <p:spPr>
          <a:xfrm>
            <a:off x="548640" y="274320"/>
            <a:ext cx="9692640" cy="256032"/>
          </a:xfrm>
          <a:prstGeom prst="rect">
            <a:avLst/>
          </a:prstGeom>
          <a:noFill/>
          <a:ln/>
        </p:spPr>
        <p:txBody>
          <a:bodyPr wrap="square" lIns="0" tIns="0" rIns="0" bIns="0" rtlCol="0" anchor="t"/>
          <a:lstStyle/>
          <a:p>
            <a:pPr marL="0" indent="0">
              <a:buNone/>
            </a:pPr>
            <a:r>
              <a:rPr lang="en-US" sz="950" i="1" dirty="0">
                <a:solidFill>
                  <a:srgbClr val="6E6A85"/>
                </a:solidFill>
                <a:latin typeface="Segoe UI" pitchFamily="34" charset="0"/>
                <a:ea typeface="Segoe UI" pitchFamily="34" charset="-122"/>
                <a:cs typeface="Segoe UI" pitchFamily="34" charset="-120"/>
              </a:rPr>
              <a:t>Mise en place d’une plateforme intelligente d’assistance au dépannage et de mise en relation avec des techniciens</a:t>
            </a:r>
            <a:endParaRPr lang="en-US" sz="950" dirty="0"/>
          </a:p>
        </p:txBody>
      </p:sp>
      <p:sp>
        <p:nvSpPr>
          <p:cNvPr id="4" name="!!Kicker"/>
          <p:cNvSpPr txBox="1"/>
          <p:nvPr/>
        </p:nvSpPr>
        <p:spPr>
          <a:xfrm>
            <a:off x="548640" y="713232"/>
            <a:ext cx="9692640" cy="274320"/>
          </a:xfrm>
          <a:prstGeom prst="rect">
            <a:avLst/>
          </a:prstGeom>
          <a:noFill/>
          <a:ln/>
        </p:spPr>
        <p:txBody>
          <a:bodyPr wrap="square" lIns="0" tIns="0" rIns="0" bIns="0" rtlCol="0" anchor="t"/>
          <a:lstStyle/>
          <a:p>
            <a:pPr marL="0" indent="0">
              <a:buNone/>
            </a:pPr>
            <a:r>
              <a:rPr lang="en-US" sz="1100" b="1" kern="0" spc="200" dirty="0">
                <a:solidFill>
                  <a:srgbClr val="5B2FD6"/>
                </a:solidFill>
                <a:latin typeface="Segoe UI" pitchFamily="34" charset="0"/>
                <a:ea typeface="Segoe UI" pitchFamily="34" charset="-122"/>
                <a:cs typeface="Segoe UI" pitchFamily="34" charset="-120"/>
              </a:rPr>
              <a:t>03 · SOLUTION PROPOSÉE</a:t>
            </a:r>
            <a:endParaRPr lang="en-US" sz="1100" dirty="0"/>
          </a:p>
        </p:txBody>
      </p:sp>
      <p:sp>
        <p:nvSpPr>
          <p:cNvPr id="5" name="!!Title"/>
          <p:cNvSpPr txBox="1"/>
          <p:nvPr/>
        </p:nvSpPr>
        <p:spPr>
          <a:xfrm>
            <a:off x="548640" y="987552"/>
            <a:ext cx="9692640" cy="658368"/>
          </a:xfrm>
          <a:prstGeom prst="rect">
            <a:avLst/>
          </a:prstGeom>
          <a:noFill/>
          <a:ln/>
        </p:spPr>
        <p:txBody>
          <a:bodyPr wrap="square" lIns="0" tIns="0" rIns="0" bIns="0" rtlCol="0" anchor="ctr"/>
          <a:lstStyle/>
          <a:p>
            <a:pPr marL="0" indent="0">
              <a:buNone/>
            </a:pPr>
            <a:r>
              <a:rPr lang="en-US" sz="2800" dirty="0">
                <a:solidFill>
                  <a:srgbClr val="17132E"/>
                </a:solidFill>
                <a:latin typeface="Segoe UI Semibold" pitchFamily="34" charset="0"/>
                <a:ea typeface="Segoe UI Semibold" pitchFamily="34" charset="-122"/>
                <a:cs typeface="Segoe UI Semibold" pitchFamily="34" charset="-120"/>
              </a:rPr>
              <a:t>Notre réponse : une plateforme intelligente</a:t>
            </a:r>
            <a:endParaRPr lang="en-US" sz="2800" dirty="0"/>
          </a:p>
        </p:txBody>
      </p:sp>
      <p:sp>
        <p:nvSpPr>
          <p:cNvPr id="6" name="S10_A00_zoom_142"/>
          <p:cNvSpPr/>
          <p:nvPr/>
        </p:nvSpPr>
        <p:spPr>
          <a:xfrm>
            <a:off x="548640" y="1828800"/>
            <a:ext cx="3931920" cy="4343400"/>
          </a:xfrm>
          <a:prstGeom prst="roundRect">
            <a:avLst>
              <a:gd name="adj" fmla="val 3721"/>
            </a:avLst>
          </a:prstGeom>
          <a:solidFill>
            <a:srgbClr val="F3EFFF"/>
          </a:solidFill>
          <a:ln w="12700">
            <a:solidFill>
              <a:srgbClr val="C9B8FF"/>
            </a:solidFill>
            <a:prstDash val="solid"/>
          </a:ln>
        </p:spPr>
      </p:sp>
      <p:sp>
        <p:nvSpPr>
          <p:cNvPr id="7" name="S10_A00_zoom_143"/>
          <p:cNvSpPr txBox="1"/>
          <p:nvPr/>
        </p:nvSpPr>
        <p:spPr>
          <a:xfrm>
            <a:off x="822960" y="2103120"/>
            <a:ext cx="3383280" cy="256032"/>
          </a:xfrm>
          <a:prstGeom prst="rect">
            <a:avLst/>
          </a:prstGeom>
          <a:noFill/>
          <a:ln/>
        </p:spPr>
        <p:txBody>
          <a:bodyPr wrap="square" lIns="0" tIns="0" rIns="0" bIns="0" rtlCol="0" anchor="t"/>
          <a:lstStyle/>
          <a:p>
            <a:pPr marL="0" indent="0">
              <a:buNone/>
            </a:pPr>
            <a:r>
              <a:rPr lang="en-US" sz="1000" b="1" kern="0" spc="200" dirty="0">
                <a:solidFill>
                  <a:srgbClr val="5B2FD6"/>
                </a:solidFill>
                <a:latin typeface="Segoe UI" pitchFamily="34" charset="0"/>
                <a:ea typeface="Segoe UI" pitchFamily="34" charset="-122"/>
                <a:cs typeface="Segoe UI" pitchFamily="34" charset="-120"/>
              </a:rPr>
              <a:t>LA SOLUTION</a:t>
            </a:r>
            <a:endParaRPr lang="en-US" sz="1000" dirty="0"/>
          </a:p>
        </p:txBody>
      </p:sp>
      <p:sp>
        <p:nvSpPr>
          <p:cNvPr id="8" name="S10_A00_zoom_144"/>
          <p:cNvSpPr txBox="1"/>
          <p:nvPr/>
        </p:nvSpPr>
        <p:spPr>
          <a:xfrm>
            <a:off x="822960" y="2423160"/>
            <a:ext cx="3429000" cy="2103120"/>
          </a:xfrm>
          <a:prstGeom prst="rect">
            <a:avLst/>
          </a:prstGeom>
          <a:noFill/>
          <a:ln/>
        </p:spPr>
        <p:txBody>
          <a:bodyPr wrap="square" lIns="0" tIns="0" rIns="0" bIns="0" rtlCol="0" anchor="t"/>
          <a:lstStyle/>
          <a:p>
            <a:pPr marL="0" indent="0">
              <a:lnSpc>
                <a:spcPct val="105000"/>
              </a:lnSpc>
              <a:buNone/>
            </a:pPr>
            <a:r>
              <a:rPr lang="en-US" sz="1900" dirty="0">
                <a:solidFill>
                  <a:srgbClr val="17132E"/>
                </a:solidFill>
                <a:latin typeface="Segoe UI Semibold" pitchFamily="34" charset="0"/>
                <a:ea typeface="Segoe UI Semibold" pitchFamily="34" charset="-122"/>
                <a:cs typeface="Segoe UI Semibold" pitchFamily="34" charset="-120"/>
              </a:rPr>
              <a:t>Mise en place d’une plateforme intelligente d’assistance au dépannage et de mise en relation avec des techniciens</a:t>
            </a:r>
            <a:endParaRPr lang="en-US" sz="1900" dirty="0"/>
          </a:p>
        </p:txBody>
      </p:sp>
      <p:sp>
        <p:nvSpPr>
          <p:cNvPr id="9" name="S10_A00_zoom_145"/>
          <p:cNvSpPr txBox="1"/>
          <p:nvPr/>
        </p:nvSpPr>
        <p:spPr>
          <a:xfrm>
            <a:off x="822960" y="4663440"/>
            <a:ext cx="3429000" cy="1188720"/>
          </a:xfrm>
          <a:prstGeom prst="rect">
            <a:avLst/>
          </a:prstGeom>
          <a:noFill/>
          <a:ln/>
        </p:spPr>
        <p:txBody>
          <a:bodyPr wrap="square" lIns="0" tIns="0" rIns="0" bIns="0" rtlCol="0" anchor="t"/>
          <a:lstStyle/>
          <a:p>
            <a:pPr marL="0" indent="0">
              <a:lnSpc>
                <a:spcPct val="110000"/>
              </a:lnSpc>
              <a:buNone/>
            </a:pPr>
            <a:r>
              <a:rPr lang="en-US" sz="1200" dirty="0">
                <a:solidFill>
                  <a:srgbClr val="3E3A56"/>
                </a:solidFill>
                <a:latin typeface="Segoe UI" pitchFamily="34" charset="0"/>
                <a:ea typeface="Segoe UI" pitchFamily="34" charset="-122"/>
                <a:cs typeface="Segoe UI" pitchFamily="34" charset="-120"/>
              </a:rPr>
              <a:t>De la description de la panne jusqu’au paiement et à l’évaluation du technicien, tout se fait dans une seule application.</a:t>
            </a:r>
            <a:endParaRPr lang="en-US" sz="1200" dirty="0"/>
          </a:p>
        </p:txBody>
      </p:sp>
      <p:sp>
        <p:nvSpPr>
          <p:cNvPr id="10" name="S10_A01_rise_146"/>
          <p:cNvSpPr/>
          <p:nvPr/>
        </p:nvSpPr>
        <p:spPr>
          <a:xfrm>
            <a:off x="4754880" y="1828800"/>
            <a:ext cx="3227832" cy="2103120"/>
          </a:xfrm>
          <a:prstGeom prst="roundRect">
            <a:avLst>
              <a:gd name="adj" fmla="val 6957"/>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11" name="S10_A01_rise_147"/>
          <p:cNvSpPr/>
          <p:nvPr/>
        </p:nvSpPr>
        <p:spPr>
          <a:xfrm>
            <a:off x="5029200" y="2103120"/>
            <a:ext cx="685800" cy="685800"/>
          </a:xfrm>
          <a:prstGeom prst="ellipse">
            <a:avLst/>
          </a:prstGeom>
          <a:solidFill>
            <a:srgbClr val="EEE9FD"/>
          </a:solidFill>
          <a:ln w="9525">
            <a:solidFill>
              <a:srgbClr val="D6CCFA"/>
            </a:solidFill>
            <a:prstDash val="solid"/>
          </a:ln>
        </p:spPr>
      </p:sp>
      <p:pic>
        <p:nvPicPr>
          <p:cNvPr id="12" name="S10_A01_rise_148" descr="preencoded.png"/>
          <p:cNvPicPr>
            <a:picLocks noChangeAspect="1"/>
          </p:cNvPicPr>
          <p:nvPr/>
        </p:nvPicPr>
        <p:blipFill>
          <a:blip r:embed="rId5"/>
          <a:stretch>
            <a:fillRect/>
          </a:stretch>
        </p:blipFill>
        <p:spPr>
          <a:xfrm>
            <a:off x="5207508" y="2281428"/>
            <a:ext cx="329184" cy="329184"/>
          </a:xfrm>
          <a:prstGeom prst="rect">
            <a:avLst/>
          </a:prstGeom>
        </p:spPr>
      </p:pic>
      <p:sp>
        <p:nvSpPr>
          <p:cNvPr id="13" name="S10_A01_rise_149"/>
          <p:cNvSpPr txBox="1"/>
          <p:nvPr/>
        </p:nvSpPr>
        <p:spPr>
          <a:xfrm>
            <a:off x="5029200" y="2880360"/>
            <a:ext cx="2743200" cy="320040"/>
          </a:xfrm>
          <a:prstGeom prst="rect">
            <a:avLst/>
          </a:prstGeom>
          <a:noFill/>
          <a:ln/>
        </p:spPr>
        <p:txBody>
          <a:bodyPr wrap="square" lIns="0" tIns="0" rIns="0" bIns="0" rtlCol="0" anchor="t"/>
          <a:lstStyle/>
          <a:p>
            <a:pPr marL="0" indent="0">
              <a:buNone/>
            </a:pPr>
            <a:r>
              <a:rPr lang="en-US" sz="1450" dirty="0">
                <a:solidFill>
                  <a:srgbClr val="17132E"/>
                </a:solidFill>
                <a:latin typeface="Segoe UI Semibold" pitchFamily="34" charset="0"/>
                <a:ea typeface="Segoe UI Semibold" pitchFamily="34" charset="-122"/>
                <a:cs typeface="Segoe UI Semibold" pitchFamily="34" charset="-120"/>
              </a:rPr>
              <a:t>Diagnostic assisté par IA</a:t>
            </a:r>
            <a:endParaRPr lang="en-US" sz="1450" dirty="0"/>
          </a:p>
        </p:txBody>
      </p:sp>
      <p:sp>
        <p:nvSpPr>
          <p:cNvPr id="14" name="S10_A01_rise_150"/>
          <p:cNvSpPr txBox="1"/>
          <p:nvPr/>
        </p:nvSpPr>
        <p:spPr>
          <a:xfrm>
            <a:off x="5029200" y="3218688"/>
            <a:ext cx="2743200" cy="640080"/>
          </a:xfrm>
          <a:prstGeom prst="rect">
            <a:avLst/>
          </a:prstGeom>
          <a:noFill/>
          <a:ln/>
        </p:spPr>
        <p:txBody>
          <a:bodyPr wrap="square" lIns="0" tIns="0" rIns="0" bIns="0" rtlCol="0" anchor="t"/>
          <a:lstStyle/>
          <a:p>
            <a:pPr marL="0" indent="0">
              <a:buNone/>
            </a:pPr>
            <a:r>
              <a:rPr lang="en-US" sz="1100" dirty="0">
                <a:solidFill>
                  <a:srgbClr val="3E3A56"/>
                </a:solidFill>
                <a:latin typeface="Segoe UI" pitchFamily="34" charset="0"/>
                <a:ea typeface="Segoe UI" pitchFamily="34" charset="-122"/>
                <a:cs typeface="Segoe UI" pitchFamily="34" charset="-120"/>
              </a:rPr>
              <a:t>L’IA (Groq) analyse la description de la panne et propose un pré-diagnostic.</a:t>
            </a:r>
            <a:endParaRPr lang="en-US" sz="1100" dirty="0"/>
          </a:p>
        </p:txBody>
      </p:sp>
      <p:sp>
        <p:nvSpPr>
          <p:cNvPr id="15" name="S10_A02_rise_151"/>
          <p:cNvSpPr/>
          <p:nvPr/>
        </p:nvSpPr>
        <p:spPr>
          <a:xfrm>
            <a:off x="8229600" y="1828800"/>
            <a:ext cx="3227832" cy="2103120"/>
          </a:xfrm>
          <a:prstGeom prst="roundRect">
            <a:avLst>
              <a:gd name="adj" fmla="val 6957"/>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16" name="S10_A02_rise_152"/>
          <p:cNvSpPr/>
          <p:nvPr/>
        </p:nvSpPr>
        <p:spPr>
          <a:xfrm>
            <a:off x="8503920" y="2103120"/>
            <a:ext cx="685800" cy="685800"/>
          </a:xfrm>
          <a:prstGeom prst="ellipse">
            <a:avLst/>
          </a:prstGeom>
          <a:solidFill>
            <a:srgbClr val="EEE9FD"/>
          </a:solidFill>
          <a:ln w="9525">
            <a:solidFill>
              <a:srgbClr val="D6CCFA"/>
            </a:solidFill>
            <a:prstDash val="solid"/>
          </a:ln>
        </p:spPr>
      </p:sp>
      <p:pic>
        <p:nvPicPr>
          <p:cNvPr id="17" name="S10_A02_rise_153" descr="preencoded.png"/>
          <p:cNvPicPr>
            <a:picLocks noChangeAspect="1"/>
          </p:cNvPicPr>
          <p:nvPr/>
        </p:nvPicPr>
        <p:blipFill>
          <a:blip r:embed="rId6"/>
          <a:stretch>
            <a:fillRect/>
          </a:stretch>
        </p:blipFill>
        <p:spPr>
          <a:xfrm>
            <a:off x="8682228" y="2281428"/>
            <a:ext cx="329184" cy="329184"/>
          </a:xfrm>
          <a:prstGeom prst="rect">
            <a:avLst/>
          </a:prstGeom>
        </p:spPr>
      </p:pic>
      <p:sp>
        <p:nvSpPr>
          <p:cNvPr id="18" name="S10_A02_rise_154"/>
          <p:cNvSpPr txBox="1"/>
          <p:nvPr/>
        </p:nvSpPr>
        <p:spPr>
          <a:xfrm>
            <a:off x="8503920" y="2880360"/>
            <a:ext cx="2743200" cy="320040"/>
          </a:xfrm>
          <a:prstGeom prst="rect">
            <a:avLst/>
          </a:prstGeom>
          <a:noFill/>
          <a:ln/>
        </p:spPr>
        <p:txBody>
          <a:bodyPr wrap="square" lIns="0" tIns="0" rIns="0" bIns="0" rtlCol="0" anchor="t"/>
          <a:lstStyle/>
          <a:p>
            <a:pPr marL="0" indent="0">
              <a:buNone/>
            </a:pPr>
            <a:r>
              <a:rPr lang="en-US" sz="1450" dirty="0">
                <a:solidFill>
                  <a:srgbClr val="17132E"/>
                </a:solidFill>
                <a:latin typeface="Segoe UI Semibold" pitchFamily="34" charset="0"/>
                <a:ea typeface="Segoe UI Semibold" pitchFamily="34" charset="-122"/>
                <a:cs typeface="Segoe UI Semibold" pitchFamily="34" charset="-120"/>
              </a:rPr>
              <a:t>Mise en relation géolocalisée</a:t>
            </a:r>
            <a:endParaRPr lang="en-US" sz="1450" dirty="0"/>
          </a:p>
        </p:txBody>
      </p:sp>
      <p:sp>
        <p:nvSpPr>
          <p:cNvPr id="19" name="S10_A02_rise_155"/>
          <p:cNvSpPr txBox="1"/>
          <p:nvPr/>
        </p:nvSpPr>
        <p:spPr>
          <a:xfrm>
            <a:off x="8503920" y="3218688"/>
            <a:ext cx="2743200" cy="640080"/>
          </a:xfrm>
          <a:prstGeom prst="rect">
            <a:avLst/>
          </a:prstGeom>
          <a:noFill/>
          <a:ln/>
        </p:spPr>
        <p:txBody>
          <a:bodyPr wrap="square" lIns="0" tIns="0" rIns="0" bIns="0" rtlCol="0" anchor="t"/>
          <a:lstStyle/>
          <a:p>
            <a:pPr marL="0" indent="0">
              <a:buNone/>
            </a:pPr>
            <a:r>
              <a:rPr lang="en-US" sz="1100" dirty="0">
                <a:solidFill>
                  <a:srgbClr val="3E3A56"/>
                </a:solidFill>
                <a:latin typeface="Segoe UI" pitchFamily="34" charset="0"/>
                <a:ea typeface="Segoe UI" pitchFamily="34" charset="-122"/>
                <a:cs typeface="Segoe UI" pitchFamily="34" charset="-120"/>
              </a:rPr>
              <a:t>Le client trouve le technicien qualifié le plus proche, selon sa spécialité et sa zone.</a:t>
            </a:r>
            <a:endParaRPr lang="en-US" sz="1100" dirty="0"/>
          </a:p>
        </p:txBody>
      </p:sp>
      <p:sp>
        <p:nvSpPr>
          <p:cNvPr id="20" name="S10_A03_rise_156"/>
          <p:cNvSpPr/>
          <p:nvPr/>
        </p:nvSpPr>
        <p:spPr>
          <a:xfrm>
            <a:off x="4754880" y="4069080"/>
            <a:ext cx="3227832" cy="2103120"/>
          </a:xfrm>
          <a:prstGeom prst="roundRect">
            <a:avLst>
              <a:gd name="adj" fmla="val 6957"/>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21" name="S10_A03_rise_157"/>
          <p:cNvSpPr/>
          <p:nvPr/>
        </p:nvSpPr>
        <p:spPr>
          <a:xfrm>
            <a:off x="5029200" y="4343400"/>
            <a:ext cx="685800" cy="685800"/>
          </a:xfrm>
          <a:prstGeom prst="ellipse">
            <a:avLst/>
          </a:prstGeom>
          <a:solidFill>
            <a:srgbClr val="EEE9FD"/>
          </a:solidFill>
          <a:ln w="9525">
            <a:solidFill>
              <a:srgbClr val="D6CCFA"/>
            </a:solidFill>
            <a:prstDash val="solid"/>
          </a:ln>
        </p:spPr>
      </p:sp>
      <p:pic>
        <p:nvPicPr>
          <p:cNvPr id="22" name="S10_A03_rise_158" descr="preencoded.png"/>
          <p:cNvPicPr>
            <a:picLocks noChangeAspect="1"/>
          </p:cNvPicPr>
          <p:nvPr/>
        </p:nvPicPr>
        <p:blipFill>
          <a:blip r:embed="rId7"/>
          <a:stretch>
            <a:fillRect/>
          </a:stretch>
        </p:blipFill>
        <p:spPr>
          <a:xfrm>
            <a:off x="5207508" y="4521708"/>
            <a:ext cx="329184" cy="329184"/>
          </a:xfrm>
          <a:prstGeom prst="rect">
            <a:avLst/>
          </a:prstGeom>
        </p:spPr>
      </p:pic>
      <p:sp>
        <p:nvSpPr>
          <p:cNvPr id="23" name="S10_A03_rise_159"/>
          <p:cNvSpPr txBox="1"/>
          <p:nvPr/>
        </p:nvSpPr>
        <p:spPr>
          <a:xfrm>
            <a:off x="5029200" y="5120640"/>
            <a:ext cx="2743200" cy="320040"/>
          </a:xfrm>
          <a:prstGeom prst="rect">
            <a:avLst/>
          </a:prstGeom>
          <a:noFill/>
          <a:ln/>
        </p:spPr>
        <p:txBody>
          <a:bodyPr wrap="square" lIns="0" tIns="0" rIns="0" bIns="0" rtlCol="0" anchor="t"/>
          <a:lstStyle/>
          <a:p>
            <a:pPr marL="0" indent="0">
              <a:buNone/>
            </a:pPr>
            <a:r>
              <a:rPr lang="en-US" sz="1450" dirty="0">
                <a:solidFill>
                  <a:srgbClr val="17132E"/>
                </a:solidFill>
                <a:latin typeface="Segoe UI Semibold" pitchFamily="34" charset="0"/>
                <a:ea typeface="Segoe UI Semibold" pitchFamily="34" charset="-122"/>
                <a:cs typeface="Segoe UI Semibold" pitchFamily="34" charset="-120"/>
              </a:rPr>
              <a:t>Devis et paiement mobile</a:t>
            </a:r>
            <a:endParaRPr lang="en-US" sz="1450" dirty="0"/>
          </a:p>
        </p:txBody>
      </p:sp>
      <p:sp>
        <p:nvSpPr>
          <p:cNvPr id="24" name="S10_A03_rise_160"/>
          <p:cNvSpPr txBox="1"/>
          <p:nvPr/>
        </p:nvSpPr>
        <p:spPr>
          <a:xfrm>
            <a:off x="5029200" y="5458968"/>
            <a:ext cx="2743200" cy="640080"/>
          </a:xfrm>
          <a:prstGeom prst="rect">
            <a:avLst/>
          </a:prstGeom>
          <a:noFill/>
          <a:ln/>
        </p:spPr>
        <p:txBody>
          <a:bodyPr wrap="square" lIns="0" tIns="0" rIns="0" bIns="0" rtlCol="0" anchor="t"/>
          <a:lstStyle/>
          <a:p>
            <a:pPr marL="0" indent="0">
              <a:buNone/>
            </a:pPr>
            <a:r>
              <a:rPr lang="en-US" sz="1100" dirty="0">
                <a:solidFill>
                  <a:srgbClr val="3E3A56"/>
                </a:solidFill>
                <a:latin typeface="Segoe UI" pitchFamily="34" charset="0"/>
                <a:ea typeface="Segoe UI" pitchFamily="34" charset="-122"/>
                <a:cs typeface="Segoe UI" pitchFamily="34" charset="-120"/>
              </a:rPr>
              <a:t>Devis en ligne et paiement sécurisé via Orange Money et MTN Mobile Money.</a:t>
            </a:r>
            <a:endParaRPr lang="en-US" sz="1100" dirty="0"/>
          </a:p>
        </p:txBody>
      </p:sp>
      <p:sp>
        <p:nvSpPr>
          <p:cNvPr id="25" name="S10_A04_rise_161"/>
          <p:cNvSpPr/>
          <p:nvPr/>
        </p:nvSpPr>
        <p:spPr>
          <a:xfrm>
            <a:off x="8229600" y="4069080"/>
            <a:ext cx="3227832" cy="2103120"/>
          </a:xfrm>
          <a:prstGeom prst="roundRect">
            <a:avLst>
              <a:gd name="adj" fmla="val 6957"/>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26" name="S10_A04_rise_162"/>
          <p:cNvSpPr/>
          <p:nvPr/>
        </p:nvSpPr>
        <p:spPr>
          <a:xfrm>
            <a:off x="8503920" y="4343400"/>
            <a:ext cx="685800" cy="685800"/>
          </a:xfrm>
          <a:prstGeom prst="ellipse">
            <a:avLst/>
          </a:prstGeom>
          <a:solidFill>
            <a:srgbClr val="EEE9FD"/>
          </a:solidFill>
          <a:ln w="9525">
            <a:solidFill>
              <a:srgbClr val="D6CCFA"/>
            </a:solidFill>
            <a:prstDash val="solid"/>
          </a:ln>
        </p:spPr>
      </p:sp>
      <p:pic>
        <p:nvPicPr>
          <p:cNvPr id="27" name="S10_A04_rise_163" descr="preencoded.png"/>
          <p:cNvPicPr>
            <a:picLocks noChangeAspect="1"/>
          </p:cNvPicPr>
          <p:nvPr/>
        </p:nvPicPr>
        <p:blipFill>
          <a:blip r:embed="rId8"/>
          <a:stretch>
            <a:fillRect/>
          </a:stretch>
        </p:blipFill>
        <p:spPr>
          <a:xfrm>
            <a:off x="8682228" y="4521708"/>
            <a:ext cx="329184" cy="329184"/>
          </a:xfrm>
          <a:prstGeom prst="rect">
            <a:avLst/>
          </a:prstGeom>
        </p:spPr>
      </p:pic>
      <p:sp>
        <p:nvSpPr>
          <p:cNvPr id="28" name="S10_A04_rise_164"/>
          <p:cNvSpPr txBox="1"/>
          <p:nvPr/>
        </p:nvSpPr>
        <p:spPr>
          <a:xfrm>
            <a:off x="8503920" y="5120640"/>
            <a:ext cx="2743200" cy="320040"/>
          </a:xfrm>
          <a:prstGeom prst="rect">
            <a:avLst/>
          </a:prstGeom>
          <a:noFill/>
          <a:ln/>
        </p:spPr>
        <p:txBody>
          <a:bodyPr wrap="square" lIns="0" tIns="0" rIns="0" bIns="0" rtlCol="0" anchor="t"/>
          <a:lstStyle/>
          <a:p>
            <a:pPr marL="0" indent="0">
              <a:buNone/>
            </a:pPr>
            <a:r>
              <a:rPr lang="en-US" sz="1450" dirty="0">
                <a:solidFill>
                  <a:srgbClr val="17132E"/>
                </a:solidFill>
                <a:latin typeface="Segoe UI Semibold" pitchFamily="34" charset="0"/>
                <a:ea typeface="Segoe UI Semibold" pitchFamily="34" charset="-122"/>
                <a:cs typeface="Segoe UI Semibold" pitchFamily="34" charset="-120"/>
              </a:rPr>
              <a:t>Confiance et suivi</a:t>
            </a:r>
            <a:endParaRPr lang="en-US" sz="1450" dirty="0"/>
          </a:p>
        </p:txBody>
      </p:sp>
      <p:sp>
        <p:nvSpPr>
          <p:cNvPr id="29" name="S10_A04_rise_165"/>
          <p:cNvSpPr txBox="1"/>
          <p:nvPr/>
        </p:nvSpPr>
        <p:spPr>
          <a:xfrm>
            <a:off x="8503920" y="5458968"/>
            <a:ext cx="2743200" cy="640080"/>
          </a:xfrm>
          <a:prstGeom prst="rect">
            <a:avLst/>
          </a:prstGeom>
          <a:noFill/>
          <a:ln/>
        </p:spPr>
        <p:txBody>
          <a:bodyPr wrap="square" lIns="0" tIns="0" rIns="0" bIns="0" rtlCol="0" anchor="t"/>
          <a:lstStyle/>
          <a:p>
            <a:pPr marL="0" indent="0">
              <a:buNone/>
            </a:pPr>
            <a:r>
              <a:rPr lang="en-US" sz="1100" dirty="0">
                <a:solidFill>
                  <a:srgbClr val="3E3A56"/>
                </a:solidFill>
                <a:latin typeface="Segoe UI" pitchFamily="34" charset="0"/>
                <a:ea typeface="Segoe UI" pitchFamily="34" charset="-122"/>
                <a:cs typeface="Segoe UI" pitchFamily="34" charset="-120"/>
              </a:rPr>
              <a:t>Évaluations, gestion des litiges, messagerie, appels et notifications intégrés.</a:t>
            </a:r>
            <a:endParaRPr lang="en-US" sz="1100" dirty="0"/>
          </a:p>
        </p:txBody>
      </p:sp>
      <p:sp>
        <p:nvSpPr>
          <p:cNvPr id="30" name="!!NavPill"/>
          <p:cNvSpPr/>
          <p:nvPr/>
        </p:nvSpPr>
        <p:spPr>
          <a:xfrm>
            <a:off x="2889504" y="6382512"/>
            <a:ext cx="1097280" cy="274320"/>
          </a:xfrm>
          <a:prstGeom prst="roundRect">
            <a:avLst>
              <a:gd name="adj" fmla="val 50000"/>
            </a:avLst>
          </a:prstGeom>
          <a:solidFill>
            <a:srgbClr val="5B2FD6"/>
          </a:solidFill>
          <a:ln w="9525">
            <a:solidFill>
              <a:srgbClr val="7C5CFF"/>
            </a:solidFill>
            <a:prstDash val="solid"/>
          </a:ln>
        </p:spPr>
      </p:sp>
      <p:sp>
        <p:nvSpPr>
          <p:cNvPr id="31" name="Text 24"/>
          <p:cNvSpPr txBox="1"/>
          <p:nvPr/>
        </p:nvSpPr>
        <p:spPr>
          <a:xfrm>
            <a:off x="54864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Introduction</a:t>
            </a:r>
            <a:endParaRPr lang="en-US" sz="900" dirty="0"/>
          </a:p>
        </p:txBody>
      </p:sp>
      <p:sp>
        <p:nvSpPr>
          <p:cNvPr id="32" name="Text 25"/>
          <p:cNvSpPr txBox="1"/>
          <p:nvPr/>
        </p:nvSpPr>
        <p:spPr>
          <a:xfrm>
            <a:off x="1719072"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Entreprise</a:t>
            </a:r>
            <a:endParaRPr lang="en-US" sz="900" dirty="0"/>
          </a:p>
        </p:txBody>
      </p:sp>
      <p:sp>
        <p:nvSpPr>
          <p:cNvPr id="33" name="Text 26"/>
          <p:cNvSpPr txBox="1"/>
          <p:nvPr/>
        </p:nvSpPr>
        <p:spPr>
          <a:xfrm>
            <a:off x="2889504" y="6382512"/>
            <a:ext cx="10972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Segoe UI" pitchFamily="34" charset="0"/>
                <a:ea typeface="Segoe UI" pitchFamily="34" charset="-122"/>
                <a:cs typeface="Segoe UI" pitchFamily="34" charset="-120"/>
              </a:rPr>
              <a:t>Contexte</a:t>
            </a:r>
            <a:endParaRPr lang="en-US" sz="900" dirty="0"/>
          </a:p>
        </p:txBody>
      </p:sp>
      <p:sp>
        <p:nvSpPr>
          <p:cNvPr id="34" name="Text 27"/>
          <p:cNvSpPr txBox="1"/>
          <p:nvPr/>
        </p:nvSpPr>
        <p:spPr>
          <a:xfrm>
            <a:off x="4059936"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Méthodologie</a:t>
            </a:r>
            <a:endParaRPr lang="en-US" sz="900" dirty="0"/>
          </a:p>
        </p:txBody>
      </p:sp>
      <p:sp>
        <p:nvSpPr>
          <p:cNvPr id="35" name="Text 28"/>
          <p:cNvSpPr txBox="1"/>
          <p:nvPr/>
        </p:nvSpPr>
        <p:spPr>
          <a:xfrm>
            <a:off x="5230368"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Résultats</a:t>
            </a:r>
            <a:endParaRPr lang="en-US" sz="900" dirty="0"/>
          </a:p>
        </p:txBody>
      </p:sp>
      <p:sp>
        <p:nvSpPr>
          <p:cNvPr id="36" name="Text 29"/>
          <p:cNvSpPr txBox="1"/>
          <p:nvPr/>
        </p:nvSpPr>
        <p:spPr>
          <a:xfrm>
            <a:off x="640080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Conclusion</a:t>
            </a:r>
            <a:endParaRPr lang="en-US" sz="900" dirty="0"/>
          </a:p>
        </p:txBody>
      </p:sp>
      <p:sp>
        <p:nvSpPr>
          <p:cNvPr id="37" name="Text 30"/>
          <p:cNvSpPr txBox="1"/>
          <p:nvPr/>
        </p:nvSpPr>
        <p:spPr>
          <a:xfrm>
            <a:off x="8412480" y="6382512"/>
            <a:ext cx="3227832" cy="274320"/>
          </a:xfrm>
          <a:prstGeom prst="rect">
            <a:avLst/>
          </a:prstGeom>
          <a:noFill/>
          <a:ln/>
        </p:spPr>
        <p:txBody>
          <a:bodyPr wrap="square" lIns="0" tIns="0" rIns="0" bIns="0" rtlCol="0" anchor="ctr"/>
          <a:lstStyle/>
          <a:p>
            <a:pPr marL="0" indent="0" algn="r">
              <a:buNone/>
            </a:pPr>
            <a:r>
              <a:rPr lang="en-US" sz="900" dirty="0">
                <a:solidFill>
                  <a:srgbClr val="6E6A85"/>
                </a:solidFill>
                <a:latin typeface="Segoe UI" pitchFamily="34" charset="0"/>
                <a:ea typeface="Segoe UI" pitchFamily="34" charset="-122"/>
                <a:cs typeface="Segoe UI" pitchFamily="34" charset="-120"/>
              </a:rPr>
              <a:t>FEUNOU FOSSO Otniel</a:t>
            </a:r>
            <a:r>
              <a:rPr lang="en-US" sz="900" b="1" dirty="0">
                <a:solidFill>
                  <a:srgbClr val="5B2FD6"/>
                </a:solidFill>
                <a:latin typeface="Segoe UI" pitchFamily="34" charset="0"/>
                <a:ea typeface="Segoe UI" pitchFamily="34" charset="-122"/>
                <a:cs typeface="Segoe UI" pitchFamily="34" charset="-120"/>
              </a:rPr>
              <a:t>   10</a:t>
            </a:r>
            <a:endParaRPr lang="en-US" sz="900" dirty="0"/>
          </a:p>
        </p:txBody>
      </p:sp>
      <mc:AlternateContent xmlns:mc="http://schemas.openxmlformats.org/markup-compatibility/2006">
        <mc:Choice xmlns:am3d="http://schemas.microsoft.com/office/drawing/2017/model3d" Requires="am3d">
          <p:graphicFrame>
            <p:nvGraphicFramePr>
              <p:cNvPr id="38" name="!!GearBig" descr="Engrenage 3D animé">
                <a:extLst>
                  <a:ext uri="{FF2B5EF4-FFF2-40B4-BE49-F238E27FC236}">
                    <a16:creationId xmlns:a16="http://schemas.microsoft.com/office/drawing/2014/main" id="{A76083C7-932E-40EC-8D06-059BE394A7A7}"/>
                  </a:ext>
                </a:extLst>
              </p:cNvPr>
              <p:cNvGraphicFramePr>
                <a:graphicFrameLocks/>
              </p:cNvGraphicFramePr>
              <p:nvPr>
                <p:extLst>
                  <p:ext uri="{D42A27DB-BD31-4B8C-83A1-F6EECF244321}">
                    <p14:modId xmlns:p14="http://schemas.microsoft.com/office/powerpoint/2010/main" val="1664503329"/>
                  </p:ext>
                </p:extLst>
              </p:nvPr>
            </p:nvGraphicFramePr>
            <p:xfrm>
              <a:off x="10195560" y="320040"/>
              <a:ext cx="1097280" cy="1097280"/>
            </p:xfrm>
            <a:graphic>
              <a:graphicData uri="http://schemas.microsoft.com/office/drawing/2017/model3d">
                <am3d:model3d r:embed="rId9" r:link="rId10">
                  <am3d:spPr>
                    <a:xfrm>
                      <a:off x="0" y="0"/>
                      <a:ext cx="1097280" cy="1097280"/>
                    </a:xfrm>
                    <a:prstGeom prst="rect">
                      <a:avLst/>
                    </a:prstGeom>
                  </am3d:spPr>
                  <am3d:camera>
                    <am3d:pos x="0" y="158400000" z="158400000"/>
                    <am3d:up dx="0" dy="36000000" dz="0"/>
                    <am3d:lookAt x="0" y="0" z="0"/>
                    <am3d:perspective fov="660000"/>
                  </am3d:camera>
                  <am3d:trans>
                    <am3d:meterPerModelUnit n="404766" d="1000000"/>
                    <am3d:preTrans dx="0" dy="0" dz="0"/>
                    <am3d:scale>
                      <am3d:sx n="1000000" d="1000000"/>
                      <am3d:sy n="1000000" d="1000000"/>
                      <am3d:sz n="1000000" d="1000000"/>
                    </am3d:scale>
                    <am3d:rot ay="16800000"/>
                    <am3d:postTrans dx="0" dy="0" dz="0"/>
                  </am3d:trans>
                  <am3d:raster rName="Office3DRenderer" rVer="16.0.8326">
                    <am3d:blip r:embed="rId11"/>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8" name="!!GearBig" descr="Engrenage 3D animé">
                <a:extLst>
                  <a:ext uri="{FF2B5EF4-FFF2-40B4-BE49-F238E27FC236}">
                    <a16:creationId xmlns:a16="http://schemas.microsoft.com/office/drawing/2014/main" id="{A76083C7-932E-40EC-8D06-059BE394A7A7}"/>
                  </a:ext>
                </a:extLst>
              </p:cNvPr>
              <p:cNvPicPr>
                <a:picLocks noGrp="1" noRot="1" noChangeAspect="1" noMove="1" noResize="1" noEditPoints="1" noAdjustHandles="1" noChangeArrowheads="1" noChangeShapeType="1" noCrop="1"/>
              </p:cNvPicPr>
              <p:nvPr/>
            </p:nvPicPr>
            <p:blipFill>
              <a:blip r:embed="rId11"/>
              <a:stretch>
                <a:fillRect/>
              </a:stretch>
            </p:blipFill>
            <p:spPr>
              <a:xfrm>
                <a:off x="10195560" y="320040"/>
                <a:ext cx="1097280" cy="109728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39" name="!!GearSmall" descr="Engrenage 3D animé">
                <a:extLst>
                  <a:ext uri="{FF2B5EF4-FFF2-40B4-BE49-F238E27FC236}">
                    <a16:creationId xmlns:a16="http://schemas.microsoft.com/office/drawing/2014/main" id="{945D285B-8058-45F1-84FD-33FD488B61ED}"/>
                  </a:ext>
                </a:extLst>
              </p:cNvPr>
              <p:cNvGraphicFramePr>
                <a:graphicFrameLocks/>
              </p:cNvGraphicFramePr>
              <p:nvPr>
                <p:extLst>
                  <p:ext uri="{D42A27DB-BD31-4B8C-83A1-F6EECF244321}">
                    <p14:modId xmlns:p14="http://schemas.microsoft.com/office/powerpoint/2010/main" val="3446269535"/>
                  </p:ext>
                </p:extLst>
              </p:nvPr>
            </p:nvGraphicFramePr>
            <p:xfrm>
              <a:off x="11150194" y="742493"/>
              <a:ext cx="779069" cy="779069"/>
            </p:xfrm>
            <a:graphic>
              <a:graphicData uri="http://schemas.microsoft.com/office/drawing/2017/model3d">
                <am3d:model3d r:embed="rId12" r:link="rId13">
                  <am3d:spPr>
                    <a:xfrm>
                      <a:off x="0" y="0"/>
                      <a:ext cx="779069" cy="779069"/>
                    </a:xfrm>
                    <a:prstGeom prst="rect">
                      <a:avLst/>
                    </a:prstGeom>
                  </am3d:spPr>
                  <am3d:camera>
                    <am3d:pos x="0" y="158400000" z="158400000"/>
                    <am3d:up dx="0" dy="36000000" dz="0"/>
                    <am3d:lookAt x="0" y="0" z="0"/>
                    <am3d:perspective fov="660000"/>
                  </am3d:camera>
                  <am3d:trans>
                    <am3d:meterPerModelUnit n="573084" d="1000000"/>
                    <am3d:preTrans dx="0" dy="0" dz="0"/>
                    <am3d:scale>
                      <am3d:sx n="1000000" d="1000000"/>
                      <am3d:sy n="1000000" d="1000000"/>
                      <am3d:sz n="1000000" d="1000000"/>
                    </am3d:scale>
                    <am3d:rot ay="18000000"/>
                    <am3d:postTrans dx="0" dy="0" dz="0"/>
                  </am3d:trans>
                  <am3d:raster rName="Office3DRenderer" rVer="16.0.8326">
                    <am3d:blip r:embed="rId14"/>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9" name="!!GearSmall" descr="Engrenage 3D animé">
                <a:extLst>
                  <a:ext uri="{FF2B5EF4-FFF2-40B4-BE49-F238E27FC236}">
                    <a16:creationId xmlns:a16="http://schemas.microsoft.com/office/drawing/2014/main" id="{945D285B-8058-45F1-84FD-33FD488B61ED}"/>
                  </a:ext>
                </a:extLst>
              </p:cNvPr>
              <p:cNvPicPr>
                <a:picLocks noGrp="1" noRot="1" noChangeAspect="1" noMove="1" noResize="1" noEditPoints="1" noAdjustHandles="1" noChangeArrowheads="1" noChangeShapeType="1" noCrop="1"/>
              </p:cNvPicPr>
              <p:nvPr/>
            </p:nvPicPr>
            <p:blipFill>
              <a:blip r:embed="rId14"/>
              <a:stretch>
                <a:fillRect/>
              </a:stretch>
            </p:blipFill>
            <p:spPr>
              <a:xfrm>
                <a:off x="11150194" y="742493"/>
                <a:ext cx="779069" cy="779069"/>
              </a:xfrm>
              <a:prstGeom prst="rect">
                <a:avLst/>
              </a:prstGeom>
            </p:spPr>
          </p:pic>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mph" presetSubtype="128" repeatCount="indefinite" fill="hold" nodeType="withEffect">
                                  <p:stCondLst>
                                    <p:cond delay="0"/>
                                  </p:stCondLst>
                                  <p:childTnLst>
                                    <p:animRot by="21600000">
                                      <p:cBhvr>
                                        <p:cTn id="6" dur="16000" fill="hold"/>
                                        <p:tgtEl>
                                          <p:spTgt spid="38"/>
                                        </p:tgtEl>
                                        <p:attrNameLst>
                                          <p:attrName>3d.view.rotation.y</p:attrName>
                                        </p:attrNameLst>
                                      </p:cBhvr>
                                    </p:animRot>
                                  </p:childTnLst>
                                </p:cTn>
                              </p:par>
                              <p:par>
                                <p:cTn id="7" presetID="37" presetClass="emph" presetSubtype="128" repeatCount="indefinite" fill="hold" nodeType="withEffect">
                                  <p:stCondLst>
                                    <p:cond delay="0"/>
                                  </p:stCondLst>
                                  <p:childTnLst>
                                    <p:animRot by="-21600000">
                                      <p:cBhvr>
                                        <p:cTn id="8" dur="10667" fill="hold"/>
                                        <p:tgtEl>
                                          <p:spTgt spid="39"/>
                                        </p:tgtEl>
                                        <p:attrNameLst>
                                          <p:attrName>3d.view.rotation.y</p:attrName>
                                        </p:attrNameLst>
                                      </p:cBhvr>
                                    </p:animRot>
                                  </p:childTnLst>
                                </p:cTn>
                              </p:par>
                              <p:par>
                                <p:cTn id="9" presetID="53" presetClass="entr" presetSubtype="16" fill="hold" nodeType="withEffect">
                                  <p:stCondLst>
                                    <p:cond delay="350"/>
                                  </p:stCondLst>
                                  <p:childTnLst>
                                    <p:set>
                                      <p:cBhvr>
                                        <p:cTn id="10" dur="1" fill="hold">
                                          <p:stCondLst>
                                            <p:cond delay="0"/>
                                          </p:stCondLst>
                                        </p:cTn>
                                        <p:tgtEl>
                                          <p:spTgt spid="6"/>
                                        </p:tgtEl>
                                        <p:attrNameLst>
                                          <p:attrName>style.visibility</p:attrName>
                                        </p:attrNameLst>
                                      </p:cBhvr>
                                      <p:to>
                                        <p:strVal val="visible"/>
                                      </p:to>
                                    </p:set>
                                    <p:anim calcmode="lin" valueType="num">
                                      <p:cBhvr>
                                        <p:cTn id="11" dur="550" fill="hold"/>
                                        <p:tgtEl>
                                          <p:spTgt spid="6"/>
                                        </p:tgtEl>
                                        <p:attrNameLst>
                                          <p:attrName>ppt_w</p:attrName>
                                        </p:attrNameLst>
                                      </p:cBhvr>
                                      <p:tavLst>
                                        <p:tav tm="0">
                                          <p:val>
                                            <p:fltVal val="0"/>
                                          </p:val>
                                        </p:tav>
                                        <p:tav tm="100000">
                                          <p:val>
                                            <p:strVal val="#ppt_w"/>
                                          </p:val>
                                        </p:tav>
                                      </p:tavLst>
                                    </p:anim>
                                    <p:anim calcmode="lin" valueType="num">
                                      <p:cBhvr>
                                        <p:cTn id="12" dur="550" fill="hold"/>
                                        <p:tgtEl>
                                          <p:spTgt spid="6"/>
                                        </p:tgtEl>
                                        <p:attrNameLst>
                                          <p:attrName>ppt_h</p:attrName>
                                        </p:attrNameLst>
                                      </p:cBhvr>
                                      <p:tavLst>
                                        <p:tav tm="0">
                                          <p:val>
                                            <p:fltVal val="0"/>
                                          </p:val>
                                        </p:tav>
                                        <p:tav tm="100000">
                                          <p:val>
                                            <p:strVal val="#ppt_h"/>
                                          </p:val>
                                        </p:tav>
                                      </p:tavLst>
                                    </p:anim>
                                    <p:animEffect transition="in" filter="fade">
                                      <p:cBhvr>
                                        <p:cTn id="13" dur="550"/>
                                        <p:tgtEl>
                                          <p:spTgt spid="6"/>
                                        </p:tgtEl>
                                      </p:cBhvr>
                                    </p:animEffect>
                                  </p:childTnLst>
                                </p:cTn>
                              </p:par>
                              <p:par>
                                <p:cTn id="14" presetID="53" presetClass="entr" presetSubtype="16" fill="hold" grpId="0" nodeType="withEffect">
                                  <p:stCondLst>
                                    <p:cond delay="350"/>
                                  </p:stCondLst>
                                  <p:childTnLst>
                                    <p:set>
                                      <p:cBhvr>
                                        <p:cTn id="15" dur="1" fill="hold">
                                          <p:stCondLst>
                                            <p:cond delay="0"/>
                                          </p:stCondLst>
                                        </p:cTn>
                                        <p:tgtEl>
                                          <p:spTgt spid="7"/>
                                        </p:tgtEl>
                                        <p:attrNameLst>
                                          <p:attrName>style.visibility</p:attrName>
                                        </p:attrNameLst>
                                      </p:cBhvr>
                                      <p:to>
                                        <p:strVal val="visible"/>
                                      </p:to>
                                    </p:set>
                                    <p:anim calcmode="lin" valueType="num">
                                      <p:cBhvr>
                                        <p:cTn id="16" dur="550" fill="hold"/>
                                        <p:tgtEl>
                                          <p:spTgt spid="7"/>
                                        </p:tgtEl>
                                        <p:attrNameLst>
                                          <p:attrName>ppt_w</p:attrName>
                                        </p:attrNameLst>
                                      </p:cBhvr>
                                      <p:tavLst>
                                        <p:tav tm="0">
                                          <p:val>
                                            <p:fltVal val="0"/>
                                          </p:val>
                                        </p:tav>
                                        <p:tav tm="100000">
                                          <p:val>
                                            <p:strVal val="#ppt_w"/>
                                          </p:val>
                                        </p:tav>
                                      </p:tavLst>
                                    </p:anim>
                                    <p:anim calcmode="lin" valueType="num">
                                      <p:cBhvr>
                                        <p:cTn id="17" dur="550" fill="hold"/>
                                        <p:tgtEl>
                                          <p:spTgt spid="7"/>
                                        </p:tgtEl>
                                        <p:attrNameLst>
                                          <p:attrName>ppt_h</p:attrName>
                                        </p:attrNameLst>
                                      </p:cBhvr>
                                      <p:tavLst>
                                        <p:tav tm="0">
                                          <p:val>
                                            <p:fltVal val="0"/>
                                          </p:val>
                                        </p:tav>
                                        <p:tav tm="100000">
                                          <p:val>
                                            <p:strVal val="#ppt_h"/>
                                          </p:val>
                                        </p:tav>
                                      </p:tavLst>
                                    </p:anim>
                                    <p:animEffect transition="in" filter="fade">
                                      <p:cBhvr>
                                        <p:cTn id="18" dur="550"/>
                                        <p:tgtEl>
                                          <p:spTgt spid="7"/>
                                        </p:tgtEl>
                                      </p:cBhvr>
                                    </p:animEffect>
                                  </p:childTnLst>
                                </p:cTn>
                              </p:par>
                              <p:par>
                                <p:cTn id="19" presetID="53" presetClass="entr" presetSubtype="16" fill="hold" grpId="0" nodeType="withEffect">
                                  <p:stCondLst>
                                    <p:cond delay="350"/>
                                  </p:stCondLst>
                                  <p:childTnLst>
                                    <p:set>
                                      <p:cBhvr>
                                        <p:cTn id="20" dur="1" fill="hold">
                                          <p:stCondLst>
                                            <p:cond delay="0"/>
                                          </p:stCondLst>
                                        </p:cTn>
                                        <p:tgtEl>
                                          <p:spTgt spid="8"/>
                                        </p:tgtEl>
                                        <p:attrNameLst>
                                          <p:attrName>style.visibility</p:attrName>
                                        </p:attrNameLst>
                                      </p:cBhvr>
                                      <p:to>
                                        <p:strVal val="visible"/>
                                      </p:to>
                                    </p:set>
                                    <p:anim calcmode="lin" valueType="num">
                                      <p:cBhvr>
                                        <p:cTn id="21" dur="550" fill="hold"/>
                                        <p:tgtEl>
                                          <p:spTgt spid="8"/>
                                        </p:tgtEl>
                                        <p:attrNameLst>
                                          <p:attrName>ppt_w</p:attrName>
                                        </p:attrNameLst>
                                      </p:cBhvr>
                                      <p:tavLst>
                                        <p:tav tm="0">
                                          <p:val>
                                            <p:fltVal val="0"/>
                                          </p:val>
                                        </p:tav>
                                        <p:tav tm="100000">
                                          <p:val>
                                            <p:strVal val="#ppt_w"/>
                                          </p:val>
                                        </p:tav>
                                      </p:tavLst>
                                    </p:anim>
                                    <p:anim calcmode="lin" valueType="num">
                                      <p:cBhvr>
                                        <p:cTn id="22" dur="550" fill="hold"/>
                                        <p:tgtEl>
                                          <p:spTgt spid="8"/>
                                        </p:tgtEl>
                                        <p:attrNameLst>
                                          <p:attrName>ppt_h</p:attrName>
                                        </p:attrNameLst>
                                      </p:cBhvr>
                                      <p:tavLst>
                                        <p:tav tm="0">
                                          <p:val>
                                            <p:fltVal val="0"/>
                                          </p:val>
                                        </p:tav>
                                        <p:tav tm="100000">
                                          <p:val>
                                            <p:strVal val="#ppt_h"/>
                                          </p:val>
                                        </p:tav>
                                      </p:tavLst>
                                    </p:anim>
                                    <p:animEffect transition="in" filter="fade">
                                      <p:cBhvr>
                                        <p:cTn id="23" dur="550"/>
                                        <p:tgtEl>
                                          <p:spTgt spid="8"/>
                                        </p:tgtEl>
                                      </p:cBhvr>
                                    </p:animEffect>
                                  </p:childTnLst>
                                </p:cTn>
                              </p:par>
                              <p:par>
                                <p:cTn id="24" presetID="53" presetClass="entr" presetSubtype="16" fill="hold" grpId="0" nodeType="withEffect">
                                  <p:stCondLst>
                                    <p:cond delay="350"/>
                                  </p:stCondLst>
                                  <p:childTnLst>
                                    <p:set>
                                      <p:cBhvr>
                                        <p:cTn id="25" dur="1" fill="hold">
                                          <p:stCondLst>
                                            <p:cond delay="0"/>
                                          </p:stCondLst>
                                        </p:cTn>
                                        <p:tgtEl>
                                          <p:spTgt spid="9"/>
                                        </p:tgtEl>
                                        <p:attrNameLst>
                                          <p:attrName>style.visibility</p:attrName>
                                        </p:attrNameLst>
                                      </p:cBhvr>
                                      <p:to>
                                        <p:strVal val="visible"/>
                                      </p:to>
                                    </p:set>
                                    <p:anim calcmode="lin" valueType="num">
                                      <p:cBhvr>
                                        <p:cTn id="26" dur="550" fill="hold"/>
                                        <p:tgtEl>
                                          <p:spTgt spid="9"/>
                                        </p:tgtEl>
                                        <p:attrNameLst>
                                          <p:attrName>ppt_w</p:attrName>
                                        </p:attrNameLst>
                                      </p:cBhvr>
                                      <p:tavLst>
                                        <p:tav tm="0">
                                          <p:val>
                                            <p:fltVal val="0"/>
                                          </p:val>
                                        </p:tav>
                                        <p:tav tm="100000">
                                          <p:val>
                                            <p:strVal val="#ppt_w"/>
                                          </p:val>
                                        </p:tav>
                                      </p:tavLst>
                                    </p:anim>
                                    <p:anim calcmode="lin" valueType="num">
                                      <p:cBhvr>
                                        <p:cTn id="27" dur="550" fill="hold"/>
                                        <p:tgtEl>
                                          <p:spTgt spid="9"/>
                                        </p:tgtEl>
                                        <p:attrNameLst>
                                          <p:attrName>ppt_h</p:attrName>
                                        </p:attrNameLst>
                                      </p:cBhvr>
                                      <p:tavLst>
                                        <p:tav tm="0">
                                          <p:val>
                                            <p:fltVal val="0"/>
                                          </p:val>
                                        </p:tav>
                                        <p:tav tm="100000">
                                          <p:val>
                                            <p:strVal val="#ppt_h"/>
                                          </p:val>
                                        </p:tav>
                                      </p:tavLst>
                                    </p:anim>
                                    <p:animEffect transition="in" filter="fade">
                                      <p:cBhvr>
                                        <p:cTn id="28" dur="550"/>
                                        <p:tgtEl>
                                          <p:spTgt spid="9"/>
                                        </p:tgtEl>
                                      </p:cBhvr>
                                    </p:animEffect>
                                  </p:childTnLst>
                                </p:cTn>
                              </p:par>
                              <p:par>
                                <p:cTn id="29" presetID="42" presetClass="entr" presetSubtype="0" fill="hold" nodeType="withEffect">
                                  <p:stCondLst>
                                    <p:cond delay="51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50"/>
                                        <p:tgtEl>
                                          <p:spTgt spid="10"/>
                                        </p:tgtEl>
                                      </p:cBhvr>
                                    </p:animEffect>
                                    <p:anim calcmode="lin" valueType="num">
                                      <p:cBhvr>
                                        <p:cTn id="32" dur="550" fill="hold"/>
                                        <p:tgtEl>
                                          <p:spTgt spid="10"/>
                                        </p:tgtEl>
                                        <p:attrNameLst>
                                          <p:attrName>ppt_x</p:attrName>
                                        </p:attrNameLst>
                                      </p:cBhvr>
                                      <p:tavLst>
                                        <p:tav tm="0">
                                          <p:val>
                                            <p:strVal val="#ppt_x"/>
                                          </p:val>
                                        </p:tav>
                                        <p:tav tm="100000">
                                          <p:val>
                                            <p:strVal val="#ppt_x"/>
                                          </p:val>
                                        </p:tav>
                                      </p:tavLst>
                                    </p:anim>
                                    <p:anim calcmode="lin" valueType="num">
                                      <p:cBhvr>
                                        <p:cTn id="33" dur="550" fill="hold"/>
                                        <p:tgtEl>
                                          <p:spTgt spid="10"/>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51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550"/>
                                        <p:tgtEl>
                                          <p:spTgt spid="11"/>
                                        </p:tgtEl>
                                      </p:cBhvr>
                                    </p:animEffect>
                                    <p:anim calcmode="lin" valueType="num">
                                      <p:cBhvr>
                                        <p:cTn id="37" dur="550" fill="hold"/>
                                        <p:tgtEl>
                                          <p:spTgt spid="11"/>
                                        </p:tgtEl>
                                        <p:attrNameLst>
                                          <p:attrName>ppt_x</p:attrName>
                                        </p:attrNameLst>
                                      </p:cBhvr>
                                      <p:tavLst>
                                        <p:tav tm="0">
                                          <p:val>
                                            <p:strVal val="#ppt_x"/>
                                          </p:val>
                                        </p:tav>
                                        <p:tav tm="100000">
                                          <p:val>
                                            <p:strVal val="#ppt_x"/>
                                          </p:val>
                                        </p:tav>
                                      </p:tavLst>
                                    </p:anim>
                                    <p:anim calcmode="lin" valueType="num">
                                      <p:cBhvr>
                                        <p:cTn id="38" dur="550" fill="hold"/>
                                        <p:tgtEl>
                                          <p:spTgt spid="11"/>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51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550"/>
                                        <p:tgtEl>
                                          <p:spTgt spid="12"/>
                                        </p:tgtEl>
                                      </p:cBhvr>
                                    </p:animEffect>
                                    <p:anim calcmode="lin" valueType="num">
                                      <p:cBhvr>
                                        <p:cTn id="42" dur="550" fill="hold"/>
                                        <p:tgtEl>
                                          <p:spTgt spid="12"/>
                                        </p:tgtEl>
                                        <p:attrNameLst>
                                          <p:attrName>ppt_x</p:attrName>
                                        </p:attrNameLst>
                                      </p:cBhvr>
                                      <p:tavLst>
                                        <p:tav tm="0">
                                          <p:val>
                                            <p:strVal val="#ppt_x"/>
                                          </p:val>
                                        </p:tav>
                                        <p:tav tm="100000">
                                          <p:val>
                                            <p:strVal val="#ppt_x"/>
                                          </p:val>
                                        </p:tav>
                                      </p:tavLst>
                                    </p:anim>
                                    <p:anim calcmode="lin" valueType="num">
                                      <p:cBhvr>
                                        <p:cTn id="43" dur="550" fill="hold"/>
                                        <p:tgtEl>
                                          <p:spTgt spid="12"/>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51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50"/>
                                        <p:tgtEl>
                                          <p:spTgt spid="13"/>
                                        </p:tgtEl>
                                      </p:cBhvr>
                                    </p:animEffect>
                                    <p:anim calcmode="lin" valueType="num">
                                      <p:cBhvr>
                                        <p:cTn id="47" dur="550" fill="hold"/>
                                        <p:tgtEl>
                                          <p:spTgt spid="13"/>
                                        </p:tgtEl>
                                        <p:attrNameLst>
                                          <p:attrName>ppt_x</p:attrName>
                                        </p:attrNameLst>
                                      </p:cBhvr>
                                      <p:tavLst>
                                        <p:tav tm="0">
                                          <p:val>
                                            <p:strVal val="#ppt_x"/>
                                          </p:val>
                                        </p:tav>
                                        <p:tav tm="100000">
                                          <p:val>
                                            <p:strVal val="#ppt_x"/>
                                          </p:val>
                                        </p:tav>
                                      </p:tavLst>
                                    </p:anim>
                                    <p:anim calcmode="lin" valueType="num">
                                      <p:cBhvr>
                                        <p:cTn id="48" dur="550" fill="hold"/>
                                        <p:tgtEl>
                                          <p:spTgt spid="13"/>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51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550"/>
                                        <p:tgtEl>
                                          <p:spTgt spid="14"/>
                                        </p:tgtEl>
                                      </p:cBhvr>
                                    </p:animEffect>
                                    <p:anim calcmode="lin" valueType="num">
                                      <p:cBhvr>
                                        <p:cTn id="52" dur="550" fill="hold"/>
                                        <p:tgtEl>
                                          <p:spTgt spid="14"/>
                                        </p:tgtEl>
                                        <p:attrNameLst>
                                          <p:attrName>ppt_x</p:attrName>
                                        </p:attrNameLst>
                                      </p:cBhvr>
                                      <p:tavLst>
                                        <p:tav tm="0">
                                          <p:val>
                                            <p:strVal val="#ppt_x"/>
                                          </p:val>
                                        </p:tav>
                                        <p:tav tm="100000">
                                          <p:val>
                                            <p:strVal val="#ppt_x"/>
                                          </p:val>
                                        </p:tav>
                                      </p:tavLst>
                                    </p:anim>
                                    <p:anim calcmode="lin" valueType="num">
                                      <p:cBhvr>
                                        <p:cTn id="53" dur="550" fill="hold"/>
                                        <p:tgtEl>
                                          <p:spTgt spid="14"/>
                                        </p:tgtEl>
                                        <p:attrNameLst>
                                          <p:attrName>ppt_y</p:attrName>
                                        </p:attrNameLst>
                                      </p:cBhvr>
                                      <p:tavLst>
                                        <p:tav tm="0">
                                          <p:val>
                                            <p:strVal val="#ppt_y+.1"/>
                                          </p:val>
                                        </p:tav>
                                        <p:tav tm="100000">
                                          <p:val>
                                            <p:strVal val="#ppt_y"/>
                                          </p:val>
                                        </p:tav>
                                      </p:tavLst>
                                    </p:anim>
                                  </p:childTnLst>
                                </p:cTn>
                              </p:par>
                              <p:par>
                                <p:cTn id="54" presetID="42" presetClass="entr" presetSubtype="0" fill="hold" nodeType="withEffect">
                                  <p:stCondLst>
                                    <p:cond delay="67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550"/>
                                        <p:tgtEl>
                                          <p:spTgt spid="15"/>
                                        </p:tgtEl>
                                      </p:cBhvr>
                                    </p:animEffect>
                                    <p:anim calcmode="lin" valueType="num">
                                      <p:cBhvr>
                                        <p:cTn id="57" dur="550" fill="hold"/>
                                        <p:tgtEl>
                                          <p:spTgt spid="15"/>
                                        </p:tgtEl>
                                        <p:attrNameLst>
                                          <p:attrName>ppt_x</p:attrName>
                                        </p:attrNameLst>
                                      </p:cBhvr>
                                      <p:tavLst>
                                        <p:tav tm="0">
                                          <p:val>
                                            <p:strVal val="#ppt_x"/>
                                          </p:val>
                                        </p:tav>
                                        <p:tav tm="100000">
                                          <p:val>
                                            <p:strVal val="#ppt_x"/>
                                          </p:val>
                                        </p:tav>
                                      </p:tavLst>
                                    </p:anim>
                                    <p:anim calcmode="lin" valueType="num">
                                      <p:cBhvr>
                                        <p:cTn id="58" dur="550" fill="hold"/>
                                        <p:tgtEl>
                                          <p:spTgt spid="15"/>
                                        </p:tgtEl>
                                        <p:attrNameLst>
                                          <p:attrName>ppt_y</p:attrName>
                                        </p:attrNameLst>
                                      </p:cBhvr>
                                      <p:tavLst>
                                        <p:tav tm="0">
                                          <p:val>
                                            <p:strVal val="#ppt_y+.1"/>
                                          </p:val>
                                        </p:tav>
                                        <p:tav tm="100000">
                                          <p:val>
                                            <p:strVal val="#ppt_y"/>
                                          </p:val>
                                        </p:tav>
                                      </p:tavLst>
                                    </p:anim>
                                  </p:childTnLst>
                                </p:cTn>
                              </p:par>
                              <p:par>
                                <p:cTn id="59" presetID="42" presetClass="entr" presetSubtype="0" fill="hold" nodeType="withEffect">
                                  <p:stCondLst>
                                    <p:cond delay="670"/>
                                  </p:stCondLst>
                                  <p:childTnLst>
                                    <p:set>
                                      <p:cBhvr>
                                        <p:cTn id="60" dur="1" fill="hold">
                                          <p:stCondLst>
                                            <p:cond delay="0"/>
                                          </p:stCondLst>
                                        </p:cTn>
                                        <p:tgtEl>
                                          <p:spTgt spid="16"/>
                                        </p:tgtEl>
                                        <p:attrNameLst>
                                          <p:attrName>style.visibility</p:attrName>
                                        </p:attrNameLst>
                                      </p:cBhvr>
                                      <p:to>
                                        <p:strVal val="visible"/>
                                      </p:to>
                                    </p:set>
                                    <p:animEffect transition="in" filter="fade">
                                      <p:cBhvr>
                                        <p:cTn id="61" dur="550"/>
                                        <p:tgtEl>
                                          <p:spTgt spid="16"/>
                                        </p:tgtEl>
                                      </p:cBhvr>
                                    </p:animEffect>
                                    <p:anim calcmode="lin" valueType="num">
                                      <p:cBhvr>
                                        <p:cTn id="62" dur="550" fill="hold"/>
                                        <p:tgtEl>
                                          <p:spTgt spid="16"/>
                                        </p:tgtEl>
                                        <p:attrNameLst>
                                          <p:attrName>ppt_x</p:attrName>
                                        </p:attrNameLst>
                                      </p:cBhvr>
                                      <p:tavLst>
                                        <p:tav tm="0">
                                          <p:val>
                                            <p:strVal val="#ppt_x"/>
                                          </p:val>
                                        </p:tav>
                                        <p:tav tm="100000">
                                          <p:val>
                                            <p:strVal val="#ppt_x"/>
                                          </p:val>
                                        </p:tav>
                                      </p:tavLst>
                                    </p:anim>
                                    <p:anim calcmode="lin" valueType="num">
                                      <p:cBhvr>
                                        <p:cTn id="63" dur="550" fill="hold"/>
                                        <p:tgtEl>
                                          <p:spTgt spid="16"/>
                                        </p:tgtEl>
                                        <p:attrNameLst>
                                          <p:attrName>ppt_y</p:attrName>
                                        </p:attrNameLst>
                                      </p:cBhvr>
                                      <p:tavLst>
                                        <p:tav tm="0">
                                          <p:val>
                                            <p:strVal val="#ppt_y+.1"/>
                                          </p:val>
                                        </p:tav>
                                        <p:tav tm="100000">
                                          <p:val>
                                            <p:strVal val="#ppt_y"/>
                                          </p:val>
                                        </p:tav>
                                      </p:tavLst>
                                    </p:anim>
                                  </p:childTnLst>
                                </p:cTn>
                              </p:par>
                              <p:par>
                                <p:cTn id="64" presetID="42" presetClass="entr" presetSubtype="0" fill="hold" nodeType="withEffect">
                                  <p:stCondLst>
                                    <p:cond delay="67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550"/>
                                        <p:tgtEl>
                                          <p:spTgt spid="17"/>
                                        </p:tgtEl>
                                      </p:cBhvr>
                                    </p:animEffect>
                                    <p:anim calcmode="lin" valueType="num">
                                      <p:cBhvr>
                                        <p:cTn id="67" dur="550" fill="hold"/>
                                        <p:tgtEl>
                                          <p:spTgt spid="17"/>
                                        </p:tgtEl>
                                        <p:attrNameLst>
                                          <p:attrName>ppt_x</p:attrName>
                                        </p:attrNameLst>
                                      </p:cBhvr>
                                      <p:tavLst>
                                        <p:tav tm="0">
                                          <p:val>
                                            <p:strVal val="#ppt_x"/>
                                          </p:val>
                                        </p:tav>
                                        <p:tav tm="100000">
                                          <p:val>
                                            <p:strVal val="#ppt_x"/>
                                          </p:val>
                                        </p:tav>
                                      </p:tavLst>
                                    </p:anim>
                                    <p:anim calcmode="lin" valueType="num">
                                      <p:cBhvr>
                                        <p:cTn id="68" dur="550" fill="hold"/>
                                        <p:tgtEl>
                                          <p:spTgt spid="17"/>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670"/>
                                  </p:stCondLst>
                                  <p:childTnLst>
                                    <p:set>
                                      <p:cBhvr>
                                        <p:cTn id="70" dur="1" fill="hold">
                                          <p:stCondLst>
                                            <p:cond delay="0"/>
                                          </p:stCondLst>
                                        </p:cTn>
                                        <p:tgtEl>
                                          <p:spTgt spid="18"/>
                                        </p:tgtEl>
                                        <p:attrNameLst>
                                          <p:attrName>style.visibility</p:attrName>
                                        </p:attrNameLst>
                                      </p:cBhvr>
                                      <p:to>
                                        <p:strVal val="visible"/>
                                      </p:to>
                                    </p:set>
                                    <p:animEffect transition="in" filter="fade">
                                      <p:cBhvr>
                                        <p:cTn id="71" dur="550"/>
                                        <p:tgtEl>
                                          <p:spTgt spid="18"/>
                                        </p:tgtEl>
                                      </p:cBhvr>
                                    </p:animEffect>
                                    <p:anim calcmode="lin" valueType="num">
                                      <p:cBhvr>
                                        <p:cTn id="72" dur="550" fill="hold"/>
                                        <p:tgtEl>
                                          <p:spTgt spid="18"/>
                                        </p:tgtEl>
                                        <p:attrNameLst>
                                          <p:attrName>ppt_x</p:attrName>
                                        </p:attrNameLst>
                                      </p:cBhvr>
                                      <p:tavLst>
                                        <p:tav tm="0">
                                          <p:val>
                                            <p:strVal val="#ppt_x"/>
                                          </p:val>
                                        </p:tav>
                                        <p:tav tm="100000">
                                          <p:val>
                                            <p:strVal val="#ppt_x"/>
                                          </p:val>
                                        </p:tav>
                                      </p:tavLst>
                                    </p:anim>
                                    <p:anim calcmode="lin" valueType="num">
                                      <p:cBhvr>
                                        <p:cTn id="73" dur="550" fill="hold"/>
                                        <p:tgtEl>
                                          <p:spTgt spid="18"/>
                                        </p:tgtEl>
                                        <p:attrNameLst>
                                          <p:attrName>ppt_y</p:attrName>
                                        </p:attrNameLst>
                                      </p:cBhvr>
                                      <p:tavLst>
                                        <p:tav tm="0">
                                          <p:val>
                                            <p:strVal val="#ppt_y+.1"/>
                                          </p:val>
                                        </p:tav>
                                        <p:tav tm="100000">
                                          <p:val>
                                            <p:strVal val="#ppt_y"/>
                                          </p:val>
                                        </p:tav>
                                      </p:tavLst>
                                    </p:anim>
                                  </p:childTnLst>
                                </p:cTn>
                              </p:par>
                              <p:par>
                                <p:cTn id="74" presetID="42" presetClass="entr" presetSubtype="0" fill="hold" grpId="0" nodeType="withEffect">
                                  <p:stCondLst>
                                    <p:cond delay="670"/>
                                  </p:stCondLst>
                                  <p:childTnLst>
                                    <p:set>
                                      <p:cBhvr>
                                        <p:cTn id="75" dur="1" fill="hold">
                                          <p:stCondLst>
                                            <p:cond delay="0"/>
                                          </p:stCondLst>
                                        </p:cTn>
                                        <p:tgtEl>
                                          <p:spTgt spid="19"/>
                                        </p:tgtEl>
                                        <p:attrNameLst>
                                          <p:attrName>style.visibility</p:attrName>
                                        </p:attrNameLst>
                                      </p:cBhvr>
                                      <p:to>
                                        <p:strVal val="visible"/>
                                      </p:to>
                                    </p:set>
                                    <p:animEffect transition="in" filter="fade">
                                      <p:cBhvr>
                                        <p:cTn id="76" dur="550"/>
                                        <p:tgtEl>
                                          <p:spTgt spid="19"/>
                                        </p:tgtEl>
                                      </p:cBhvr>
                                    </p:animEffect>
                                    <p:anim calcmode="lin" valueType="num">
                                      <p:cBhvr>
                                        <p:cTn id="77" dur="550" fill="hold"/>
                                        <p:tgtEl>
                                          <p:spTgt spid="19"/>
                                        </p:tgtEl>
                                        <p:attrNameLst>
                                          <p:attrName>ppt_x</p:attrName>
                                        </p:attrNameLst>
                                      </p:cBhvr>
                                      <p:tavLst>
                                        <p:tav tm="0">
                                          <p:val>
                                            <p:strVal val="#ppt_x"/>
                                          </p:val>
                                        </p:tav>
                                        <p:tav tm="100000">
                                          <p:val>
                                            <p:strVal val="#ppt_x"/>
                                          </p:val>
                                        </p:tav>
                                      </p:tavLst>
                                    </p:anim>
                                    <p:anim calcmode="lin" valueType="num">
                                      <p:cBhvr>
                                        <p:cTn id="78" dur="550" fill="hold"/>
                                        <p:tgtEl>
                                          <p:spTgt spid="19"/>
                                        </p:tgtEl>
                                        <p:attrNameLst>
                                          <p:attrName>ppt_y</p:attrName>
                                        </p:attrNameLst>
                                      </p:cBhvr>
                                      <p:tavLst>
                                        <p:tav tm="0">
                                          <p:val>
                                            <p:strVal val="#ppt_y+.1"/>
                                          </p:val>
                                        </p:tav>
                                        <p:tav tm="100000">
                                          <p:val>
                                            <p:strVal val="#ppt_y"/>
                                          </p:val>
                                        </p:tav>
                                      </p:tavLst>
                                    </p:anim>
                                  </p:childTnLst>
                                </p:cTn>
                              </p:par>
                              <p:par>
                                <p:cTn id="79" presetID="42" presetClass="entr" presetSubtype="0" fill="hold" nodeType="withEffect">
                                  <p:stCondLst>
                                    <p:cond delay="830"/>
                                  </p:stCondLst>
                                  <p:childTnLst>
                                    <p:set>
                                      <p:cBhvr>
                                        <p:cTn id="80" dur="1" fill="hold">
                                          <p:stCondLst>
                                            <p:cond delay="0"/>
                                          </p:stCondLst>
                                        </p:cTn>
                                        <p:tgtEl>
                                          <p:spTgt spid="20"/>
                                        </p:tgtEl>
                                        <p:attrNameLst>
                                          <p:attrName>style.visibility</p:attrName>
                                        </p:attrNameLst>
                                      </p:cBhvr>
                                      <p:to>
                                        <p:strVal val="visible"/>
                                      </p:to>
                                    </p:set>
                                    <p:animEffect transition="in" filter="fade">
                                      <p:cBhvr>
                                        <p:cTn id="81" dur="550"/>
                                        <p:tgtEl>
                                          <p:spTgt spid="20"/>
                                        </p:tgtEl>
                                      </p:cBhvr>
                                    </p:animEffect>
                                    <p:anim calcmode="lin" valueType="num">
                                      <p:cBhvr>
                                        <p:cTn id="82" dur="550" fill="hold"/>
                                        <p:tgtEl>
                                          <p:spTgt spid="20"/>
                                        </p:tgtEl>
                                        <p:attrNameLst>
                                          <p:attrName>ppt_x</p:attrName>
                                        </p:attrNameLst>
                                      </p:cBhvr>
                                      <p:tavLst>
                                        <p:tav tm="0">
                                          <p:val>
                                            <p:strVal val="#ppt_x"/>
                                          </p:val>
                                        </p:tav>
                                        <p:tav tm="100000">
                                          <p:val>
                                            <p:strVal val="#ppt_x"/>
                                          </p:val>
                                        </p:tav>
                                      </p:tavLst>
                                    </p:anim>
                                    <p:anim calcmode="lin" valueType="num">
                                      <p:cBhvr>
                                        <p:cTn id="83" dur="550" fill="hold"/>
                                        <p:tgtEl>
                                          <p:spTgt spid="20"/>
                                        </p:tgtEl>
                                        <p:attrNameLst>
                                          <p:attrName>ppt_y</p:attrName>
                                        </p:attrNameLst>
                                      </p:cBhvr>
                                      <p:tavLst>
                                        <p:tav tm="0">
                                          <p:val>
                                            <p:strVal val="#ppt_y+.1"/>
                                          </p:val>
                                        </p:tav>
                                        <p:tav tm="100000">
                                          <p:val>
                                            <p:strVal val="#ppt_y"/>
                                          </p:val>
                                        </p:tav>
                                      </p:tavLst>
                                    </p:anim>
                                  </p:childTnLst>
                                </p:cTn>
                              </p:par>
                              <p:par>
                                <p:cTn id="84" presetID="42" presetClass="entr" presetSubtype="0" fill="hold" nodeType="withEffect">
                                  <p:stCondLst>
                                    <p:cond delay="830"/>
                                  </p:stCondLst>
                                  <p:childTnLst>
                                    <p:set>
                                      <p:cBhvr>
                                        <p:cTn id="85" dur="1" fill="hold">
                                          <p:stCondLst>
                                            <p:cond delay="0"/>
                                          </p:stCondLst>
                                        </p:cTn>
                                        <p:tgtEl>
                                          <p:spTgt spid="21"/>
                                        </p:tgtEl>
                                        <p:attrNameLst>
                                          <p:attrName>style.visibility</p:attrName>
                                        </p:attrNameLst>
                                      </p:cBhvr>
                                      <p:to>
                                        <p:strVal val="visible"/>
                                      </p:to>
                                    </p:set>
                                    <p:animEffect transition="in" filter="fade">
                                      <p:cBhvr>
                                        <p:cTn id="86" dur="550"/>
                                        <p:tgtEl>
                                          <p:spTgt spid="21"/>
                                        </p:tgtEl>
                                      </p:cBhvr>
                                    </p:animEffect>
                                    <p:anim calcmode="lin" valueType="num">
                                      <p:cBhvr>
                                        <p:cTn id="87" dur="550" fill="hold"/>
                                        <p:tgtEl>
                                          <p:spTgt spid="21"/>
                                        </p:tgtEl>
                                        <p:attrNameLst>
                                          <p:attrName>ppt_x</p:attrName>
                                        </p:attrNameLst>
                                      </p:cBhvr>
                                      <p:tavLst>
                                        <p:tav tm="0">
                                          <p:val>
                                            <p:strVal val="#ppt_x"/>
                                          </p:val>
                                        </p:tav>
                                        <p:tav tm="100000">
                                          <p:val>
                                            <p:strVal val="#ppt_x"/>
                                          </p:val>
                                        </p:tav>
                                      </p:tavLst>
                                    </p:anim>
                                    <p:anim calcmode="lin" valueType="num">
                                      <p:cBhvr>
                                        <p:cTn id="88" dur="550" fill="hold"/>
                                        <p:tgtEl>
                                          <p:spTgt spid="21"/>
                                        </p:tgtEl>
                                        <p:attrNameLst>
                                          <p:attrName>ppt_y</p:attrName>
                                        </p:attrNameLst>
                                      </p:cBhvr>
                                      <p:tavLst>
                                        <p:tav tm="0">
                                          <p:val>
                                            <p:strVal val="#ppt_y+.1"/>
                                          </p:val>
                                        </p:tav>
                                        <p:tav tm="100000">
                                          <p:val>
                                            <p:strVal val="#ppt_y"/>
                                          </p:val>
                                        </p:tav>
                                      </p:tavLst>
                                    </p:anim>
                                  </p:childTnLst>
                                </p:cTn>
                              </p:par>
                              <p:par>
                                <p:cTn id="89" presetID="42" presetClass="entr" presetSubtype="0" fill="hold" nodeType="withEffect">
                                  <p:stCondLst>
                                    <p:cond delay="830"/>
                                  </p:stCondLst>
                                  <p:childTnLst>
                                    <p:set>
                                      <p:cBhvr>
                                        <p:cTn id="90" dur="1" fill="hold">
                                          <p:stCondLst>
                                            <p:cond delay="0"/>
                                          </p:stCondLst>
                                        </p:cTn>
                                        <p:tgtEl>
                                          <p:spTgt spid="22"/>
                                        </p:tgtEl>
                                        <p:attrNameLst>
                                          <p:attrName>style.visibility</p:attrName>
                                        </p:attrNameLst>
                                      </p:cBhvr>
                                      <p:to>
                                        <p:strVal val="visible"/>
                                      </p:to>
                                    </p:set>
                                    <p:animEffect transition="in" filter="fade">
                                      <p:cBhvr>
                                        <p:cTn id="91" dur="550"/>
                                        <p:tgtEl>
                                          <p:spTgt spid="22"/>
                                        </p:tgtEl>
                                      </p:cBhvr>
                                    </p:animEffect>
                                    <p:anim calcmode="lin" valueType="num">
                                      <p:cBhvr>
                                        <p:cTn id="92" dur="550" fill="hold"/>
                                        <p:tgtEl>
                                          <p:spTgt spid="22"/>
                                        </p:tgtEl>
                                        <p:attrNameLst>
                                          <p:attrName>ppt_x</p:attrName>
                                        </p:attrNameLst>
                                      </p:cBhvr>
                                      <p:tavLst>
                                        <p:tav tm="0">
                                          <p:val>
                                            <p:strVal val="#ppt_x"/>
                                          </p:val>
                                        </p:tav>
                                        <p:tav tm="100000">
                                          <p:val>
                                            <p:strVal val="#ppt_x"/>
                                          </p:val>
                                        </p:tav>
                                      </p:tavLst>
                                    </p:anim>
                                    <p:anim calcmode="lin" valueType="num">
                                      <p:cBhvr>
                                        <p:cTn id="93" dur="550" fill="hold"/>
                                        <p:tgtEl>
                                          <p:spTgt spid="22"/>
                                        </p:tgtEl>
                                        <p:attrNameLst>
                                          <p:attrName>ppt_y</p:attrName>
                                        </p:attrNameLst>
                                      </p:cBhvr>
                                      <p:tavLst>
                                        <p:tav tm="0">
                                          <p:val>
                                            <p:strVal val="#ppt_y+.1"/>
                                          </p:val>
                                        </p:tav>
                                        <p:tav tm="100000">
                                          <p:val>
                                            <p:strVal val="#ppt_y"/>
                                          </p:val>
                                        </p:tav>
                                      </p:tavLst>
                                    </p:anim>
                                  </p:childTnLst>
                                </p:cTn>
                              </p:par>
                              <p:par>
                                <p:cTn id="94" presetID="42" presetClass="entr" presetSubtype="0" fill="hold" grpId="0" nodeType="withEffect">
                                  <p:stCondLst>
                                    <p:cond delay="830"/>
                                  </p:stCondLst>
                                  <p:childTnLst>
                                    <p:set>
                                      <p:cBhvr>
                                        <p:cTn id="95" dur="1" fill="hold">
                                          <p:stCondLst>
                                            <p:cond delay="0"/>
                                          </p:stCondLst>
                                        </p:cTn>
                                        <p:tgtEl>
                                          <p:spTgt spid="23"/>
                                        </p:tgtEl>
                                        <p:attrNameLst>
                                          <p:attrName>style.visibility</p:attrName>
                                        </p:attrNameLst>
                                      </p:cBhvr>
                                      <p:to>
                                        <p:strVal val="visible"/>
                                      </p:to>
                                    </p:set>
                                    <p:animEffect transition="in" filter="fade">
                                      <p:cBhvr>
                                        <p:cTn id="96" dur="550"/>
                                        <p:tgtEl>
                                          <p:spTgt spid="23"/>
                                        </p:tgtEl>
                                      </p:cBhvr>
                                    </p:animEffect>
                                    <p:anim calcmode="lin" valueType="num">
                                      <p:cBhvr>
                                        <p:cTn id="97" dur="550" fill="hold"/>
                                        <p:tgtEl>
                                          <p:spTgt spid="23"/>
                                        </p:tgtEl>
                                        <p:attrNameLst>
                                          <p:attrName>ppt_x</p:attrName>
                                        </p:attrNameLst>
                                      </p:cBhvr>
                                      <p:tavLst>
                                        <p:tav tm="0">
                                          <p:val>
                                            <p:strVal val="#ppt_x"/>
                                          </p:val>
                                        </p:tav>
                                        <p:tav tm="100000">
                                          <p:val>
                                            <p:strVal val="#ppt_x"/>
                                          </p:val>
                                        </p:tav>
                                      </p:tavLst>
                                    </p:anim>
                                    <p:anim calcmode="lin" valueType="num">
                                      <p:cBhvr>
                                        <p:cTn id="98" dur="550" fill="hold"/>
                                        <p:tgtEl>
                                          <p:spTgt spid="23"/>
                                        </p:tgtEl>
                                        <p:attrNameLst>
                                          <p:attrName>ppt_y</p:attrName>
                                        </p:attrNameLst>
                                      </p:cBhvr>
                                      <p:tavLst>
                                        <p:tav tm="0">
                                          <p:val>
                                            <p:strVal val="#ppt_y+.1"/>
                                          </p:val>
                                        </p:tav>
                                        <p:tav tm="100000">
                                          <p:val>
                                            <p:strVal val="#ppt_y"/>
                                          </p:val>
                                        </p:tav>
                                      </p:tavLst>
                                    </p:anim>
                                  </p:childTnLst>
                                </p:cTn>
                              </p:par>
                              <p:par>
                                <p:cTn id="99" presetID="42" presetClass="entr" presetSubtype="0" fill="hold" grpId="0" nodeType="withEffect">
                                  <p:stCondLst>
                                    <p:cond delay="830"/>
                                  </p:stCondLst>
                                  <p:childTnLst>
                                    <p:set>
                                      <p:cBhvr>
                                        <p:cTn id="100" dur="1" fill="hold">
                                          <p:stCondLst>
                                            <p:cond delay="0"/>
                                          </p:stCondLst>
                                        </p:cTn>
                                        <p:tgtEl>
                                          <p:spTgt spid="24"/>
                                        </p:tgtEl>
                                        <p:attrNameLst>
                                          <p:attrName>style.visibility</p:attrName>
                                        </p:attrNameLst>
                                      </p:cBhvr>
                                      <p:to>
                                        <p:strVal val="visible"/>
                                      </p:to>
                                    </p:set>
                                    <p:animEffect transition="in" filter="fade">
                                      <p:cBhvr>
                                        <p:cTn id="101" dur="550"/>
                                        <p:tgtEl>
                                          <p:spTgt spid="24"/>
                                        </p:tgtEl>
                                      </p:cBhvr>
                                    </p:animEffect>
                                    <p:anim calcmode="lin" valueType="num">
                                      <p:cBhvr>
                                        <p:cTn id="102" dur="550" fill="hold"/>
                                        <p:tgtEl>
                                          <p:spTgt spid="24"/>
                                        </p:tgtEl>
                                        <p:attrNameLst>
                                          <p:attrName>ppt_x</p:attrName>
                                        </p:attrNameLst>
                                      </p:cBhvr>
                                      <p:tavLst>
                                        <p:tav tm="0">
                                          <p:val>
                                            <p:strVal val="#ppt_x"/>
                                          </p:val>
                                        </p:tav>
                                        <p:tav tm="100000">
                                          <p:val>
                                            <p:strVal val="#ppt_x"/>
                                          </p:val>
                                        </p:tav>
                                      </p:tavLst>
                                    </p:anim>
                                    <p:anim calcmode="lin" valueType="num">
                                      <p:cBhvr>
                                        <p:cTn id="103" dur="550" fill="hold"/>
                                        <p:tgtEl>
                                          <p:spTgt spid="24"/>
                                        </p:tgtEl>
                                        <p:attrNameLst>
                                          <p:attrName>ppt_y</p:attrName>
                                        </p:attrNameLst>
                                      </p:cBhvr>
                                      <p:tavLst>
                                        <p:tav tm="0">
                                          <p:val>
                                            <p:strVal val="#ppt_y+.1"/>
                                          </p:val>
                                        </p:tav>
                                        <p:tav tm="100000">
                                          <p:val>
                                            <p:strVal val="#ppt_y"/>
                                          </p:val>
                                        </p:tav>
                                      </p:tavLst>
                                    </p:anim>
                                  </p:childTnLst>
                                </p:cTn>
                              </p:par>
                              <p:par>
                                <p:cTn id="104" presetID="42" presetClass="entr" presetSubtype="0" fill="hold" nodeType="withEffect">
                                  <p:stCondLst>
                                    <p:cond delay="990"/>
                                  </p:stCondLst>
                                  <p:childTnLst>
                                    <p:set>
                                      <p:cBhvr>
                                        <p:cTn id="105" dur="1" fill="hold">
                                          <p:stCondLst>
                                            <p:cond delay="0"/>
                                          </p:stCondLst>
                                        </p:cTn>
                                        <p:tgtEl>
                                          <p:spTgt spid="25"/>
                                        </p:tgtEl>
                                        <p:attrNameLst>
                                          <p:attrName>style.visibility</p:attrName>
                                        </p:attrNameLst>
                                      </p:cBhvr>
                                      <p:to>
                                        <p:strVal val="visible"/>
                                      </p:to>
                                    </p:set>
                                    <p:animEffect transition="in" filter="fade">
                                      <p:cBhvr>
                                        <p:cTn id="106" dur="550"/>
                                        <p:tgtEl>
                                          <p:spTgt spid="25"/>
                                        </p:tgtEl>
                                      </p:cBhvr>
                                    </p:animEffect>
                                    <p:anim calcmode="lin" valueType="num">
                                      <p:cBhvr>
                                        <p:cTn id="107" dur="550" fill="hold"/>
                                        <p:tgtEl>
                                          <p:spTgt spid="25"/>
                                        </p:tgtEl>
                                        <p:attrNameLst>
                                          <p:attrName>ppt_x</p:attrName>
                                        </p:attrNameLst>
                                      </p:cBhvr>
                                      <p:tavLst>
                                        <p:tav tm="0">
                                          <p:val>
                                            <p:strVal val="#ppt_x"/>
                                          </p:val>
                                        </p:tav>
                                        <p:tav tm="100000">
                                          <p:val>
                                            <p:strVal val="#ppt_x"/>
                                          </p:val>
                                        </p:tav>
                                      </p:tavLst>
                                    </p:anim>
                                    <p:anim calcmode="lin" valueType="num">
                                      <p:cBhvr>
                                        <p:cTn id="108" dur="550" fill="hold"/>
                                        <p:tgtEl>
                                          <p:spTgt spid="25"/>
                                        </p:tgtEl>
                                        <p:attrNameLst>
                                          <p:attrName>ppt_y</p:attrName>
                                        </p:attrNameLst>
                                      </p:cBhvr>
                                      <p:tavLst>
                                        <p:tav tm="0">
                                          <p:val>
                                            <p:strVal val="#ppt_y+.1"/>
                                          </p:val>
                                        </p:tav>
                                        <p:tav tm="100000">
                                          <p:val>
                                            <p:strVal val="#ppt_y"/>
                                          </p:val>
                                        </p:tav>
                                      </p:tavLst>
                                    </p:anim>
                                  </p:childTnLst>
                                </p:cTn>
                              </p:par>
                              <p:par>
                                <p:cTn id="109" presetID="42" presetClass="entr" presetSubtype="0" fill="hold" nodeType="withEffect">
                                  <p:stCondLst>
                                    <p:cond delay="990"/>
                                  </p:stCondLst>
                                  <p:childTnLst>
                                    <p:set>
                                      <p:cBhvr>
                                        <p:cTn id="110" dur="1" fill="hold">
                                          <p:stCondLst>
                                            <p:cond delay="0"/>
                                          </p:stCondLst>
                                        </p:cTn>
                                        <p:tgtEl>
                                          <p:spTgt spid="26"/>
                                        </p:tgtEl>
                                        <p:attrNameLst>
                                          <p:attrName>style.visibility</p:attrName>
                                        </p:attrNameLst>
                                      </p:cBhvr>
                                      <p:to>
                                        <p:strVal val="visible"/>
                                      </p:to>
                                    </p:set>
                                    <p:animEffect transition="in" filter="fade">
                                      <p:cBhvr>
                                        <p:cTn id="111" dur="550"/>
                                        <p:tgtEl>
                                          <p:spTgt spid="26"/>
                                        </p:tgtEl>
                                      </p:cBhvr>
                                    </p:animEffect>
                                    <p:anim calcmode="lin" valueType="num">
                                      <p:cBhvr>
                                        <p:cTn id="112" dur="550" fill="hold"/>
                                        <p:tgtEl>
                                          <p:spTgt spid="26"/>
                                        </p:tgtEl>
                                        <p:attrNameLst>
                                          <p:attrName>ppt_x</p:attrName>
                                        </p:attrNameLst>
                                      </p:cBhvr>
                                      <p:tavLst>
                                        <p:tav tm="0">
                                          <p:val>
                                            <p:strVal val="#ppt_x"/>
                                          </p:val>
                                        </p:tav>
                                        <p:tav tm="100000">
                                          <p:val>
                                            <p:strVal val="#ppt_x"/>
                                          </p:val>
                                        </p:tav>
                                      </p:tavLst>
                                    </p:anim>
                                    <p:anim calcmode="lin" valueType="num">
                                      <p:cBhvr>
                                        <p:cTn id="113" dur="550" fill="hold"/>
                                        <p:tgtEl>
                                          <p:spTgt spid="26"/>
                                        </p:tgtEl>
                                        <p:attrNameLst>
                                          <p:attrName>ppt_y</p:attrName>
                                        </p:attrNameLst>
                                      </p:cBhvr>
                                      <p:tavLst>
                                        <p:tav tm="0">
                                          <p:val>
                                            <p:strVal val="#ppt_y+.1"/>
                                          </p:val>
                                        </p:tav>
                                        <p:tav tm="100000">
                                          <p:val>
                                            <p:strVal val="#ppt_y"/>
                                          </p:val>
                                        </p:tav>
                                      </p:tavLst>
                                    </p:anim>
                                  </p:childTnLst>
                                </p:cTn>
                              </p:par>
                              <p:par>
                                <p:cTn id="114" presetID="42" presetClass="entr" presetSubtype="0" fill="hold" nodeType="withEffect">
                                  <p:stCondLst>
                                    <p:cond delay="990"/>
                                  </p:stCondLst>
                                  <p:childTnLst>
                                    <p:set>
                                      <p:cBhvr>
                                        <p:cTn id="115" dur="1" fill="hold">
                                          <p:stCondLst>
                                            <p:cond delay="0"/>
                                          </p:stCondLst>
                                        </p:cTn>
                                        <p:tgtEl>
                                          <p:spTgt spid="27"/>
                                        </p:tgtEl>
                                        <p:attrNameLst>
                                          <p:attrName>style.visibility</p:attrName>
                                        </p:attrNameLst>
                                      </p:cBhvr>
                                      <p:to>
                                        <p:strVal val="visible"/>
                                      </p:to>
                                    </p:set>
                                    <p:animEffect transition="in" filter="fade">
                                      <p:cBhvr>
                                        <p:cTn id="116" dur="550"/>
                                        <p:tgtEl>
                                          <p:spTgt spid="27"/>
                                        </p:tgtEl>
                                      </p:cBhvr>
                                    </p:animEffect>
                                    <p:anim calcmode="lin" valueType="num">
                                      <p:cBhvr>
                                        <p:cTn id="117" dur="550" fill="hold"/>
                                        <p:tgtEl>
                                          <p:spTgt spid="27"/>
                                        </p:tgtEl>
                                        <p:attrNameLst>
                                          <p:attrName>ppt_x</p:attrName>
                                        </p:attrNameLst>
                                      </p:cBhvr>
                                      <p:tavLst>
                                        <p:tav tm="0">
                                          <p:val>
                                            <p:strVal val="#ppt_x"/>
                                          </p:val>
                                        </p:tav>
                                        <p:tav tm="100000">
                                          <p:val>
                                            <p:strVal val="#ppt_x"/>
                                          </p:val>
                                        </p:tav>
                                      </p:tavLst>
                                    </p:anim>
                                    <p:anim calcmode="lin" valueType="num">
                                      <p:cBhvr>
                                        <p:cTn id="118" dur="550" fill="hold"/>
                                        <p:tgtEl>
                                          <p:spTgt spid="27"/>
                                        </p:tgtEl>
                                        <p:attrNameLst>
                                          <p:attrName>ppt_y</p:attrName>
                                        </p:attrNameLst>
                                      </p:cBhvr>
                                      <p:tavLst>
                                        <p:tav tm="0">
                                          <p:val>
                                            <p:strVal val="#ppt_y+.1"/>
                                          </p:val>
                                        </p:tav>
                                        <p:tav tm="100000">
                                          <p:val>
                                            <p:strVal val="#ppt_y"/>
                                          </p:val>
                                        </p:tav>
                                      </p:tavLst>
                                    </p:anim>
                                  </p:childTnLst>
                                </p:cTn>
                              </p:par>
                              <p:par>
                                <p:cTn id="119" presetID="42" presetClass="entr" presetSubtype="0" fill="hold" grpId="0" nodeType="withEffect">
                                  <p:stCondLst>
                                    <p:cond delay="990"/>
                                  </p:stCondLst>
                                  <p:childTnLst>
                                    <p:set>
                                      <p:cBhvr>
                                        <p:cTn id="120" dur="1" fill="hold">
                                          <p:stCondLst>
                                            <p:cond delay="0"/>
                                          </p:stCondLst>
                                        </p:cTn>
                                        <p:tgtEl>
                                          <p:spTgt spid="28"/>
                                        </p:tgtEl>
                                        <p:attrNameLst>
                                          <p:attrName>style.visibility</p:attrName>
                                        </p:attrNameLst>
                                      </p:cBhvr>
                                      <p:to>
                                        <p:strVal val="visible"/>
                                      </p:to>
                                    </p:set>
                                    <p:animEffect transition="in" filter="fade">
                                      <p:cBhvr>
                                        <p:cTn id="121" dur="550"/>
                                        <p:tgtEl>
                                          <p:spTgt spid="28"/>
                                        </p:tgtEl>
                                      </p:cBhvr>
                                    </p:animEffect>
                                    <p:anim calcmode="lin" valueType="num">
                                      <p:cBhvr>
                                        <p:cTn id="122" dur="550" fill="hold"/>
                                        <p:tgtEl>
                                          <p:spTgt spid="28"/>
                                        </p:tgtEl>
                                        <p:attrNameLst>
                                          <p:attrName>ppt_x</p:attrName>
                                        </p:attrNameLst>
                                      </p:cBhvr>
                                      <p:tavLst>
                                        <p:tav tm="0">
                                          <p:val>
                                            <p:strVal val="#ppt_x"/>
                                          </p:val>
                                        </p:tav>
                                        <p:tav tm="100000">
                                          <p:val>
                                            <p:strVal val="#ppt_x"/>
                                          </p:val>
                                        </p:tav>
                                      </p:tavLst>
                                    </p:anim>
                                    <p:anim calcmode="lin" valueType="num">
                                      <p:cBhvr>
                                        <p:cTn id="123" dur="550" fill="hold"/>
                                        <p:tgtEl>
                                          <p:spTgt spid="28"/>
                                        </p:tgtEl>
                                        <p:attrNameLst>
                                          <p:attrName>ppt_y</p:attrName>
                                        </p:attrNameLst>
                                      </p:cBhvr>
                                      <p:tavLst>
                                        <p:tav tm="0">
                                          <p:val>
                                            <p:strVal val="#ppt_y+.1"/>
                                          </p:val>
                                        </p:tav>
                                        <p:tav tm="100000">
                                          <p:val>
                                            <p:strVal val="#ppt_y"/>
                                          </p:val>
                                        </p:tav>
                                      </p:tavLst>
                                    </p:anim>
                                  </p:childTnLst>
                                </p:cTn>
                              </p:par>
                              <p:par>
                                <p:cTn id="124" presetID="42" presetClass="entr" presetSubtype="0" fill="hold" grpId="0" nodeType="withEffect">
                                  <p:stCondLst>
                                    <p:cond delay="990"/>
                                  </p:stCondLst>
                                  <p:childTnLst>
                                    <p:set>
                                      <p:cBhvr>
                                        <p:cTn id="125" dur="1" fill="hold">
                                          <p:stCondLst>
                                            <p:cond delay="0"/>
                                          </p:stCondLst>
                                        </p:cTn>
                                        <p:tgtEl>
                                          <p:spTgt spid="29"/>
                                        </p:tgtEl>
                                        <p:attrNameLst>
                                          <p:attrName>style.visibility</p:attrName>
                                        </p:attrNameLst>
                                      </p:cBhvr>
                                      <p:to>
                                        <p:strVal val="visible"/>
                                      </p:to>
                                    </p:set>
                                    <p:animEffect transition="in" filter="fade">
                                      <p:cBhvr>
                                        <p:cTn id="126" dur="550"/>
                                        <p:tgtEl>
                                          <p:spTgt spid="29"/>
                                        </p:tgtEl>
                                      </p:cBhvr>
                                    </p:animEffect>
                                    <p:anim calcmode="lin" valueType="num">
                                      <p:cBhvr>
                                        <p:cTn id="127" dur="550" fill="hold"/>
                                        <p:tgtEl>
                                          <p:spTgt spid="29"/>
                                        </p:tgtEl>
                                        <p:attrNameLst>
                                          <p:attrName>ppt_x</p:attrName>
                                        </p:attrNameLst>
                                      </p:cBhvr>
                                      <p:tavLst>
                                        <p:tav tm="0">
                                          <p:val>
                                            <p:strVal val="#ppt_x"/>
                                          </p:val>
                                        </p:tav>
                                        <p:tav tm="100000">
                                          <p:val>
                                            <p:strVal val="#ppt_x"/>
                                          </p:val>
                                        </p:tav>
                                      </p:tavLst>
                                    </p:anim>
                                    <p:anim calcmode="lin" valueType="num">
                                      <p:cBhvr>
                                        <p:cTn id="128" dur="55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3" grpId="0" animBg="1"/>
      <p:bldP spid="14" grpId="0" animBg="1"/>
      <p:bldP spid="18" grpId="0" animBg="1"/>
      <p:bldP spid="19" grpId="0" animBg="1"/>
      <p:bldP spid="23" grpId="0" animBg="1"/>
      <p:bldP spid="24" grpId="0" animBg="1"/>
      <p:bldP spid="28" grpId="0" animBg="1"/>
      <p:bldP spid="2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Glow" descr="assets/glow_soft.png"/>
          <p:cNvPicPr>
            <a:picLocks noChangeAspect="1"/>
          </p:cNvPicPr>
          <p:nvPr/>
        </p:nvPicPr>
        <p:blipFill>
          <a:blip r:embed="rId4"/>
          <a:stretch>
            <a:fillRect/>
          </a:stretch>
        </p:blipFill>
        <p:spPr>
          <a:xfrm>
            <a:off x="5528462" y="-702259"/>
            <a:ext cx="8229600" cy="8229600"/>
          </a:xfrm>
          <a:prstGeom prst="rect">
            <a:avLst/>
          </a:prstGeom>
        </p:spPr>
      </p:pic>
      <p:sp>
        <p:nvSpPr>
          <p:cNvPr id="3" name="!!Ring1"/>
          <p:cNvSpPr/>
          <p:nvPr/>
        </p:nvSpPr>
        <p:spPr>
          <a:xfrm>
            <a:off x="5923483" y="3182112"/>
            <a:ext cx="7242048" cy="2040941"/>
          </a:xfrm>
          <a:prstGeom prst="ellipse">
            <a:avLst/>
          </a:prstGeom>
          <a:solidFill>
            <a:srgbClr val="5B2FD6">
              <a:alpha val="8000"/>
            </a:srgbClr>
          </a:solidFill>
          <a:ln w="15875">
            <a:solidFill>
              <a:srgbClr val="7C5CFF">
                <a:alpha val="70000"/>
              </a:srgbClr>
            </a:solidFill>
            <a:prstDash val="solid"/>
          </a:ln>
        </p:spPr>
      </p:sp>
      <p:sp>
        <p:nvSpPr>
          <p:cNvPr id="4" name="!!Ring2"/>
          <p:cNvSpPr/>
          <p:nvPr/>
        </p:nvSpPr>
        <p:spPr>
          <a:xfrm>
            <a:off x="5018227" y="3050438"/>
            <a:ext cx="9052560" cy="2633472"/>
          </a:xfrm>
          <a:prstGeom prst="ellipse">
            <a:avLst/>
          </a:prstGeom>
          <a:solidFill>
            <a:srgbClr val="5B2FD6">
              <a:alpha val="0"/>
            </a:srgbClr>
          </a:solidFill>
          <a:ln w="9525">
            <a:solidFill>
              <a:srgbClr val="7C5CFF">
                <a:alpha val="55000"/>
              </a:srgbClr>
            </a:solidFill>
            <a:prstDash val="dash"/>
          </a:ln>
        </p:spPr>
      </p:sp>
      <p:sp>
        <p:nvSpPr>
          <p:cNvPr id="5" name="S11_A00_fade_166"/>
          <p:cNvSpPr txBox="1"/>
          <p:nvPr/>
        </p:nvSpPr>
        <p:spPr>
          <a:xfrm>
            <a:off x="548640" y="960120"/>
            <a:ext cx="2743200" cy="274320"/>
          </a:xfrm>
          <a:prstGeom prst="rect">
            <a:avLst/>
          </a:prstGeom>
          <a:noFill/>
          <a:ln/>
        </p:spPr>
        <p:txBody>
          <a:bodyPr wrap="square" lIns="0" tIns="0" rIns="0" bIns="0" rtlCol="0" anchor="t"/>
          <a:lstStyle/>
          <a:p>
            <a:pPr marL="0" indent="0">
              <a:buNone/>
            </a:pPr>
            <a:r>
              <a:rPr lang="en-US" sz="1200" b="1" kern="0" spc="400" dirty="0">
                <a:solidFill>
                  <a:srgbClr val="5B2FD6"/>
                </a:solidFill>
                <a:latin typeface="Segoe UI" pitchFamily="34" charset="0"/>
                <a:ea typeface="Segoe UI" pitchFamily="34" charset="-122"/>
                <a:cs typeface="Segoe UI" pitchFamily="34" charset="-120"/>
              </a:rPr>
              <a:t>PARTIE</a:t>
            </a:r>
            <a:endParaRPr lang="en-US" sz="1200" dirty="0"/>
          </a:p>
        </p:txBody>
      </p:sp>
      <p:sp>
        <p:nvSpPr>
          <p:cNvPr id="6" name="S11_A01_zoom_167"/>
          <p:cNvSpPr txBox="1"/>
          <p:nvPr/>
        </p:nvSpPr>
        <p:spPr>
          <a:xfrm>
            <a:off x="411480" y="1188720"/>
            <a:ext cx="4572000" cy="1920240"/>
          </a:xfrm>
          <a:prstGeom prst="rect">
            <a:avLst/>
          </a:prstGeom>
          <a:noFill/>
          <a:ln/>
        </p:spPr>
        <p:txBody>
          <a:bodyPr wrap="square" lIns="0" tIns="0" rIns="0" bIns="0" rtlCol="0" anchor="ctr"/>
          <a:lstStyle/>
          <a:p>
            <a:pPr marL="0" indent="0">
              <a:buNone/>
            </a:pPr>
            <a:r>
              <a:rPr lang="en-US" sz="15000" dirty="0">
                <a:solidFill>
                  <a:srgbClr val="5B2FD6"/>
                </a:solidFill>
                <a:latin typeface="Segoe UI Black" pitchFamily="34" charset="0"/>
                <a:ea typeface="Segoe UI Black" pitchFamily="34" charset="-122"/>
                <a:cs typeface="Segoe UI Black" pitchFamily="34" charset="-120"/>
              </a:rPr>
              <a:t>04</a:t>
            </a:r>
            <a:endParaRPr lang="en-US" sz="15000" dirty="0"/>
          </a:p>
        </p:txBody>
      </p:sp>
      <p:sp>
        <p:nvSpPr>
          <p:cNvPr id="7" name="S11_A02_rise_168"/>
          <p:cNvSpPr txBox="1"/>
          <p:nvPr/>
        </p:nvSpPr>
        <p:spPr>
          <a:xfrm>
            <a:off x="548640" y="3246120"/>
            <a:ext cx="6400800" cy="1280160"/>
          </a:xfrm>
          <a:prstGeom prst="rect">
            <a:avLst/>
          </a:prstGeom>
          <a:noFill/>
          <a:ln/>
        </p:spPr>
        <p:txBody>
          <a:bodyPr wrap="square" lIns="0" tIns="0" rIns="0" bIns="0" rtlCol="0" anchor="t"/>
          <a:lstStyle/>
          <a:p>
            <a:pPr marL="0" indent="0">
              <a:buNone/>
            </a:pPr>
            <a:r>
              <a:rPr lang="en-US" sz="3600" dirty="0">
                <a:solidFill>
                  <a:srgbClr val="17132E"/>
                </a:solidFill>
                <a:latin typeface="Segoe UI Semibold" pitchFamily="34" charset="0"/>
                <a:ea typeface="Segoe UI Semibold" pitchFamily="34" charset="-122"/>
                <a:cs typeface="Segoe UI Semibold" pitchFamily="34" charset="-120"/>
              </a:rPr>
              <a:t>Méthodologie</a:t>
            </a:r>
            <a:endParaRPr lang="en-US" sz="3600" dirty="0"/>
          </a:p>
        </p:txBody>
      </p:sp>
      <p:sp>
        <p:nvSpPr>
          <p:cNvPr id="8" name="S11_A03_fade_169"/>
          <p:cNvSpPr txBox="1"/>
          <p:nvPr/>
        </p:nvSpPr>
        <p:spPr>
          <a:xfrm>
            <a:off x="548640" y="4617720"/>
            <a:ext cx="6400800" cy="731520"/>
          </a:xfrm>
          <a:prstGeom prst="rect">
            <a:avLst/>
          </a:prstGeom>
          <a:noFill/>
          <a:ln/>
        </p:spPr>
        <p:txBody>
          <a:bodyPr wrap="square" lIns="0" tIns="0" rIns="0" bIns="0" rtlCol="0" anchor="t"/>
          <a:lstStyle/>
          <a:p>
            <a:pPr marL="0" indent="0">
              <a:buNone/>
            </a:pPr>
            <a:r>
              <a:rPr lang="en-US" sz="1400" dirty="0">
                <a:solidFill>
                  <a:srgbClr val="3E3A56"/>
                </a:solidFill>
                <a:latin typeface="Segoe UI" pitchFamily="34" charset="0"/>
                <a:ea typeface="Segoe UI" pitchFamily="34" charset="-122"/>
                <a:cs typeface="Segoe UI" pitchFamily="34" charset="-120"/>
              </a:rPr>
              <a:t>UML · Processus 2TUP · Acteurs · Diagrammes · Architecture</a:t>
            </a:r>
            <a:endParaRPr lang="en-US" sz="1400" dirty="0"/>
          </a:p>
        </p:txBody>
      </p:sp>
      <p:sp>
        <p:nvSpPr>
          <p:cNvPr id="9" name="Text 6"/>
          <p:cNvSpPr txBox="1"/>
          <p:nvPr/>
        </p:nvSpPr>
        <p:spPr>
          <a:xfrm>
            <a:off x="8412480" y="6382512"/>
            <a:ext cx="3227832" cy="274320"/>
          </a:xfrm>
          <a:prstGeom prst="rect">
            <a:avLst/>
          </a:prstGeom>
          <a:noFill/>
          <a:ln/>
        </p:spPr>
        <p:txBody>
          <a:bodyPr wrap="square" lIns="0" tIns="0" rIns="0" bIns="0" rtlCol="0" anchor="ctr"/>
          <a:lstStyle/>
          <a:p>
            <a:pPr marL="0" indent="0" algn="r">
              <a:buNone/>
            </a:pPr>
            <a:r>
              <a:rPr lang="en-US" sz="900" dirty="0">
                <a:solidFill>
                  <a:srgbClr val="6E6A85"/>
                </a:solidFill>
                <a:latin typeface="Segoe UI" pitchFamily="34" charset="0"/>
                <a:ea typeface="Segoe UI" pitchFamily="34" charset="-122"/>
                <a:cs typeface="Segoe UI" pitchFamily="34" charset="-120"/>
              </a:rPr>
              <a:t>FEUNOU FOSSO Otniel</a:t>
            </a:r>
            <a:r>
              <a:rPr lang="en-US" sz="900" b="1" dirty="0">
                <a:solidFill>
                  <a:srgbClr val="5B2FD6"/>
                </a:solidFill>
                <a:latin typeface="Segoe UI" pitchFamily="34" charset="0"/>
                <a:ea typeface="Segoe UI" pitchFamily="34" charset="-122"/>
                <a:cs typeface="Segoe UI" pitchFamily="34" charset="-120"/>
              </a:rPr>
              <a:t>   11</a:t>
            </a:r>
            <a:endParaRPr lang="en-US" sz="900" dirty="0"/>
          </a:p>
        </p:txBody>
      </p:sp>
      <mc:AlternateContent xmlns:mc="http://schemas.openxmlformats.org/markup-compatibility/2006">
        <mc:Choice xmlns:am3d="http://schemas.microsoft.com/office/drawing/2017/model3d" Requires="am3d">
          <p:graphicFrame>
            <p:nvGraphicFramePr>
              <p:cNvPr id="10" name="!!GearBig" descr="Engrenage 3D animé">
                <a:extLst>
                  <a:ext uri="{FF2B5EF4-FFF2-40B4-BE49-F238E27FC236}">
                    <a16:creationId xmlns:a16="http://schemas.microsoft.com/office/drawing/2014/main" id="{711C41A1-3A6D-4774-8D8F-7FD4199FD038}"/>
                  </a:ext>
                </a:extLst>
              </p:cNvPr>
              <p:cNvGraphicFramePr>
                <a:graphicFrameLocks/>
              </p:cNvGraphicFramePr>
              <p:nvPr>
                <p:extLst>
                  <p:ext uri="{D42A27DB-BD31-4B8C-83A1-F6EECF244321}">
                    <p14:modId xmlns:p14="http://schemas.microsoft.com/office/powerpoint/2010/main" val="1865942293"/>
                  </p:ext>
                </p:extLst>
              </p:nvPr>
            </p:nvGraphicFramePr>
            <p:xfrm>
              <a:off x="6812280" y="1371600"/>
              <a:ext cx="3291840" cy="3291840"/>
            </p:xfrm>
            <a:graphic>
              <a:graphicData uri="http://schemas.microsoft.com/office/drawing/2017/model3d">
                <am3d:model3d r:embed="rId5" r:link="rId6">
                  <am3d:spPr>
                    <a:xfrm>
                      <a:off x="0" y="0"/>
                      <a:ext cx="3291840" cy="3291840"/>
                    </a:xfrm>
                    <a:prstGeom prst="rect">
                      <a:avLst/>
                    </a:prstGeom>
                  </am3d:spPr>
                  <am3d:camera>
                    <am3d:pos x="0" y="158400000" z="158400000"/>
                    <am3d:up dx="0" dy="36000000" dz="0"/>
                    <am3d:lookAt x="0" y="0" z="0"/>
                    <am3d:perspective fov="660000"/>
                  </am3d:camera>
                  <am3d:trans>
                    <am3d:meterPerModelUnit n="404766" d="1000000"/>
                    <am3d:preTrans dx="0" dy="0" dz="0"/>
                    <am3d:scale>
                      <am3d:sx n="1000000" d="1000000"/>
                      <am3d:sy n="1000000" d="1000000"/>
                      <am3d:sz n="1000000" d="1000000"/>
                    </am3d:scale>
                    <am3d:rot ay="1200000"/>
                    <am3d:postTrans dx="0" dy="0" dz="0"/>
                  </am3d:trans>
                  <am3d:raster rName="Office3DRenderer" rVer="16.0.8326">
                    <am3d:blip r:embed="rId7"/>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0" name="!!GearBig" descr="Engrenage 3D animé">
                <a:extLst>
                  <a:ext uri="{FF2B5EF4-FFF2-40B4-BE49-F238E27FC236}">
                    <a16:creationId xmlns:a16="http://schemas.microsoft.com/office/drawing/2014/main" id="{711C41A1-3A6D-4774-8D8F-7FD4199FD038}"/>
                  </a:ext>
                </a:extLst>
              </p:cNvPr>
              <p:cNvPicPr>
                <a:picLocks noGrp="1" noRot="1" noChangeAspect="1" noMove="1" noResize="1" noEditPoints="1" noAdjustHandles="1" noChangeArrowheads="1" noChangeShapeType="1" noCrop="1"/>
              </p:cNvPicPr>
              <p:nvPr/>
            </p:nvPicPr>
            <p:blipFill>
              <a:blip r:embed="rId7"/>
              <a:stretch>
                <a:fillRect/>
              </a:stretch>
            </p:blipFill>
            <p:spPr>
              <a:xfrm>
                <a:off x="6812280" y="1371600"/>
                <a:ext cx="3291840" cy="329184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11" name="!!GearSmall" descr="Engrenage 3D animé">
                <a:extLst>
                  <a:ext uri="{FF2B5EF4-FFF2-40B4-BE49-F238E27FC236}">
                    <a16:creationId xmlns:a16="http://schemas.microsoft.com/office/drawing/2014/main" id="{C701AC2B-92E7-47A4-AE6C-FEBE87618F80}"/>
                  </a:ext>
                </a:extLst>
              </p:cNvPr>
              <p:cNvGraphicFramePr>
                <a:graphicFrameLocks/>
              </p:cNvGraphicFramePr>
              <p:nvPr>
                <p:extLst>
                  <p:ext uri="{D42A27DB-BD31-4B8C-83A1-F6EECF244321}">
                    <p14:modId xmlns:p14="http://schemas.microsoft.com/office/powerpoint/2010/main" val="2043596152"/>
                  </p:ext>
                </p:extLst>
              </p:nvPr>
            </p:nvGraphicFramePr>
            <p:xfrm>
              <a:off x="9676181" y="2638958"/>
              <a:ext cx="2337206" cy="2337206"/>
            </p:xfrm>
            <a:graphic>
              <a:graphicData uri="http://schemas.microsoft.com/office/drawing/2017/model3d">
                <am3d:model3d r:embed="rId8" r:link="rId9">
                  <am3d:spPr>
                    <a:xfrm>
                      <a:off x="0" y="0"/>
                      <a:ext cx="2337206" cy="2337206"/>
                    </a:xfrm>
                    <a:prstGeom prst="rect">
                      <a:avLst/>
                    </a:prstGeom>
                  </am3d:spPr>
                  <am3d:camera>
                    <am3d:pos x="0" y="158400000" z="158400000"/>
                    <am3d:up dx="0" dy="36000000" dz="0"/>
                    <am3d:lookAt x="0" y="0" z="0"/>
                    <am3d:perspective fov="660000"/>
                  </am3d:camera>
                  <am3d:trans>
                    <am3d:meterPerModelUnit n="573084" d="1000000"/>
                    <am3d:preTrans dx="0" dy="0" dz="0"/>
                    <am3d:scale>
                      <am3d:sx n="1000000" d="1000000"/>
                      <am3d:sy n="1000000" d="1000000"/>
                      <am3d:sz n="1000000" d="1000000"/>
                    </am3d:scale>
                    <am3d:rot ay="9000000"/>
                    <am3d:postTrans dx="0" dy="0" dz="0"/>
                  </am3d:trans>
                  <am3d:raster rName="Office3DRenderer" rVer="16.0.8326">
                    <am3d:blip r:embed="rId10"/>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1" name="!!GearSmall" descr="Engrenage 3D animé">
                <a:extLst>
                  <a:ext uri="{FF2B5EF4-FFF2-40B4-BE49-F238E27FC236}">
                    <a16:creationId xmlns:a16="http://schemas.microsoft.com/office/drawing/2014/main" id="{C701AC2B-92E7-47A4-AE6C-FEBE87618F80}"/>
                  </a:ext>
                </a:extLst>
              </p:cNvPr>
              <p:cNvPicPr>
                <a:picLocks noGrp="1" noRot="1" noChangeAspect="1" noMove="1" noResize="1" noEditPoints="1" noAdjustHandles="1" noChangeArrowheads="1" noChangeShapeType="1" noCrop="1"/>
              </p:cNvPicPr>
              <p:nvPr/>
            </p:nvPicPr>
            <p:blipFill>
              <a:blip r:embed="rId10"/>
              <a:stretch>
                <a:fillRect/>
              </a:stretch>
            </p:blipFill>
            <p:spPr>
              <a:xfrm>
                <a:off x="9676181" y="2638958"/>
                <a:ext cx="2337206" cy="2337206"/>
              </a:xfrm>
              <a:prstGeom prst="rect">
                <a:avLst/>
              </a:prstGeom>
            </p:spPr>
          </p:pic>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8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mph" presetSubtype="128" repeatCount="indefinite" fill="hold" nodeType="withEffect">
                                  <p:stCondLst>
                                    <p:cond delay="0"/>
                                  </p:stCondLst>
                                  <p:childTnLst>
                                    <p:animRot by="21600000">
                                      <p:cBhvr>
                                        <p:cTn id="6" dur="10000" fill="hold"/>
                                        <p:tgtEl>
                                          <p:spTgt spid="10"/>
                                        </p:tgtEl>
                                        <p:attrNameLst>
                                          <p:attrName>3d.view.rotation.y</p:attrName>
                                        </p:attrNameLst>
                                      </p:cBhvr>
                                    </p:animRot>
                                  </p:childTnLst>
                                </p:cTn>
                              </p:par>
                              <p:par>
                                <p:cTn id="7" presetID="37" presetClass="emph" presetSubtype="128" repeatCount="indefinite" fill="hold" nodeType="withEffect">
                                  <p:stCondLst>
                                    <p:cond delay="0"/>
                                  </p:stCondLst>
                                  <p:childTnLst>
                                    <p:animRot by="-21600000">
                                      <p:cBhvr>
                                        <p:cTn id="8" dur="6667" fill="hold"/>
                                        <p:tgtEl>
                                          <p:spTgt spid="11"/>
                                        </p:tgtEl>
                                        <p:attrNameLst>
                                          <p:attrName>3d.view.rotation.y</p:attrName>
                                        </p:attrNameLst>
                                      </p:cBhvr>
                                    </p:animRot>
                                  </p:childTnLst>
                                </p:cTn>
                              </p:par>
                              <p:par>
                                <p:cTn id="9" presetID="10" presetClass="entr" presetSubtype="0" fill="hold" grpId="0" nodeType="withEffect">
                                  <p:stCondLst>
                                    <p:cond delay="35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50"/>
                                        <p:tgtEl>
                                          <p:spTgt spid="5"/>
                                        </p:tgtEl>
                                      </p:cBhvr>
                                    </p:animEffect>
                                  </p:childTnLst>
                                </p:cTn>
                              </p:par>
                              <p:par>
                                <p:cTn id="12" presetID="53" presetClass="entr" presetSubtype="16" fill="hold" grpId="0" nodeType="withEffect">
                                  <p:stCondLst>
                                    <p:cond delay="510"/>
                                  </p:stCondLst>
                                  <p:childTnLst>
                                    <p:set>
                                      <p:cBhvr>
                                        <p:cTn id="13" dur="1" fill="hold">
                                          <p:stCondLst>
                                            <p:cond delay="0"/>
                                          </p:stCondLst>
                                        </p:cTn>
                                        <p:tgtEl>
                                          <p:spTgt spid="6"/>
                                        </p:tgtEl>
                                        <p:attrNameLst>
                                          <p:attrName>style.visibility</p:attrName>
                                        </p:attrNameLst>
                                      </p:cBhvr>
                                      <p:to>
                                        <p:strVal val="visible"/>
                                      </p:to>
                                    </p:set>
                                    <p:anim calcmode="lin" valueType="num">
                                      <p:cBhvr>
                                        <p:cTn id="14" dur="550" fill="hold"/>
                                        <p:tgtEl>
                                          <p:spTgt spid="6"/>
                                        </p:tgtEl>
                                        <p:attrNameLst>
                                          <p:attrName>ppt_w</p:attrName>
                                        </p:attrNameLst>
                                      </p:cBhvr>
                                      <p:tavLst>
                                        <p:tav tm="0">
                                          <p:val>
                                            <p:fltVal val="0"/>
                                          </p:val>
                                        </p:tav>
                                        <p:tav tm="100000">
                                          <p:val>
                                            <p:strVal val="#ppt_w"/>
                                          </p:val>
                                        </p:tav>
                                      </p:tavLst>
                                    </p:anim>
                                    <p:anim calcmode="lin" valueType="num">
                                      <p:cBhvr>
                                        <p:cTn id="15" dur="550" fill="hold"/>
                                        <p:tgtEl>
                                          <p:spTgt spid="6"/>
                                        </p:tgtEl>
                                        <p:attrNameLst>
                                          <p:attrName>ppt_h</p:attrName>
                                        </p:attrNameLst>
                                      </p:cBhvr>
                                      <p:tavLst>
                                        <p:tav tm="0">
                                          <p:val>
                                            <p:fltVal val="0"/>
                                          </p:val>
                                        </p:tav>
                                        <p:tav tm="100000">
                                          <p:val>
                                            <p:strVal val="#ppt_h"/>
                                          </p:val>
                                        </p:tav>
                                      </p:tavLst>
                                    </p:anim>
                                    <p:animEffect transition="in" filter="fade">
                                      <p:cBhvr>
                                        <p:cTn id="16" dur="550"/>
                                        <p:tgtEl>
                                          <p:spTgt spid="6"/>
                                        </p:tgtEl>
                                      </p:cBhvr>
                                    </p:animEffect>
                                  </p:childTnLst>
                                </p:cTn>
                              </p:par>
                              <p:par>
                                <p:cTn id="17" presetID="42" presetClass="entr" presetSubtype="0" fill="hold" grpId="0" nodeType="withEffect">
                                  <p:stCondLst>
                                    <p:cond delay="67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50"/>
                                        <p:tgtEl>
                                          <p:spTgt spid="7"/>
                                        </p:tgtEl>
                                      </p:cBhvr>
                                    </p:animEffect>
                                    <p:anim calcmode="lin" valueType="num">
                                      <p:cBhvr>
                                        <p:cTn id="20" dur="550" fill="hold"/>
                                        <p:tgtEl>
                                          <p:spTgt spid="7"/>
                                        </p:tgtEl>
                                        <p:attrNameLst>
                                          <p:attrName>ppt_x</p:attrName>
                                        </p:attrNameLst>
                                      </p:cBhvr>
                                      <p:tavLst>
                                        <p:tav tm="0">
                                          <p:val>
                                            <p:strVal val="#ppt_x"/>
                                          </p:val>
                                        </p:tav>
                                        <p:tav tm="100000">
                                          <p:val>
                                            <p:strVal val="#ppt_x"/>
                                          </p:val>
                                        </p:tav>
                                      </p:tavLst>
                                    </p:anim>
                                    <p:anim calcmode="lin" valueType="num">
                                      <p:cBhvr>
                                        <p:cTn id="21" dur="550" fill="hold"/>
                                        <p:tgtEl>
                                          <p:spTgt spid="7"/>
                                        </p:tgtEl>
                                        <p:attrNameLst>
                                          <p:attrName>ppt_y</p:attrName>
                                        </p:attrNameLst>
                                      </p:cBhvr>
                                      <p:tavLst>
                                        <p:tav tm="0">
                                          <p:val>
                                            <p:strVal val="#ppt_y+.1"/>
                                          </p:val>
                                        </p:tav>
                                        <p:tav tm="100000">
                                          <p:val>
                                            <p:strVal val="#ppt_y"/>
                                          </p:val>
                                        </p:tav>
                                      </p:tavLst>
                                    </p:anim>
                                  </p:childTnLst>
                                </p:cTn>
                              </p:par>
                              <p:par>
                                <p:cTn id="22" presetID="10" presetClass="entr" presetSubtype="0" fill="hold" grpId="0" nodeType="withEffect">
                                  <p:stCondLst>
                                    <p:cond delay="83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Glow" descr="assets/glow_soft.png"/>
          <p:cNvPicPr>
            <a:picLocks noChangeAspect="1"/>
          </p:cNvPicPr>
          <p:nvPr/>
        </p:nvPicPr>
        <p:blipFill>
          <a:blip r:embed="rId4"/>
          <a:stretch>
            <a:fillRect/>
          </a:stretch>
        </p:blipFill>
        <p:spPr>
          <a:xfrm>
            <a:off x="9767621" y="-371246"/>
            <a:ext cx="2743200" cy="2743200"/>
          </a:xfrm>
          <a:prstGeom prst="rect">
            <a:avLst/>
          </a:prstGeom>
        </p:spPr>
      </p:pic>
      <p:sp>
        <p:nvSpPr>
          <p:cNvPr id="3" name="Text 0"/>
          <p:cNvSpPr txBox="1"/>
          <p:nvPr/>
        </p:nvSpPr>
        <p:spPr>
          <a:xfrm>
            <a:off x="548640" y="274320"/>
            <a:ext cx="9692640" cy="256032"/>
          </a:xfrm>
          <a:prstGeom prst="rect">
            <a:avLst/>
          </a:prstGeom>
          <a:noFill/>
          <a:ln/>
        </p:spPr>
        <p:txBody>
          <a:bodyPr wrap="square" lIns="0" tIns="0" rIns="0" bIns="0" rtlCol="0" anchor="t"/>
          <a:lstStyle/>
          <a:p>
            <a:pPr marL="0" indent="0">
              <a:buNone/>
            </a:pPr>
            <a:r>
              <a:rPr lang="en-US" sz="950" i="1" dirty="0">
                <a:solidFill>
                  <a:srgbClr val="6E6A85"/>
                </a:solidFill>
                <a:latin typeface="Segoe UI" pitchFamily="34" charset="0"/>
                <a:ea typeface="Segoe UI" pitchFamily="34" charset="-122"/>
                <a:cs typeface="Segoe UI" pitchFamily="34" charset="-120"/>
              </a:rPr>
              <a:t>Mise en place d’une plateforme intelligente d’assistance au dépannage et de mise en relation avec des techniciens</a:t>
            </a:r>
            <a:endParaRPr lang="en-US" sz="950" dirty="0"/>
          </a:p>
        </p:txBody>
      </p:sp>
      <p:sp>
        <p:nvSpPr>
          <p:cNvPr id="4" name="!!Kicker"/>
          <p:cNvSpPr txBox="1"/>
          <p:nvPr/>
        </p:nvSpPr>
        <p:spPr>
          <a:xfrm>
            <a:off x="548640" y="713232"/>
            <a:ext cx="9692640" cy="274320"/>
          </a:xfrm>
          <a:prstGeom prst="rect">
            <a:avLst/>
          </a:prstGeom>
          <a:noFill/>
          <a:ln/>
        </p:spPr>
        <p:txBody>
          <a:bodyPr wrap="square" lIns="0" tIns="0" rIns="0" bIns="0" rtlCol="0" anchor="t"/>
          <a:lstStyle/>
          <a:p>
            <a:pPr marL="0" indent="0">
              <a:buNone/>
            </a:pPr>
            <a:r>
              <a:rPr lang="en-US" sz="1100" b="1" kern="0" spc="200" dirty="0">
                <a:solidFill>
                  <a:srgbClr val="5B2FD6"/>
                </a:solidFill>
                <a:latin typeface="Segoe UI" pitchFamily="34" charset="0"/>
                <a:ea typeface="Segoe UI" pitchFamily="34" charset="-122"/>
                <a:cs typeface="Segoe UI" pitchFamily="34" charset="-120"/>
              </a:rPr>
              <a:t>04 · LANGAGE DE MODÉLISATION</a:t>
            </a:r>
            <a:endParaRPr lang="en-US" sz="1100" dirty="0"/>
          </a:p>
        </p:txBody>
      </p:sp>
      <p:sp>
        <p:nvSpPr>
          <p:cNvPr id="5" name="!!Title"/>
          <p:cNvSpPr txBox="1"/>
          <p:nvPr/>
        </p:nvSpPr>
        <p:spPr>
          <a:xfrm>
            <a:off x="548640" y="987552"/>
            <a:ext cx="9692640" cy="658368"/>
          </a:xfrm>
          <a:prstGeom prst="rect">
            <a:avLst/>
          </a:prstGeom>
          <a:noFill/>
          <a:ln/>
        </p:spPr>
        <p:txBody>
          <a:bodyPr wrap="square" lIns="0" tIns="0" rIns="0" bIns="0" rtlCol="0" anchor="ctr"/>
          <a:lstStyle/>
          <a:p>
            <a:pPr marL="0" indent="0">
              <a:buNone/>
            </a:pPr>
            <a:r>
              <a:rPr lang="en-US" sz="2800" dirty="0">
                <a:solidFill>
                  <a:srgbClr val="17132E"/>
                </a:solidFill>
                <a:latin typeface="Segoe UI Semibold" pitchFamily="34" charset="0"/>
                <a:ea typeface="Segoe UI Semibold" pitchFamily="34" charset="-122"/>
                <a:cs typeface="Segoe UI Semibold" pitchFamily="34" charset="-120"/>
              </a:rPr>
              <a:t>UML, le langage de modélisation retenu</a:t>
            </a:r>
            <a:endParaRPr lang="en-US" sz="2800" dirty="0"/>
          </a:p>
        </p:txBody>
      </p:sp>
      <p:sp>
        <p:nvSpPr>
          <p:cNvPr id="6" name="S12_A00_zoom_170"/>
          <p:cNvSpPr/>
          <p:nvPr/>
        </p:nvSpPr>
        <p:spPr>
          <a:xfrm>
            <a:off x="548640" y="1828800"/>
            <a:ext cx="4937760" cy="2971800"/>
          </a:xfrm>
          <a:prstGeom prst="roundRect">
            <a:avLst>
              <a:gd name="adj" fmla="val 4308"/>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pic>
        <p:nvPicPr>
          <p:cNvPr id="7" name="S12_A00_zoom_171" descr="assets/uml.jpg"/>
          <p:cNvPicPr>
            <a:picLocks noChangeAspect="1"/>
          </p:cNvPicPr>
          <p:nvPr/>
        </p:nvPicPr>
        <p:blipFill>
          <a:blip r:embed="rId5"/>
          <a:stretch>
            <a:fillRect/>
          </a:stretch>
        </p:blipFill>
        <p:spPr>
          <a:xfrm>
            <a:off x="731520" y="1965960"/>
            <a:ext cx="4572000" cy="2642616"/>
          </a:xfrm>
          <a:prstGeom prst="rect">
            <a:avLst/>
          </a:prstGeom>
        </p:spPr>
      </p:pic>
      <p:sp>
        <p:nvSpPr>
          <p:cNvPr id="8" name="S12_A01_rise_172"/>
          <p:cNvSpPr/>
          <p:nvPr/>
        </p:nvSpPr>
        <p:spPr>
          <a:xfrm>
            <a:off x="548640" y="4983480"/>
            <a:ext cx="4937760" cy="1188720"/>
          </a:xfrm>
          <a:prstGeom prst="roundRect">
            <a:avLst>
              <a:gd name="adj" fmla="val 12308"/>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9" name="S12_A01_rise_173"/>
          <p:cNvSpPr/>
          <p:nvPr/>
        </p:nvSpPr>
        <p:spPr>
          <a:xfrm>
            <a:off x="731520" y="5120640"/>
            <a:ext cx="1609344" cy="914400"/>
          </a:xfrm>
          <a:prstGeom prst="roundRect">
            <a:avLst>
              <a:gd name="adj" fmla="val 8000"/>
            </a:avLst>
          </a:prstGeom>
          <a:solidFill>
            <a:srgbClr val="FFFFFF"/>
          </a:solidFill>
          <a:ln w="12700">
            <a:solidFill>
              <a:srgbClr val="FFFFFF"/>
            </a:solidFill>
            <a:prstDash val="solid"/>
          </a:ln>
        </p:spPr>
      </p:sp>
      <p:pic>
        <p:nvPicPr>
          <p:cNvPr id="10" name="S12_A01_rise_174" descr="assets/poweramc.jpg"/>
          <p:cNvPicPr>
            <a:picLocks noChangeAspect="1"/>
          </p:cNvPicPr>
          <p:nvPr/>
        </p:nvPicPr>
        <p:blipFill>
          <a:blip r:embed="rId6"/>
          <a:stretch>
            <a:fillRect/>
          </a:stretch>
        </p:blipFill>
        <p:spPr>
          <a:xfrm>
            <a:off x="749808" y="5138928"/>
            <a:ext cx="1572768" cy="877824"/>
          </a:xfrm>
          <a:prstGeom prst="rect">
            <a:avLst/>
          </a:prstGeom>
        </p:spPr>
      </p:pic>
      <p:sp>
        <p:nvSpPr>
          <p:cNvPr id="11" name="S12_A01_rise_175"/>
          <p:cNvSpPr txBox="1"/>
          <p:nvPr/>
        </p:nvSpPr>
        <p:spPr>
          <a:xfrm>
            <a:off x="2560320" y="5230368"/>
            <a:ext cx="2743200" cy="228600"/>
          </a:xfrm>
          <a:prstGeom prst="rect">
            <a:avLst/>
          </a:prstGeom>
          <a:noFill/>
          <a:ln/>
        </p:spPr>
        <p:txBody>
          <a:bodyPr wrap="square" lIns="0" tIns="0" rIns="0" bIns="0" rtlCol="0" anchor="t"/>
          <a:lstStyle/>
          <a:p>
            <a:pPr marL="0" indent="0">
              <a:buNone/>
            </a:pPr>
            <a:r>
              <a:rPr lang="en-US" sz="900" b="1" kern="0" spc="150" dirty="0">
                <a:solidFill>
                  <a:srgbClr val="5B2FD6"/>
                </a:solidFill>
                <a:latin typeface="Segoe UI" pitchFamily="34" charset="0"/>
                <a:ea typeface="Segoe UI" pitchFamily="34" charset="-122"/>
                <a:cs typeface="Segoe UI" pitchFamily="34" charset="-120"/>
              </a:rPr>
              <a:t>OUTIL DE MODÉLISATION</a:t>
            </a:r>
            <a:endParaRPr lang="en-US" sz="900" dirty="0"/>
          </a:p>
        </p:txBody>
      </p:sp>
      <p:sp>
        <p:nvSpPr>
          <p:cNvPr id="12" name="S12_A01_rise_176"/>
          <p:cNvSpPr txBox="1"/>
          <p:nvPr/>
        </p:nvSpPr>
        <p:spPr>
          <a:xfrm>
            <a:off x="2560320" y="5486400"/>
            <a:ext cx="2743200" cy="365760"/>
          </a:xfrm>
          <a:prstGeom prst="rect">
            <a:avLst/>
          </a:prstGeom>
          <a:noFill/>
          <a:ln/>
        </p:spPr>
        <p:txBody>
          <a:bodyPr wrap="square" lIns="0" tIns="0" rIns="0" bIns="0" rtlCol="0" anchor="t"/>
          <a:lstStyle/>
          <a:p>
            <a:pPr marL="0" indent="0">
              <a:buNone/>
            </a:pPr>
            <a:r>
              <a:rPr lang="en-US" sz="1800" dirty="0">
                <a:solidFill>
                  <a:srgbClr val="17132E"/>
                </a:solidFill>
                <a:latin typeface="Segoe UI Semibold" pitchFamily="34" charset="0"/>
                <a:ea typeface="Segoe UI Semibold" pitchFamily="34" charset="-122"/>
                <a:cs typeface="Segoe UI Semibold" pitchFamily="34" charset="-120"/>
              </a:rPr>
              <a:t>PowerAMC</a:t>
            </a:r>
            <a:endParaRPr lang="en-US" sz="1800" dirty="0"/>
          </a:p>
        </p:txBody>
      </p:sp>
      <p:sp>
        <p:nvSpPr>
          <p:cNvPr id="13" name="S12_A02_fly_177"/>
          <p:cNvSpPr/>
          <p:nvPr/>
        </p:nvSpPr>
        <p:spPr>
          <a:xfrm>
            <a:off x="5760720" y="1828800"/>
            <a:ext cx="5879592" cy="1307592"/>
          </a:xfrm>
          <a:prstGeom prst="roundRect">
            <a:avLst>
              <a:gd name="adj" fmla="val 11189"/>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14" name="S12_A02_fly_178"/>
          <p:cNvSpPr/>
          <p:nvPr/>
        </p:nvSpPr>
        <p:spPr>
          <a:xfrm>
            <a:off x="6035040" y="2103120"/>
            <a:ext cx="758952" cy="758952"/>
          </a:xfrm>
          <a:prstGeom prst="ellipse">
            <a:avLst/>
          </a:prstGeom>
          <a:solidFill>
            <a:srgbClr val="9BE15D"/>
          </a:solidFill>
          <a:ln w="9525">
            <a:solidFill>
              <a:srgbClr val="7CC63F"/>
            </a:solidFill>
            <a:prstDash val="solid"/>
          </a:ln>
        </p:spPr>
      </p:sp>
      <p:pic>
        <p:nvPicPr>
          <p:cNvPr id="15" name="S12_A02_fly_179" descr="preencoded.png"/>
          <p:cNvPicPr>
            <a:picLocks noChangeAspect="1"/>
          </p:cNvPicPr>
          <p:nvPr/>
        </p:nvPicPr>
        <p:blipFill>
          <a:blip r:embed="rId7"/>
          <a:stretch>
            <a:fillRect/>
          </a:stretch>
        </p:blipFill>
        <p:spPr>
          <a:xfrm>
            <a:off x="6232368" y="2300448"/>
            <a:ext cx="364297" cy="364297"/>
          </a:xfrm>
          <a:prstGeom prst="rect">
            <a:avLst/>
          </a:prstGeom>
        </p:spPr>
      </p:pic>
      <p:sp>
        <p:nvSpPr>
          <p:cNvPr id="16" name="S12_A02_fly_180"/>
          <p:cNvSpPr txBox="1"/>
          <p:nvPr/>
        </p:nvSpPr>
        <p:spPr>
          <a:xfrm>
            <a:off x="7040880" y="2057400"/>
            <a:ext cx="4389120" cy="347472"/>
          </a:xfrm>
          <a:prstGeom prst="rect">
            <a:avLst/>
          </a:prstGeom>
          <a:noFill/>
          <a:ln/>
        </p:spPr>
        <p:txBody>
          <a:bodyPr wrap="square" lIns="0" tIns="0" rIns="0" bIns="0" rtlCol="0" anchor="t"/>
          <a:lstStyle/>
          <a:p>
            <a:pPr marL="0" indent="0">
              <a:buNone/>
            </a:pPr>
            <a:r>
              <a:rPr lang="en-US" sz="1600" dirty="0">
                <a:solidFill>
                  <a:srgbClr val="17132E"/>
                </a:solidFill>
                <a:latin typeface="Segoe UI Semibold" pitchFamily="34" charset="0"/>
                <a:ea typeface="Segoe UI Semibold" pitchFamily="34" charset="-122"/>
                <a:cs typeface="Segoe UI Semibold" pitchFamily="34" charset="-120"/>
              </a:rPr>
              <a:t>Orienté objet</a:t>
            </a:r>
            <a:endParaRPr lang="en-US" sz="1600" dirty="0"/>
          </a:p>
        </p:txBody>
      </p:sp>
      <p:sp>
        <p:nvSpPr>
          <p:cNvPr id="17" name="S12_A02_fly_181"/>
          <p:cNvSpPr txBox="1"/>
          <p:nvPr/>
        </p:nvSpPr>
        <p:spPr>
          <a:xfrm>
            <a:off x="7040880" y="2432304"/>
            <a:ext cx="4389120" cy="594360"/>
          </a:xfrm>
          <a:prstGeom prst="rect">
            <a:avLst/>
          </a:prstGeom>
          <a:noFill/>
          <a:ln/>
        </p:spPr>
        <p:txBody>
          <a:bodyPr wrap="square" lIns="0" tIns="0" rIns="0" bIns="0" rtlCol="0" anchor="t"/>
          <a:lstStyle/>
          <a:p>
            <a:pPr marL="0" indent="0">
              <a:buNone/>
            </a:pPr>
            <a:r>
              <a:rPr lang="en-US" sz="1200" dirty="0">
                <a:solidFill>
                  <a:srgbClr val="3E3A56"/>
                </a:solidFill>
                <a:latin typeface="Segoe UI" pitchFamily="34" charset="0"/>
                <a:ea typeface="Segoe UI" pitchFamily="34" charset="-122"/>
                <a:cs typeface="Segoe UI" pitchFamily="34" charset="-120"/>
              </a:rPr>
              <a:t>Il représente le système sous forme de classes, d’objets et de relations, au plus près du code.</a:t>
            </a:r>
            <a:endParaRPr lang="en-US" sz="1200" dirty="0"/>
          </a:p>
        </p:txBody>
      </p:sp>
      <p:sp>
        <p:nvSpPr>
          <p:cNvPr id="18" name="S12_A03_fly_182"/>
          <p:cNvSpPr/>
          <p:nvPr/>
        </p:nvSpPr>
        <p:spPr>
          <a:xfrm>
            <a:off x="5760720" y="3291840"/>
            <a:ext cx="5879592" cy="1307592"/>
          </a:xfrm>
          <a:prstGeom prst="roundRect">
            <a:avLst>
              <a:gd name="adj" fmla="val 11189"/>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19" name="S12_A03_fly_183"/>
          <p:cNvSpPr/>
          <p:nvPr/>
        </p:nvSpPr>
        <p:spPr>
          <a:xfrm>
            <a:off x="6035040" y="3566160"/>
            <a:ext cx="758952" cy="758952"/>
          </a:xfrm>
          <a:prstGeom prst="ellipse">
            <a:avLst/>
          </a:prstGeom>
          <a:solidFill>
            <a:srgbClr val="EEE9FD"/>
          </a:solidFill>
          <a:ln w="9525">
            <a:solidFill>
              <a:srgbClr val="D6CCFA"/>
            </a:solidFill>
            <a:prstDash val="solid"/>
          </a:ln>
        </p:spPr>
      </p:sp>
      <p:pic>
        <p:nvPicPr>
          <p:cNvPr id="20" name="S12_A03_fly_184" descr="preencoded.png"/>
          <p:cNvPicPr>
            <a:picLocks noChangeAspect="1"/>
          </p:cNvPicPr>
          <p:nvPr/>
        </p:nvPicPr>
        <p:blipFill>
          <a:blip r:embed="rId8"/>
          <a:stretch>
            <a:fillRect/>
          </a:stretch>
        </p:blipFill>
        <p:spPr>
          <a:xfrm>
            <a:off x="6232368" y="3763488"/>
            <a:ext cx="364297" cy="364297"/>
          </a:xfrm>
          <a:prstGeom prst="rect">
            <a:avLst/>
          </a:prstGeom>
        </p:spPr>
      </p:pic>
      <p:sp>
        <p:nvSpPr>
          <p:cNvPr id="21" name="S12_A03_fly_185"/>
          <p:cNvSpPr txBox="1"/>
          <p:nvPr/>
        </p:nvSpPr>
        <p:spPr>
          <a:xfrm>
            <a:off x="7040880" y="3520440"/>
            <a:ext cx="4389120" cy="347472"/>
          </a:xfrm>
          <a:prstGeom prst="rect">
            <a:avLst/>
          </a:prstGeom>
          <a:noFill/>
          <a:ln/>
        </p:spPr>
        <p:txBody>
          <a:bodyPr wrap="square" lIns="0" tIns="0" rIns="0" bIns="0" rtlCol="0" anchor="t"/>
          <a:lstStyle/>
          <a:p>
            <a:pPr marL="0" indent="0">
              <a:buNone/>
            </a:pPr>
            <a:r>
              <a:rPr lang="en-US" sz="1600" dirty="0">
                <a:solidFill>
                  <a:srgbClr val="17132E"/>
                </a:solidFill>
                <a:latin typeface="Segoe UI Semibold" pitchFamily="34" charset="0"/>
                <a:ea typeface="Segoe UI Semibold" pitchFamily="34" charset="-122"/>
                <a:cs typeface="Segoe UI Semibold" pitchFamily="34" charset="-120"/>
              </a:rPr>
              <a:t>Formel et normalisé</a:t>
            </a:r>
            <a:endParaRPr lang="en-US" sz="1600" dirty="0"/>
          </a:p>
        </p:txBody>
      </p:sp>
      <p:sp>
        <p:nvSpPr>
          <p:cNvPr id="22" name="S12_A03_fly_186"/>
          <p:cNvSpPr txBox="1"/>
          <p:nvPr/>
        </p:nvSpPr>
        <p:spPr>
          <a:xfrm>
            <a:off x="7040880" y="3895344"/>
            <a:ext cx="4389120" cy="594360"/>
          </a:xfrm>
          <a:prstGeom prst="rect">
            <a:avLst/>
          </a:prstGeom>
          <a:noFill/>
          <a:ln/>
        </p:spPr>
        <p:txBody>
          <a:bodyPr wrap="square" lIns="0" tIns="0" rIns="0" bIns="0" rtlCol="0" anchor="t"/>
          <a:lstStyle/>
          <a:p>
            <a:pPr marL="0" indent="0">
              <a:buNone/>
            </a:pPr>
            <a:r>
              <a:rPr lang="en-US" sz="1200" dirty="0">
                <a:solidFill>
                  <a:srgbClr val="3E3A56"/>
                </a:solidFill>
                <a:latin typeface="Segoe UI" pitchFamily="34" charset="0"/>
                <a:ea typeface="Segoe UI" pitchFamily="34" charset="-122"/>
                <a:cs typeface="Segoe UI" pitchFamily="34" charset="-120"/>
              </a:rPr>
              <a:t>Standard de l’OMG : une notation précise, reconnue et partagée par tous.</a:t>
            </a:r>
            <a:endParaRPr lang="en-US" sz="1200" dirty="0"/>
          </a:p>
        </p:txBody>
      </p:sp>
      <p:sp>
        <p:nvSpPr>
          <p:cNvPr id="23" name="S12_A04_fly_187"/>
          <p:cNvSpPr/>
          <p:nvPr/>
        </p:nvSpPr>
        <p:spPr>
          <a:xfrm>
            <a:off x="5760720" y="4754880"/>
            <a:ext cx="5879592" cy="1307592"/>
          </a:xfrm>
          <a:prstGeom prst="roundRect">
            <a:avLst>
              <a:gd name="adj" fmla="val 11189"/>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24" name="S12_A04_fly_188"/>
          <p:cNvSpPr/>
          <p:nvPr/>
        </p:nvSpPr>
        <p:spPr>
          <a:xfrm>
            <a:off x="6035040" y="5029200"/>
            <a:ext cx="758952" cy="758952"/>
          </a:xfrm>
          <a:prstGeom prst="ellipse">
            <a:avLst/>
          </a:prstGeom>
          <a:solidFill>
            <a:srgbClr val="EEE9FD"/>
          </a:solidFill>
          <a:ln w="9525">
            <a:solidFill>
              <a:srgbClr val="D6CCFA"/>
            </a:solidFill>
            <a:prstDash val="solid"/>
          </a:ln>
        </p:spPr>
      </p:sp>
      <p:pic>
        <p:nvPicPr>
          <p:cNvPr id="25" name="S12_A04_fly_189" descr="preencoded.png"/>
          <p:cNvPicPr>
            <a:picLocks noChangeAspect="1"/>
          </p:cNvPicPr>
          <p:nvPr/>
        </p:nvPicPr>
        <p:blipFill>
          <a:blip r:embed="rId9"/>
          <a:stretch>
            <a:fillRect/>
          </a:stretch>
        </p:blipFill>
        <p:spPr>
          <a:xfrm>
            <a:off x="6232368" y="5226528"/>
            <a:ext cx="364297" cy="364297"/>
          </a:xfrm>
          <a:prstGeom prst="rect">
            <a:avLst/>
          </a:prstGeom>
        </p:spPr>
      </p:pic>
      <p:sp>
        <p:nvSpPr>
          <p:cNvPr id="26" name="S12_A04_fly_190"/>
          <p:cNvSpPr txBox="1"/>
          <p:nvPr/>
        </p:nvSpPr>
        <p:spPr>
          <a:xfrm>
            <a:off x="7040880" y="4983480"/>
            <a:ext cx="4389120" cy="347472"/>
          </a:xfrm>
          <a:prstGeom prst="rect">
            <a:avLst/>
          </a:prstGeom>
          <a:noFill/>
          <a:ln/>
        </p:spPr>
        <p:txBody>
          <a:bodyPr wrap="square" lIns="0" tIns="0" rIns="0" bIns="0" rtlCol="0" anchor="t"/>
          <a:lstStyle/>
          <a:p>
            <a:pPr marL="0" indent="0">
              <a:buNone/>
            </a:pPr>
            <a:r>
              <a:rPr lang="en-US" sz="1600" dirty="0">
                <a:solidFill>
                  <a:srgbClr val="17132E"/>
                </a:solidFill>
                <a:latin typeface="Segoe UI Semibold" pitchFamily="34" charset="0"/>
                <a:ea typeface="Segoe UI Semibold" pitchFamily="34" charset="-122"/>
                <a:cs typeface="Segoe UI Semibold" pitchFamily="34" charset="-120"/>
              </a:rPr>
              <a:t>Support de communication performant</a:t>
            </a:r>
            <a:endParaRPr lang="en-US" sz="1600" dirty="0"/>
          </a:p>
        </p:txBody>
      </p:sp>
      <p:sp>
        <p:nvSpPr>
          <p:cNvPr id="27" name="S12_A04_fly_191"/>
          <p:cNvSpPr txBox="1"/>
          <p:nvPr/>
        </p:nvSpPr>
        <p:spPr>
          <a:xfrm>
            <a:off x="7040880" y="5358384"/>
            <a:ext cx="4389120" cy="594360"/>
          </a:xfrm>
          <a:prstGeom prst="rect">
            <a:avLst/>
          </a:prstGeom>
          <a:noFill/>
          <a:ln/>
        </p:spPr>
        <p:txBody>
          <a:bodyPr wrap="square" lIns="0" tIns="0" rIns="0" bIns="0" rtlCol="0" anchor="t"/>
          <a:lstStyle/>
          <a:p>
            <a:pPr marL="0" indent="0">
              <a:buNone/>
            </a:pPr>
            <a:r>
              <a:rPr lang="en-US" sz="1200" dirty="0">
                <a:solidFill>
                  <a:srgbClr val="3E3A56"/>
                </a:solidFill>
                <a:latin typeface="Segoe UI" pitchFamily="34" charset="0"/>
                <a:ea typeface="Segoe UI" pitchFamily="34" charset="-122"/>
                <a:cs typeface="Segoe UI" pitchFamily="34" charset="-120"/>
              </a:rPr>
              <a:t>Ses diagrammes facilitent les échanges entre développeurs, encadreurs et utilisateurs.</a:t>
            </a:r>
            <a:endParaRPr lang="en-US" sz="1200" dirty="0"/>
          </a:p>
        </p:txBody>
      </p:sp>
      <p:sp>
        <p:nvSpPr>
          <p:cNvPr id="28" name="!!NavPill"/>
          <p:cNvSpPr/>
          <p:nvPr/>
        </p:nvSpPr>
        <p:spPr>
          <a:xfrm>
            <a:off x="4059936" y="6382512"/>
            <a:ext cx="1097280" cy="274320"/>
          </a:xfrm>
          <a:prstGeom prst="roundRect">
            <a:avLst>
              <a:gd name="adj" fmla="val 50000"/>
            </a:avLst>
          </a:prstGeom>
          <a:solidFill>
            <a:srgbClr val="5B2FD6"/>
          </a:solidFill>
          <a:ln w="9525">
            <a:solidFill>
              <a:srgbClr val="7C5CFF"/>
            </a:solidFill>
            <a:prstDash val="solid"/>
          </a:ln>
        </p:spPr>
      </p:sp>
      <p:sp>
        <p:nvSpPr>
          <p:cNvPr id="29" name="Text 21"/>
          <p:cNvSpPr txBox="1"/>
          <p:nvPr/>
        </p:nvSpPr>
        <p:spPr>
          <a:xfrm>
            <a:off x="54864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Introduction</a:t>
            </a:r>
            <a:endParaRPr lang="en-US" sz="900" dirty="0"/>
          </a:p>
        </p:txBody>
      </p:sp>
      <p:sp>
        <p:nvSpPr>
          <p:cNvPr id="30" name="Text 22"/>
          <p:cNvSpPr txBox="1"/>
          <p:nvPr/>
        </p:nvSpPr>
        <p:spPr>
          <a:xfrm>
            <a:off x="1719072"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Entreprise</a:t>
            </a:r>
            <a:endParaRPr lang="en-US" sz="900" dirty="0"/>
          </a:p>
        </p:txBody>
      </p:sp>
      <p:sp>
        <p:nvSpPr>
          <p:cNvPr id="31" name="Text 23"/>
          <p:cNvSpPr txBox="1"/>
          <p:nvPr/>
        </p:nvSpPr>
        <p:spPr>
          <a:xfrm>
            <a:off x="2889504"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Contexte</a:t>
            </a:r>
            <a:endParaRPr lang="en-US" sz="900" dirty="0"/>
          </a:p>
        </p:txBody>
      </p:sp>
      <p:sp>
        <p:nvSpPr>
          <p:cNvPr id="32" name="Text 24"/>
          <p:cNvSpPr txBox="1"/>
          <p:nvPr/>
        </p:nvSpPr>
        <p:spPr>
          <a:xfrm>
            <a:off x="4059936" y="6382512"/>
            <a:ext cx="10972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Segoe UI" pitchFamily="34" charset="0"/>
                <a:ea typeface="Segoe UI" pitchFamily="34" charset="-122"/>
                <a:cs typeface="Segoe UI" pitchFamily="34" charset="-120"/>
              </a:rPr>
              <a:t>Méthodologie</a:t>
            </a:r>
            <a:endParaRPr lang="en-US" sz="900" dirty="0"/>
          </a:p>
        </p:txBody>
      </p:sp>
      <p:sp>
        <p:nvSpPr>
          <p:cNvPr id="33" name="Text 25"/>
          <p:cNvSpPr txBox="1"/>
          <p:nvPr/>
        </p:nvSpPr>
        <p:spPr>
          <a:xfrm>
            <a:off x="5230368"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Résultats</a:t>
            </a:r>
            <a:endParaRPr lang="en-US" sz="900" dirty="0"/>
          </a:p>
        </p:txBody>
      </p:sp>
      <p:sp>
        <p:nvSpPr>
          <p:cNvPr id="34" name="Text 26"/>
          <p:cNvSpPr txBox="1"/>
          <p:nvPr/>
        </p:nvSpPr>
        <p:spPr>
          <a:xfrm>
            <a:off x="640080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Conclusion</a:t>
            </a:r>
            <a:endParaRPr lang="en-US" sz="900" dirty="0"/>
          </a:p>
        </p:txBody>
      </p:sp>
      <p:sp>
        <p:nvSpPr>
          <p:cNvPr id="35" name="Text 27"/>
          <p:cNvSpPr txBox="1"/>
          <p:nvPr/>
        </p:nvSpPr>
        <p:spPr>
          <a:xfrm>
            <a:off x="8412480" y="6382512"/>
            <a:ext cx="3227832" cy="274320"/>
          </a:xfrm>
          <a:prstGeom prst="rect">
            <a:avLst/>
          </a:prstGeom>
          <a:noFill/>
          <a:ln/>
        </p:spPr>
        <p:txBody>
          <a:bodyPr wrap="square" lIns="0" tIns="0" rIns="0" bIns="0" rtlCol="0" anchor="ctr"/>
          <a:lstStyle/>
          <a:p>
            <a:pPr marL="0" indent="0" algn="r">
              <a:buNone/>
            </a:pPr>
            <a:r>
              <a:rPr lang="en-US" sz="900" dirty="0">
                <a:solidFill>
                  <a:srgbClr val="6E6A85"/>
                </a:solidFill>
                <a:latin typeface="Segoe UI" pitchFamily="34" charset="0"/>
                <a:ea typeface="Segoe UI" pitchFamily="34" charset="-122"/>
                <a:cs typeface="Segoe UI" pitchFamily="34" charset="-120"/>
              </a:rPr>
              <a:t>FEUNOU FOSSO Otniel</a:t>
            </a:r>
            <a:r>
              <a:rPr lang="en-US" sz="900" b="1" dirty="0">
                <a:solidFill>
                  <a:srgbClr val="5B2FD6"/>
                </a:solidFill>
                <a:latin typeface="Segoe UI" pitchFamily="34" charset="0"/>
                <a:ea typeface="Segoe UI" pitchFamily="34" charset="-122"/>
                <a:cs typeface="Segoe UI" pitchFamily="34" charset="-120"/>
              </a:rPr>
              <a:t>   12</a:t>
            </a:r>
            <a:endParaRPr lang="en-US" sz="900" dirty="0"/>
          </a:p>
        </p:txBody>
      </p:sp>
      <mc:AlternateContent xmlns:mc="http://schemas.openxmlformats.org/markup-compatibility/2006">
        <mc:Choice xmlns:am3d="http://schemas.microsoft.com/office/drawing/2017/model3d" Requires="am3d">
          <p:graphicFrame>
            <p:nvGraphicFramePr>
              <p:cNvPr id="36" name="!!GearBig" descr="Engrenage 3D animé">
                <a:extLst>
                  <a:ext uri="{FF2B5EF4-FFF2-40B4-BE49-F238E27FC236}">
                    <a16:creationId xmlns:a16="http://schemas.microsoft.com/office/drawing/2014/main" id="{30248D6F-7D32-428A-81A2-0F3FE08201ED}"/>
                  </a:ext>
                </a:extLst>
              </p:cNvPr>
              <p:cNvGraphicFramePr>
                <a:graphicFrameLocks/>
              </p:cNvGraphicFramePr>
              <p:nvPr>
                <p:extLst>
                  <p:ext uri="{D42A27DB-BD31-4B8C-83A1-F6EECF244321}">
                    <p14:modId xmlns:p14="http://schemas.microsoft.com/office/powerpoint/2010/main" val="1617638923"/>
                  </p:ext>
                </p:extLst>
              </p:nvPr>
            </p:nvGraphicFramePr>
            <p:xfrm>
              <a:off x="10195560" y="320040"/>
              <a:ext cx="1097280" cy="1097280"/>
            </p:xfrm>
            <a:graphic>
              <a:graphicData uri="http://schemas.microsoft.com/office/drawing/2017/model3d">
                <am3d:model3d r:embed="rId10" r:link="rId11">
                  <am3d:spPr>
                    <a:xfrm>
                      <a:off x="0" y="0"/>
                      <a:ext cx="1097280" cy="1097280"/>
                    </a:xfrm>
                    <a:prstGeom prst="rect">
                      <a:avLst/>
                    </a:prstGeom>
                  </am3d:spPr>
                  <am3d:camera>
                    <am3d:pos x="0" y="158400000" z="158400000"/>
                    <am3d:up dx="0" dy="36000000" dz="0"/>
                    <am3d:lookAt x="0" y="0" z="0"/>
                    <am3d:perspective fov="660000"/>
                  </am3d:camera>
                  <am3d:trans>
                    <am3d:meterPerModelUnit n="404766" d="1000000"/>
                    <am3d:preTrans dx="0" dy="0" dz="0"/>
                    <am3d:scale>
                      <am3d:sx n="1000000" d="1000000"/>
                      <am3d:sy n="1000000" d="1000000"/>
                      <am3d:sz n="1000000" d="1000000"/>
                    </am3d:scale>
                    <am3d:rot ay="7200000"/>
                    <am3d:postTrans dx="0" dy="0" dz="0"/>
                  </am3d:trans>
                  <am3d:raster rName="Office3DRenderer" rVer="16.0.8326">
                    <am3d:blip r:embed="rId12"/>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6" name="!!GearBig" descr="Engrenage 3D animé">
                <a:extLst>
                  <a:ext uri="{FF2B5EF4-FFF2-40B4-BE49-F238E27FC236}">
                    <a16:creationId xmlns:a16="http://schemas.microsoft.com/office/drawing/2014/main" id="{30248D6F-7D32-428A-81A2-0F3FE08201ED}"/>
                  </a:ext>
                </a:extLst>
              </p:cNvPr>
              <p:cNvPicPr>
                <a:picLocks noGrp="1" noRot="1" noChangeAspect="1" noMove="1" noResize="1" noEditPoints="1" noAdjustHandles="1" noChangeArrowheads="1" noChangeShapeType="1" noCrop="1"/>
              </p:cNvPicPr>
              <p:nvPr/>
            </p:nvPicPr>
            <p:blipFill>
              <a:blip r:embed="rId12"/>
              <a:stretch>
                <a:fillRect/>
              </a:stretch>
            </p:blipFill>
            <p:spPr>
              <a:xfrm>
                <a:off x="10195560" y="320040"/>
                <a:ext cx="1097280" cy="109728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37" name="!!GearSmall" descr="Engrenage 3D animé">
                <a:extLst>
                  <a:ext uri="{FF2B5EF4-FFF2-40B4-BE49-F238E27FC236}">
                    <a16:creationId xmlns:a16="http://schemas.microsoft.com/office/drawing/2014/main" id="{6046DFD5-1904-41A0-9D3A-7225EB318AE9}"/>
                  </a:ext>
                </a:extLst>
              </p:cNvPr>
              <p:cNvGraphicFramePr>
                <a:graphicFrameLocks/>
              </p:cNvGraphicFramePr>
              <p:nvPr>
                <p:extLst>
                  <p:ext uri="{D42A27DB-BD31-4B8C-83A1-F6EECF244321}">
                    <p14:modId xmlns:p14="http://schemas.microsoft.com/office/powerpoint/2010/main" val="505249974"/>
                  </p:ext>
                </p:extLst>
              </p:nvPr>
            </p:nvGraphicFramePr>
            <p:xfrm>
              <a:off x="11150194" y="742493"/>
              <a:ext cx="779069" cy="779069"/>
            </p:xfrm>
            <a:graphic>
              <a:graphicData uri="http://schemas.microsoft.com/office/drawing/2017/model3d">
                <am3d:model3d r:embed="rId13" r:link="rId14">
                  <am3d:spPr>
                    <a:xfrm>
                      <a:off x="0" y="0"/>
                      <a:ext cx="779069" cy="779069"/>
                    </a:xfrm>
                    <a:prstGeom prst="rect">
                      <a:avLst/>
                    </a:prstGeom>
                  </am3d:spPr>
                  <am3d:camera>
                    <am3d:pos x="0" y="158400000" z="158400000"/>
                    <am3d:up dx="0" dy="36000000" dz="0"/>
                    <am3d:lookAt x="0" y="0" z="0"/>
                    <am3d:perspective fov="660000"/>
                  </am3d:camera>
                  <am3d:trans>
                    <am3d:meterPerModelUnit n="573084" d="1000000"/>
                    <am3d:preTrans dx="0" dy="0" dz="0"/>
                    <am3d:scale>
                      <am3d:sx n="1000000" d="1000000"/>
                      <am3d:sy n="1000000" d="1000000"/>
                      <am3d:sz n="1000000" d="1000000"/>
                    </am3d:scale>
                    <am3d:rot/>
                    <am3d:postTrans dx="0" dy="0" dz="0"/>
                  </am3d:trans>
                  <am3d:raster rName="Office3DRenderer" rVer="16.0.8326">
                    <am3d:blip r:embed="rId15"/>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7" name="!!GearSmall" descr="Engrenage 3D animé">
                <a:extLst>
                  <a:ext uri="{FF2B5EF4-FFF2-40B4-BE49-F238E27FC236}">
                    <a16:creationId xmlns:a16="http://schemas.microsoft.com/office/drawing/2014/main" id="{6046DFD5-1904-41A0-9D3A-7225EB318AE9}"/>
                  </a:ext>
                </a:extLst>
              </p:cNvPr>
              <p:cNvPicPr>
                <a:picLocks noGrp="1" noRot="1" noChangeAspect="1" noMove="1" noResize="1" noEditPoints="1" noAdjustHandles="1" noChangeArrowheads="1" noChangeShapeType="1" noCrop="1"/>
              </p:cNvPicPr>
              <p:nvPr/>
            </p:nvPicPr>
            <p:blipFill>
              <a:blip r:embed="rId15"/>
              <a:stretch>
                <a:fillRect/>
              </a:stretch>
            </p:blipFill>
            <p:spPr>
              <a:xfrm>
                <a:off x="11150194" y="742493"/>
                <a:ext cx="779069" cy="779069"/>
              </a:xfrm>
              <a:prstGeom prst="rect">
                <a:avLst/>
              </a:prstGeom>
            </p:spPr>
          </p:pic>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mph" presetSubtype="128" repeatCount="indefinite" fill="hold" nodeType="withEffect">
                                  <p:stCondLst>
                                    <p:cond delay="0"/>
                                  </p:stCondLst>
                                  <p:childTnLst>
                                    <p:animRot by="21600000">
                                      <p:cBhvr>
                                        <p:cTn id="6" dur="16000" fill="hold"/>
                                        <p:tgtEl>
                                          <p:spTgt spid="36"/>
                                        </p:tgtEl>
                                        <p:attrNameLst>
                                          <p:attrName>3d.view.rotation.y</p:attrName>
                                        </p:attrNameLst>
                                      </p:cBhvr>
                                    </p:animRot>
                                  </p:childTnLst>
                                </p:cTn>
                              </p:par>
                              <p:par>
                                <p:cTn id="7" presetID="37" presetClass="emph" presetSubtype="128" repeatCount="indefinite" fill="hold" nodeType="withEffect">
                                  <p:stCondLst>
                                    <p:cond delay="0"/>
                                  </p:stCondLst>
                                  <p:childTnLst>
                                    <p:animRot by="-21600000">
                                      <p:cBhvr>
                                        <p:cTn id="8" dur="10667" fill="hold"/>
                                        <p:tgtEl>
                                          <p:spTgt spid="37"/>
                                        </p:tgtEl>
                                        <p:attrNameLst>
                                          <p:attrName>3d.view.rotation.y</p:attrName>
                                        </p:attrNameLst>
                                      </p:cBhvr>
                                    </p:animRot>
                                  </p:childTnLst>
                                </p:cTn>
                              </p:par>
                              <p:par>
                                <p:cTn id="9" presetID="53" presetClass="entr" presetSubtype="16" fill="hold" nodeType="withEffect">
                                  <p:stCondLst>
                                    <p:cond delay="350"/>
                                  </p:stCondLst>
                                  <p:childTnLst>
                                    <p:set>
                                      <p:cBhvr>
                                        <p:cTn id="10" dur="1" fill="hold">
                                          <p:stCondLst>
                                            <p:cond delay="0"/>
                                          </p:stCondLst>
                                        </p:cTn>
                                        <p:tgtEl>
                                          <p:spTgt spid="6"/>
                                        </p:tgtEl>
                                        <p:attrNameLst>
                                          <p:attrName>style.visibility</p:attrName>
                                        </p:attrNameLst>
                                      </p:cBhvr>
                                      <p:to>
                                        <p:strVal val="visible"/>
                                      </p:to>
                                    </p:set>
                                    <p:anim calcmode="lin" valueType="num">
                                      <p:cBhvr>
                                        <p:cTn id="11" dur="550" fill="hold"/>
                                        <p:tgtEl>
                                          <p:spTgt spid="6"/>
                                        </p:tgtEl>
                                        <p:attrNameLst>
                                          <p:attrName>ppt_w</p:attrName>
                                        </p:attrNameLst>
                                      </p:cBhvr>
                                      <p:tavLst>
                                        <p:tav tm="0">
                                          <p:val>
                                            <p:fltVal val="0"/>
                                          </p:val>
                                        </p:tav>
                                        <p:tav tm="100000">
                                          <p:val>
                                            <p:strVal val="#ppt_w"/>
                                          </p:val>
                                        </p:tav>
                                      </p:tavLst>
                                    </p:anim>
                                    <p:anim calcmode="lin" valueType="num">
                                      <p:cBhvr>
                                        <p:cTn id="12" dur="550" fill="hold"/>
                                        <p:tgtEl>
                                          <p:spTgt spid="6"/>
                                        </p:tgtEl>
                                        <p:attrNameLst>
                                          <p:attrName>ppt_h</p:attrName>
                                        </p:attrNameLst>
                                      </p:cBhvr>
                                      <p:tavLst>
                                        <p:tav tm="0">
                                          <p:val>
                                            <p:fltVal val="0"/>
                                          </p:val>
                                        </p:tav>
                                        <p:tav tm="100000">
                                          <p:val>
                                            <p:strVal val="#ppt_h"/>
                                          </p:val>
                                        </p:tav>
                                      </p:tavLst>
                                    </p:anim>
                                    <p:animEffect transition="in" filter="fade">
                                      <p:cBhvr>
                                        <p:cTn id="13" dur="550"/>
                                        <p:tgtEl>
                                          <p:spTgt spid="6"/>
                                        </p:tgtEl>
                                      </p:cBhvr>
                                    </p:animEffect>
                                  </p:childTnLst>
                                </p:cTn>
                              </p:par>
                              <p:par>
                                <p:cTn id="14" presetID="53" presetClass="entr" presetSubtype="16" fill="hold" nodeType="withEffect">
                                  <p:stCondLst>
                                    <p:cond delay="350"/>
                                  </p:stCondLst>
                                  <p:childTnLst>
                                    <p:set>
                                      <p:cBhvr>
                                        <p:cTn id="15" dur="1" fill="hold">
                                          <p:stCondLst>
                                            <p:cond delay="0"/>
                                          </p:stCondLst>
                                        </p:cTn>
                                        <p:tgtEl>
                                          <p:spTgt spid="7"/>
                                        </p:tgtEl>
                                        <p:attrNameLst>
                                          <p:attrName>style.visibility</p:attrName>
                                        </p:attrNameLst>
                                      </p:cBhvr>
                                      <p:to>
                                        <p:strVal val="visible"/>
                                      </p:to>
                                    </p:set>
                                    <p:anim calcmode="lin" valueType="num">
                                      <p:cBhvr>
                                        <p:cTn id="16" dur="550" fill="hold"/>
                                        <p:tgtEl>
                                          <p:spTgt spid="7"/>
                                        </p:tgtEl>
                                        <p:attrNameLst>
                                          <p:attrName>ppt_w</p:attrName>
                                        </p:attrNameLst>
                                      </p:cBhvr>
                                      <p:tavLst>
                                        <p:tav tm="0">
                                          <p:val>
                                            <p:fltVal val="0"/>
                                          </p:val>
                                        </p:tav>
                                        <p:tav tm="100000">
                                          <p:val>
                                            <p:strVal val="#ppt_w"/>
                                          </p:val>
                                        </p:tav>
                                      </p:tavLst>
                                    </p:anim>
                                    <p:anim calcmode="lin" valueType="num">
                                      <p:cBhvr>
                                        <p:cTn id="17" dur="550" fill="hold"/>
                                        <p:tgtEl>
                                          <p:spTgt spid="7"/>
                                        </p:tgtEl>
                                        <p:attrNameLst>
                                          <p:attrName>ppt_h</p:attrName>
                                        </p:attrNameLst>
                                      </p:cBhvr>
                                      <p:tavLst>
                                        <p:tav tm="0">
                                          <p:val>
                                            <p:fltVal val="0"/>
                                          </p:val>
                                        </p:tav>
                                        <p:tav tm="100000">
                                          <p:val>
                                            <p:strVal val="#ppt_h"/>
                                          </p:val>
                                        </p:tav>
                                      </p:tavLst>
                                    </p:anim>
                                    <p:animEffect transition="in" filter="fade">
                                      <p:cBhvr>
                                        <p:cTn id="18" dur="550"/>
                                        <p:tgtEl>
                                          <p:spTgt spid="7"/>
                                        </p:tgtEl>
                                      </p:cBhvr>
                                    </p:animEffect>
                                  </p:childTnLst>
                                </p:cTn>
                              </p:par>
                              <p:par>
                                <p:cTn id="19" presetID="42" presetClass="entr" presetSubtype="0" fill="hold" nodeType="withEffect">
                                  <p:stCondLst>
                                    <p:cond delay="51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50"/>
                                        <p:tgtEl>
                                          <p:spTgt spid="8"/>
                                        </p:tgtEl>
                                      </p:cBhvr>
                                    </p:animEffect>
                                    <p:anim calcmode="lin" valueType="num">
                                      <p:cBhvr>
                                        <p:cTn id="22" dur="550" fill="hold"/>
                                        <p:tgtEl>
                                          <p:spTgt spid="8"/>
                                        </p:tgtEl>
                                        <p:attrNameLst>
                                          <p:attrName>ppt_x</p:attrName>
                                        </p:attrNameLst>
                                      </p:cBhvr>
                                      <p:tavLst>
                                        <p:tav tm="0">
                                          <p:val>
                                            <p:strVal val="#ppt_x"/>
                                          </p:val>
                                        </p:tav>
                                        <p:tav tm="100000">
                                          <p:val>
                                            <p:strVal val="#ppt_x"/>
                                          </p:val>
                                        </p:tav>
                                      </p:tavLst>
                                    </p:anim>
                                    <p:anim calcmode="lin" valueType="num">
                                      <p:cBhvr>
                                        <p:cTn id="23" dur="550" fill="hold"/>
                                        <p:tgtEl>
                                          <p:spTgt spid="8"/>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51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50"/>
                                        <p:tgtEl>
                                          <p:spTgt spid="9"/>
                                        </p:tgtEl>
                                      </p:cBhvr>
                                    </p:animEffect>
                                    <p:anim calcmode="lin" valueType="num">
                                      <p:cBhvr>
                                        <p:cTn id="27" dur="550" fill="hold"/>
                                        <p:tgtEl>
                                          <p:spTgt spid="9"/>
                                        </p:tgtEl>
                                        <p:attrNameLst>
                                          <p:attrName>ppt_x</p:attrName>
                                        </p:attrNameLst>
                                      </p:cBhvr>
                                      <p:tavLst>
                                        <p:tav tm="0">
                                          <p:val>
                                            <p:strVal val="#ppt_x"/>
                                          </p:val>
                                        </p:tav>
                                        <p:tav tm="100000">
                                          <p:val>
                                            <p:strVal val="#ppt_x"/>
                                          </p:val>
                                        </p:tav>
                                      </p:tavLst>
                                    </p:anim>
                                    <p:anim calcmode="lin" valueType="num">
                                      <p:cBhvr>
                                        <p:cTn id="28" dur="550" fill="hold"/>
                                        <p:tgtEl>
                                          <p:spTgt spid="9"/>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51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50"/>
                                        <p:tgtEl>
                                          <p:spTgt spid="10"/>
                                        </p:tgtEl>
                                      </p:cBhvr>
                                    </p:animEffect>
                                    <p:anim calcmode="lin" valueType="num">
                                      <p:cBhvr>
                                        <p:cTn id="32" dur="550" fill="hold"/>
                                        <p:tgtEl>
                                          <p:spTgt spid="10"/>
                                        </p:tgtEl>
                                        <p:attrNameLst>
                                          <p:attrName>ppt_x</p:attrName>
                                        </p:attrNameLst>
                                      </p:cBhvr>
                                      <p:tavLst>
                                        <p:tav tm="0">
                                          <p:val>
                                            <p:strVal val="#ppt_x"/>
                                          </p:val>
                                        </p:tav>
                                        <p:tav tm="100000">
                                          <p:val>
                                            <p:strVal val="#ppt_x"/>
                                          </p:val>
                                        </p:tav>
                                      </p:tavLst>
                                    </p:anim>
                                    <p:anim calcmode="lin" valueType="num">
                                      <p:cBhvr>
                                        <p:cTn id="33" dur="550" fill="hold"/>
                                        <p:tgtEl>
                                          <p:spTgt spid="10"/>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51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550"/>
                                        <p:tgtEl>
                                          <p:spTgt spid="11"/>
                                        </p:tgtEl>
                                      </p:cBhvr>
                                    </p:animEffect>
                                    <p:anim calcmode="lin" valueType="num">
                                      <p:cBhvr>
                                        <p:cTn id="37" dur="550" fill="hold"/>
                                        <p:tgtEl>
                                          <p:spTgt spid="11"/>
                                        </p:tgtEl>
                                        <p:attrNameLst>
                                          <p:attrName>ppt_x</p:attrName>
                                        </p:attrNameLst>
                                      </p:cBhvr>
                                      <p:tavLst>
                                        <p:tav tm="0">
                                          <p:val>
                                            <p:strVal val="#ppt_x"/>
                                          </p:val>
                                        </p:tav>
                                        <p:tav tm="100000">
                                          <p:val>
                                            <p:strVal val="#ppt_x"/>
                                          </p:val>
                                        </p:tav>
                                      </p:tavLst>
                                    </p:anim>
                                    <p:anim calcmode="lin" valueType="num">
                                      <p:cBhvr>
                                        <p:cTn id="38" dur="550" fill="hold"/>
                                        <p:tgtEl>
                                          <p:spTgt spid="11"/>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51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550"/>
                                        <p:tgtEl>
                                          <p:spTgt spid="12"/>
                                        </p:tgtEl>
                                      </p:cBhvr>
                                    </p:animEffect>
                                    <p:anim calcmode="lin" valueType="num">
                                      <p:cBhvr>
                                        <p:cTn id="42" dur="550" fill="hold"/>
                                        <p:tgtEl>
                                          <p:spTgt spid="12"/>
                                        </p:tgtEl>
                                        <p:attrNameLst>
                                          <p:attrName>ppt_x</p:attrName>
                                        </p:attrNameLst>
                                      </p:cBhvr>
                                      <p:tavLst>
                                        <p:tav tm="0">
                                          <p:val>
                                            <p:strVal val="#ppt_x"/>
                                          </p:val>
                                        </p:tav>
                                        <p:tav tm="100000">
                                          <p:val>
                                            <p:strVal val="#ppt_x"/>
                                          </p:val>
                                        </p:tav>
                                      </p:tavLst>
                                    </p:anim>
                                    <p:anim calcmode="lin" valueType="num">
                                      <p:cBhvr>
                                        <p:cTn id="43" dur="550" fill="hold"/>
                                        <p:tgtEl>
                                          <p:spTgt spid="12"/>
                                        </p:tgtEl>
                                        <p:attrNameLst>
                                          <p:attrName>ppt_y</p:attrName>
                                        </p:attrNameLst>
                                      </p:cBhvr>
                                      <p:tavLst>
                                        <p:tav tm="0">
                                          <p:val>
                                            <p:strVal val="#ppt_y+.1"/>
                                          </p:val>
                                        </p:tav>
                                        <p:tav tm="100000">
                                          <p:val>
                                            <p:strVal val="#ppt_y"/>
                                          </p:val>
                                        </p:tav>
                                      </p:tavLst>
                                    </p:anim>
                                  </p:childTnLst>
                                </p:cTn>
                              </p:par>
                              <p:par>
                                <p:cTn id="44" presetID="2" presetClass="entr" presetSubtype="2" fill="hold" nodeType="withEffect">
                                  <p:stCondLst>
                                    <p:cond delay="670"/>
                                  </p:stCondLst>
                                  <p:childTnLst>
                                    <p:set>
                                      <p:cBhvr>
                                        <p:cTn id="45" dur="1" fill="hold">
                                          <p:stCondLst>
                                            <p:cond delay="0"/>
                                          </p:stCondLst>
                                        </p:cTn>
                                        <p:tgtEl>
                                          <p:spTgt spid="13"/>
                                        </p:tgtEl>
                                        <p:attrNameLst>
                                          <p:attrName>style.visibility</p:attrName>
                                        </p:attrNameLst>
                                      </p:cBhvr>
                                      <p:to>
                                        <p:strVal val="visible"/>
                                      </p:to>
                                    </p:set>
                                    <p:anim calcmode="lin" valueType="num">
                                      <p:cBhvr additive="base">
                                        <p:cTn id="46" dur="500" fill="hold"/>
                                        <p:tgtEl>
                                          <p:spTgt spid="13"/>
                                        </p:tgtEl>
                                        <p:attrNameLst>
                                          <p:attrName>ppt_x</p:attrName>
                                        </p:attrNameLst>
                                      </p:cBhvr>
                                      <p:tavLst>
                                        <p:tav tm="0">
                                          <p:val>
                                            <p:strVal val="1+#ppt_w/2"/>
                                          </p:val>
                                        </p:tav>
                                        <p:tav tm="100000">
                                          <p:val>
                                            <p:strVal val="#ppt_x"/>
                                          </p:val>
                                        </p:tav>
                                      </p:tavLst>
                                    </p:anim>
                                    <p:anim calcmode="lin" valueType="num">
                                      <p:cBhvr additive="base">
                                        <p:cTn id="47" dur="500" fill="hold"/>
                                        <p:tgtEl>
                                          <p:spTgt spid="13"/>
                                        </p:tgtEl>
                                        <p:attrNameLst>
                                          <p:attrName>ppt_y</p:attrName>
                                        </p:attrNameLst>
                                      </p:cBhvr>
                                      <p:tavLst>
                                        <p:tav tm="0">
                                          <p:val>
                                            <p:strVal val="#ppt_y"/>
                                          </p:val>
                                        </p:tav>
                                        <p:tav tm="100000">
                                          <p:val>
                                            <p:strVal val="#ppt_y"/>
                                          </p:val>
                                        </p:tav>
                                      </p:tavLst>
                                    </p:anim>
                                  </p:childTnLst>
                                </p:cTn>
                              </p:par>
                              <p:par>
                                <p:cTn id="48" presetID="2" presetClass="entr" presetSubtype="2" fill="hold" nodeType="withEffect">
                                  <p:stCondLst>
                                    <p:cond delay="670"/>
                                  </p:stCondLst>
                                  <p:childTnLst>
                                    <p:set>
                                      <p:cBhvr>
                                        <p:cTn id="49" dur="1" fill="hold">
                                          <p:stCondLst>
                                            <p:cond delay="0"/>
                                          </p:stCondLst>
                                        </p:cTn>
                                        <p:tgtEl>
                                          <p:spTgt spid="14"/>
                                        </p:tgtEl>
                                        <p:attrNameLst>
                                          <p:attrName>style.visibility</p:attrName>
                                        </p:attrNameLst>
                                      </p:cBhvr>
                                      <p:to>
                                        <p:strVal val="visible"/>
                                      </p:to>
                                    </p:set>
                                    <p:anim calcmode="lin" valueType="num">
                                      <p:cBhvr additive="base">
                                        <p:cTn id="50" dur="500" fill="hold"/>
                                        <p:tgtEl>
                                          <p:spTgt spid="14"/>
                                        </p:tgtEl>
                                        <p:attrNameLst>
                                          <p:attrName>ppt_x</p:attrName>
                                        </p:attrNameLst>
                                      </p:cBhvr>
                                      <p:tavLst>
                                        <p:tav tm="0">
                                          <p:val>
                                            <p:strVal val="1+#ppt_w/2"/>
                                          </p:val>
                                        </p:tav>
                                        <p:tav tm="100000">
                                          <p:val>
                                            <p:strVal val="#ppt_x"/>
                                          </p:val>
                                        </p:tav>
                                      </p:tavLst>
                                    </p:anim>
                                    <p:anim calcmode="lin" valueType="num">
                                      <p:cBhvr additive="base">
                                        <p:cTn id="51" dur="500" fill="hold"/>
                                        <p:tgtEl>
                                          <p:spTgt spid="14"/>
                                        </p:tgtEl>
                                        <p:attrNameLst>
                                          <p:attrName>ppt_y</p:attrName>
                                        </p:attrNameLst>
                                      </p:cBhvr>
                                      <p:tavLst>
                                        <p:tav tm="0">
                                          <p:val>
                                            <p:strVal val="#ppt_y"/>
                                          </p:val>
                                        </p:tav>
                                        <p:tav tm="100000">
                                          <p:val>
                                            <p:strVal val="#ppt_y"/>
                                          </p:val>
                                        </p:tav>
                                      </p:tavLst>
                                    </p:anim>
                                  </p:childTnLst>
                                </p:cTn>
                              </p:par>
                              <p:par>
                                <p:cTn id="52" presetID="2" presetClass="entr" presetSubtype="2" fill="hold" nodeType="withEffect">
                                  <p:stCondLst>
                                    <p:cond delay="670"/>
                                  </p:stCondLst>
                                  <p:childTnLst>
                                    <p:set>
                                      <p:cBhvr>
                                        <p:cTn id="53" dur="1" fill="hold">
                                          <p:stCondLst>
                                            <p:cond delay="0"/>
                                          </p:stCondLst>
                                        </p:cTn>
                                        <p:tgtEl>
                                          <p:spTgt spid="15"/>
                                        </p:tgtEl>
                                        <p:attrNameLst>
                                          <p:attrName>style.visibility</p:attrName>
                                        </p:attrNameLst>
                                      </p:cBhvr>
                                      <p:to>
                                        <p:strVal val="visible"/>
                                      </p:to>
                                    </p:set>
                                    <p:anim calcmode="lin" valueType="num">
                                      <p:cBhvr additive="base">
                                        <p:cTn id="54" dur="500" fill="hold"/>
                                        <p:tgtEl>
                                          <p:spTgt spid="15"/>
                                        </p:tgtEl>
                                        <p:attrNameLst>
                                          <p:attrName>ppt_x</p:attrName>
                                        </p:attrNameLst>
                                      </p:cBhvr>
                                      <p:tavLst>
                                        <p:tav tm="0">
                                          <p:val>
                                            <p:strVal val="1+#ppt_w/2"/>
                                          </p:val>
                                        </p:tav>
                                        <p:tav tm="100000">
                                          <p:val>
                                            <p:strVal val="#ppt_x"/>
                                          </p:val>
                                        </p:tav>
                                      </p:tavLst>
                                    </p:anim>
                                    <p:anim calcmode="lin" valueType="num">
                                      <p:cBhvr additive="base">
                                        <p:cTn id="55" dur="500" fill="hold"/>
                                        <p:tgtEl>
                                          <p:spTgt spid="15"/>
                                        </p:tgtEl>
                                        <p:attrNameLst>
                                          <p:attrName>ppt_y</p:attrName>
                                        </p:attrNameLst>
                                      </p:cBhvr>
                                      <p:tavLst>
                                        <p:tav tm="0">
                                          <p:val>
                                            <p:strVal val="#ppt_y"/>
                                          </p:val>
                                        </p:tav>
                                        <p:tav tm="100000">
                                          <p:val>
                                            <p:strVal val="#ppt_y"/>
                                          </p:val>
                                        </p:tav>
                                      </p:tavLst>
                                    </p:anim>
                                  </p:childTnLst>
                                </p:cTn>
                              </p:par>
                              <p:par>
                                <p:cTn id="56" presetID="2" presetClass="entr" presetSubtype="2" fill="hold" grpId="0" nodeType="withEffect">
                                  <p:stCondLst>
                                    <p:cond delay="670"/>
                                  </p:stCondLst>
                                  <p:childTnLst>
                                    <p:set>
                                      <p:cBhvr>
                                        <p:cTn id="57" dur="1" fill="hold">
                                          <p:stCondLst>
                                            <p:cond delay="0"/>
                                          </p:stCondLst>
                                        </p:cTn>
                                        <p:tgtEl>
                                          <p:spTgt spid="16"/>
                                        </p:tgtEl>
                                        <p:attrNameLst>
                                          <p:attrName>style.visibility</p:attrName>
                                        </p:attrNameLst>
                                      </p:cBhvr>
                                      <p:to>
                                        <p:strVal val="visible"/>
                                      </p:to>
                                    </p:set>
                                    <p:anim calcmode="lin" valueType="num">
                                      <p:cBhvr additive="base">
                                        <p:cTn id="58" dur="500" fill="hold"/>
                                        <p:tgtEl>
                                          <p:spTgt spid="16"/>
                                        </p:tgtEl>
                                        <p:attrNameLst>
                                          <p:attrName>ppt_x</p:attrName>
                                        </p:attrNameLst>
                                      </p:cBhvr>
                                      <p:tavLst>
                                        <p:tav tm="0">
                                          <p:val>
                                            <p:strVal val="1+#ppt_w/2"/>
                                          </p:val>
                                        </p:tav>
                                        <p:tav tm="100000">
                                          <p:val>
                                            <p:strVal val="#ppt_x"/>
                                          </p:val>
                                        </p:tav>
                                      </p:tavLst>
                                    </p:anim>
                                    <p:anim calcmode="lin" valueType="num">
                                      <p:cBhvr additive="base">
                                        <p:cTn id="59" dur="500" fill="hold"/>
                                        <p:tgtEl>
                                          <p:spTgt spid="16"/>
                                        </p:tgtEl>
                                        <p:attrNameLst>
                                          <p:attrName>ppt_y</p:attrName>
                                        </p:attrNameLst>
                                      </p:cBhvr>
                                      <p:tavLst>
                                        <p:tav tm="0">
                                          <p:val>
                                            <p:strVal val="#ppt_y"/>
                                          </p:val>
                                        </p:tav>
                                        <p:tav tm="100000">
                                          <p:val>
                                            <p:strVal val="#ppt_y"/>
                                          </p:val>
                                        </p:tav>
                                      </p:tavLst>
                                    </p:anim>
                                  </p:childTnLst>
                                </p:cTn>
                              </p:par>
                              <p:par>
                                <p:cTn id="60" presetID="2" presetClass="entr" presetSubtype="2" fill="hold" grpId="0" nodeType="withEffect">
                                  <p:stCondLst>
                                    <p:cond delay="670"/>
                                  </p:stCondLst>
                                  <p:childTnLst>
                                    <p:set>
                                      <p:cBhvr>
                                        <p:cTn id="61" dur="1" fill="hold">
                                          <p:stCondLst>
                                            <p:cond delay="0"/>
                                          </p:stCondLst>
                                        </p:cTn>
                                        <p:tgtEl>
                                          <p:spTgt spid="17"/>
                                        </p:tgtEl>
                                        <p:attrNameLst>
                                          <p:attrName>style.visibility</p:attrName>
                                        </p:attrNameLst>
                                      </p:cBhvr>
                                      <p:to>
                                        <p:strVal val="visible"/>
                                      </p:to>
                                    </p:set>
                                    <p:anim calcmode="lin" valueType="num">
                                      <p:cBhvr additive="base">
                                        <p:cTn id="62" dur="500" fill="hold"/>
                                        <p:tgtEl>
                                          <p:spTgt spid="17"/>
                                        </p:tgtEl>
                                        <p:attrNameLst>
                                          <p:attrName>ppt_x</p:attrName>
                                        </p:attrNameLst>
                                      </p:cBhvr>
                                      <p:tavLst>
                                        <p:tav tm="0">
                                          <p:val>
                                            <p:strVal val="1+#ppt_w/2"/>
                                          </p:val>
                                        </p:tav>
                                        <p:tav tm="100000">
                                          <p:val>
                                            <p:strVal val="#ppt_x"/>
                                          </p:val>
                                        </p:tav>
                                      </p:tavLst>
                                    </p:anim>
                                    <p:anim calcmode="lin" valueType="num">
                                      <p:cBhvr additive="base">
                                        <p:cTn id="63" dur="500" fill="hold"/>
                                        <p:tgtEl>
                                          <p:spTgt spid="17"/>
                                        </p:tgtEl>
                                        <p:attrNameLst>
                                          <p:attrName>ppt_y</p:attrName>
                                        </p:attrNameLst>
                                      </p:cBhvr>
                                      <p:tavLst>
                                        <p:tav tm="0">
                                          <p:val>
                                            <p:strVal val="#ppt_y"/>
                                          </p:val>
                                        </p:tav>
                                        <p:tav tm="100000">
                                          <p:val>
                                            <p:strVal val="#ppt_y"/>
                                          </p:val>
                                        </p:tav>
                                      </p:tavLst>
                                    </p:anim>
                                  </p:childTnLst>
                                </p:cTn>
                              </p:par>
                              <p:par>
                                <p:cTn id="64" presetID="2" presetClass="entr" presetSubtype="2" fill="hold" nodeType="withEffect">
                                  <p:stCondLst>
                                    <p:cond delay="830"/>
                                  </p:stCondLst>
                                  <p:childTnLst>
                                    <p:set>
                                      <p:cBhvr>
                                        <p:cTn id="65" dur="1" fill="hold">
                                          <p:stCondLst>
                                            <p:cond delay="0"/>
                                          </p:stCondLst>
                                        </p:cTn>
                                        <p:tgtEl>
                                          <p:spTgt spid="18"/>
                                        </p:tgtEl>
                                        <p:attrNameLst>
                                          <p:attrName>style.visibility</p:attrName>
                                        </p:attrNameLst>
                                      </p:cBhvr>
                                      <p:to>
                                        <p:strVal val="visible"/>
                                      </p:to>
                                    </p:set>
                                    <p:anim calcmode="lin" valueType="num">
                                      <p:cBhvr additive="base">
                                        <p:cTn id="66" dur="500" fill="hold"/>
                                        <p:tgtEl>
                                          <p:spTgt spid="18"/>
                                        </p:tgtEl>
                                        <p:attrNameLst>
                                          <p:attrName>ppt_x</p:attrName>
                                        </p:attrNameLst>
                                      </p:cBhvr>
                                      <p:tavLst>
                                        <p:tav tm="0">
                                          <p:val>
                                            <p:strVal val="1+#ppt_w/2"/>
                                          </p:val>
                                        </p:tav>
                                        <p:tav tm="100000">
                                          <p:val>
                                            <p:strVal val="#ppt_x"/>
                                          </p:val>
                                        </p:tav>
                                      </p:tavLst>
                                    </p:anim>
                                    <p:anim calcmode="lin" valueType="num">
                                      <p:cBhvr additive="base">
                                        <p:cTn id="67" dur="500" fill="hold"/>
                                        <p:tgtEl>
                                          <p:spTgt spid="18"/>
                                        </p:tgtEl>
                                        <p:attrNameLst>
                                          <p:attrName>ppt_y</p:attrName>
                                        </p:attrNameLst>
                                      </p:cBhvr>
                                      <p:tavLst>
                                        <p:tav tm="0">
                                          <p:val>
                                            <p:strVal val="#ppt_y"/>
                                          </p:val>
                                        </p:tav>
                                        <p:tav tm="100000">
                                          <p:val>
                                            <p:strVal val="#ppt_y"/>
                                          </p:val>
                                        </p:tav>
                                      </p:tavLst>
                                    </p:anim>
                                  </p:childTnLst>
                                </p:cTn>
                              </p:par>
                              <p:par>
                                <p:cTn id="68" presetID="2" presetClass="entr" presetSubtype="2" fill="hold" nodeType="withEffect">
                                  <p:stCondLst>
                                    <p:cond delay="830"/>
                                  </p:stCondLst>
                                  <p:childTnLst>
                                    <p:set>
                                      <p:cBhvr>
                                        <p:cTn id="69" dur="1" fill="hold">
                                          <p:stCondLst>
                                            <p:cond delay="0"/>
                                          </p:stCondLst>
                                        </p:cTn>
                                        <p:tgtEl>
                                          <p:spTgt spid="19"/>
                                        </p:tgtEl>
                                        <p:attrNameLst>
                                          <p:attrName>style.visibility</p:attrName>
                                        </p:attrNameLst>
                                      </p:cBhvr>
                                      <p:to>
                                        <p:strVal val="visible"/>
                                      </p:to>
                                    </p:set>
                                    <p:anim calcmode="lin" valueType="num">
                                      <p:cBhvr additive="base">
                                        <p:cTn id="70" dur="500" fill="hold"/>
                                        <p:tgtEl>
                                          <p:spTgt spid="19"/>
                                        </p:tgtEl>
                                        <p:attrNameLst>
                                          <p:attrName>ppt_x</p:attrName>
                                        </p:attrNameLst>
                                      </p:cBhvr>
                                      <p:tavLst>
                                        <p:tav tm="0">
                                          <p:val>
                                            <p:strVal val="1+#ppt_w/2"/>
                                          </p:val>
                                        </p:tav>
                                        <p:tav tm="100000">
                                          <p:val>
                                            <p:strVal val="#ppt_x"/>
                                          </p:val>
                                        </p:tav>
                                      </p:tavLst>
                                    </p:anim>
                                    <p:anim calcmode="lin" valueType="num">
                                      <p:cBhvr additive="base">
                                        <p:cTn id="71" dur="500" fill="hold"/>
                                        <p:tgtEl>
                                          <p:spTgt spid="19"/>
                                        </p:tgtEl>
                                        <p:attrNameLst>
                                          <p:attrName>ppt_y</p:attrName>
                                        </p:attrNameLst>
                                      </p:cBhvr>
                                      <p:tavLst>
                                        <p:tav tm="0">
                                          <p:val>
                                            <p:strVal val="#ppt_y"/>
                                          </p:val>
                                        </p:tav>
                                        <p:tav tm="100000">
                                          <p:val>
                                            <p:strVal val="#ppt_y"/>
                                          </p:val>
                                        </p:tav>
                                      </p:tavLst>
                                    </p:anim>
                                  </p:childTnLst>
                                </p:cTn>
                              </p:par>
                              <p:par>
                                <p:cTn id="72" presetID="2" presetClass="entr" presetSubtype="2" fill="hold" nodeType="withEffect">
                                  <p:stCondLst>
                                    <p:cond delay="830"/>
                                  </p:stCondLst>
                                  <p:childTnLst>
                                    <p:set>
                                      <p:cBhvr>
                                        <p:cTn id="73" dur="1" fill="hold">
                                          <p:stCondLst>
                                            <p:cond delay="0"/>
                                          </p:stCondLst>
                                        </p:cTn>
                                        <p:tgtEl>
                                          <p:spTgt spid="20"/>
                                        </p:tgtEl>
                                        <p:attrNameLst>
                                          <p:attrName>style.visibility</p:attrName>
                                        </p:attrNameLst>
                                      </p:cBhvr>
                                      <p:to>
                                        <p:strVal val="visible"/>
                                      </p:to>
                                    </p:set>
                                    <p:anim calcmode="lin" valueType="num">
                                      <p:cBhvr additive="base">
                                        <p:cTn id="74" dur="500" fill="hold"/>
                                        <p:tgtEl>
                                          <p:spTgt spid="20"/>
                                        </p:tgtEl>
                                        <p:attrNameLst>
                                          <p:attrName>ppt_x</p:attrName>
                                        </p:attrNameLst>
                                      </p:cBhvr>
                                      <p:tavLst>
                                        <p:tav tm="0">
                                          <p:val>
                                            <p:strVal val="1+#ppt_w/2"/>
                                          </p:val>
                                        </p:tav>
                                        <p:tav tm="100000">
                                          <p:val>
                                            <p:strVal val="#ppt_x"/>
                                          </p:val>
                                        </p:tav>
                                      </p:tavLst>
                                    </p:anim>
                                    <p:anim calcmode="lin" valueType="num">
                                      <p:cBhvr additive="base">
                                        <p:cTn id="75" dur="500" fill="hold"/>
                                        <p:tgtEl>
                                          <p:spTgt spid="20"/>
                                        </p:tgtEl>
                                        <p:attrNameLst>
                                          <p:attrName>ppt_y</p:attrName>
                                        </p:attrNameLst>
                                      </p:cBhvr>
                                      <p:tavLst>
                                        <p:tav tm="0">
                                          <p:val>
                                            <p:strVal val="#ppt_y"/>
                                          </p:val>
                                        </p:tav>
                                        <p:tav tm="100000">
                                          <p:val>
                                            <p:strVal val="#ppt_y"/>
                                          </p:val>
                                        </p:tav>
                                      </p:tavLst>
                                    </p:anim>
                                  </p:childTnLst>
                                </p:cTn>
                              </p:par>
                              <p:par>
                                <p:cTn id="76" presetID="2" presetClass="entr" presetSubtype="2" fill="hold" grpId="0" nodeType="withEffect">
                                  <p:stCondLst>
                                    <p:cond delay="830"/>
                                  </p:stCondLst>
                                  <p:childTnLst>
                                    <p:set>
                                      <p:cBhvr>
                                        <p:cTn id="77" dur="1" fill="hold">
                                          <p:stCondLst>
                                            <p:cond delay="0"/>
                                          </p:stCondLst>
                                        </p:cTn>
                                        <p:tgtEl>
                                          <p:spTgt spid="21"/>
                                        </p:tgtEl>
                                        <p:attrNameLst>
                                          <p:attrName>style.visibility</p:attrName>
                                        </p:attrNameLst>
                                      </p:cBhvr>
                                      <p:to>
                                        <p:strVal val="visible"/>
                                      </p:to>
                                    </p:set>
                                    <p:anim calcmode="lin" valueType="num">
                                      <p:cBhvr additive="base">
                                        <p:cTn id="78" dur="500" fill="hold"/>
                                        <p:tgtEl>
                                          <p:spTgt spid="21"/>
                                        </p:tgtEl>
                                        <p:attrNameLst>
                                          <p:attrName>ppt_x</p:attrName>
                                        </p:attrNameLst>
                                      </p:cBhvr>
                                      <p:tavLst>
                                        <p:tav tm="0">
                                          <p:val>
                                            <p:strVal val="1+#ppt_w/2"/>
                                          </p:val>
                                        </p:tav>
                                        <p:tav tm="100000">
                                          <p:val>
                                            <p:strVal val="#ppt_x"/>
                                          </p:val>
                                        </p:tav>
                                      </p:tavLst>
                                    </p:anim>
                                    <p:anim calcmode="lin" valueType="num">
                                      <p:cBhvr additive="base">
                                        <p:cTn id="79" dur="500" fill="hold"/>
                                        <p:tgtEl>
                                          <p:spTgt spid="21"/>
                                        </p:tgtEl>
                                        <p:attrNameLst>
                                          <p:attrName>ppt_y</p:attrName>
                                        </p:attrNameLst>
                                      </p:cBhvr>
                                      <p:tavLst>
                                        <p:tav tm="0">
                                          <p:val>
                                            <p:strVal val="#ppt_y"/>
                                          </p:val>
                                        </p:tav>
                                        <p:tav tm="100000">
                                          <p:val>
                                            <p:strVal val="#ppt_y"/>
                                          </p:val>
                                        </p:tav>
                                      </p:tavLst>
                                    </p:anim>
                                  </p:childTnLst>
                                </p:cTn>
                              </p:par>
                              <p:par>
                                <p:cTn id="80" presetID="2" presetClass="entr" presetSubtype="2" fill="hold" grpId="0" nodeType="withEffect">
                                  <p:stCondLst>
                                    <p:cond delay="830"/>
                                  </p:stCondLst>
                                  <p:childTnLst>
                                    <p:set>
                                      <p:cBhvr>
                                        <p:cTn id="81" dur="1" fill="hold">
                                          <p:stCondLst>
                                            <p:cond delay="0"/>
                                          </p:stCondLst>
                                        </p:cTn>
                                        <p:tgtEl>
                                          <p:spTgt spid="22"/>
                                        </p:tgtEl>
                                        <p:attrNameLst>
                                          <p:attrName>style.visibility</p:attrName>
                                        </p:attrNameLst>
                                      </p:cBhvr>
                                      <p:to>
                                        <p:strVal val="visible"/>
                                      </p:to>
                                    </p:set>
                                    <p:anim calcmode="lin" valueType="num">
                                      <p:cBhvr additive="base">
                                        <p:cTn id="82" dur="500" fill="hold"/>
                                        <p:tgtEl>
                                          <p:spTgt spid="22"/>
                                        </p:tgtEl>
                                        <p:attrNameLst>
                                          <p:attrName>ppt_x</p:attrName>
                                        </p:attrNameLst>
                                      </p:cBhvr>
                                      <p:tavLst>
                                        <p:tav tm="0">
                                          <p:val>
                                            <p:strVal val="1+#ppt_w/2"/>
                                          </p:val>
                                        </p:tav>
                                        <p:tav tm="100000">
                                          <p:val>
                                            <p:strVal val="#ppt_x"/>
                                          </p:val>
                                        </p:tav>
                                      </p:tavLst>
                                    </p:anim>
                                    <p:anim calcmode="lin" valueType="num">
                                      <p:cBhvr additive="base">
                                        <p:cTn id="83" dur="500" fill="hold"/>
                                        <p:tgtEl>
                                          <p:spTgt spid="22"/>
                                        </p:tgtEl>
                                        <p:attrNameLst>
                                          <p:attrName>ppt_y</p:attrName>
                                        </p:attrNameLst>
                                      </p:cBhvr>
                                      <p:tavLst>
                                        <p:tav tm="0">
                                          <p:val>
                                            <p:strVal val="#ppt_y"/>
                                          </p:val>
                                        </p:tav>
                                        <p:tav tm="100000">
                                          <p:val>
                                            <p:strVal val="#ppt_y"/>
                                          </p:val>
                                        </p:tav>
                                      </p:tavLst>
                                    </p:anim>
                                  </p:childTnLst>
                                </p:cTn>
                              </p:par>
                              <p:par>
                                <p:cTn id="84" presetID="2" presetClass="entr" presetSubtype="2" fill="hold" nodeType="withEffect">
                                  <p:stCondLst>
                                    <p:cond delay="990"/>
                                  </p:stCondLst>
                                  <p:childTnLst>
                                    <p:set>
                                      <p:cBhvr>
                                        <p:cTn id="85" dur="1" fill="hold">
                                          <p:stCondLst>
                                            <p:cond delay="0"/>
                                          </p:stCondLst>
                                        </p:cTn>
                                        <p:tgtEl>
                                          <p:spTgt spid="23"/>
                                        </p:tgtEl>
                                        <p:attrNameLst>
                                          <p:attrName>style.visibility</p:attrName>
                                        </p:attrNameLst>
                                      </p:cBhvr>
                                      <p:to>
                                        <p:strVal val="visible"/>
                                      </p:to>
                                    </p:set>
                                    <p:anim calcmode="lin" valueType="num">
                                      <p:cBhvr additive="base">
                                        <p:cTn id="86" dur="500" fill="hold"/>
                                        <p:tgtEl>
                                          <p:spTgt spid="23"/>
                                        </p:tgtEl>
                                        <p:attrNameLst>
                                          <p:attrName>ppt_x</p:attrName>
                                        </p:attrNameLst>
                                      </p:cBhvr>
                                      <p:tavLst>
                                        <p:tav tm="0">
                                          <p:val>
                                            <p:strVal val="1+#ppt_w/2"/>
                                          </p:val>
                                        </p:tav>
                                        <p:tav tm="100000">
                                          <p:val>
                                            <p:strVal val="#ppt_x"/>
                                          </p:val>
                                        </p:tav>
                                      </p:tavLst>
                                    </p:anim>
                                    <p:anim calcmode="lin" valueType="num">
                                      <p:cBhvr additive="base">
                                        <p:cTn id="87" dur="500" fill="hold"/>
                                        <p:tgtEl>
                                          <p:spTgt spid="23"/>
                                        </p:tgtEl>
                                        <p:attrNameLst>
                                          <p:attrName>ppt_y</p:attrName>
                                        </p:attrNameLst>
                                      </p:cBhvr>
                                      <p:tavLst>
                                        <p:tav tm="0">
                                          <p:val>
                                            <p:strVal val="#ppt_y"/>
                                          </p:val>
                                        </p:tav>
                                        <p:tav tm="100000">
                                          <p:val>
                                            <p:strVal val="#ppt_y"/>
                                          </p:val>
                                        </p:tav>
                                      </p:tavLst>
                                    </p:anim>
                                  </p:childTnLst>
                                </p:cTn>
                              </p:par>
                              <p:par>
                                <p:cTn id="88" presetID="2" presetClass="entr" presetSubtype="2" fill="hold" nodeType="withEffect">
                                  <p:stCondLst>
                                    <p:cond delay="990"/>
                                  </p:stCondLst>
                                  <p:childTnLst>
                                    <p:set>
                                      <p:cBhvr>
                                        <p:cTn id="89" dur="1" fill="hold">
                                          <p:stCondLst>
                                            <p:cond delay="0"/>
                                          </p:stCondLst>
                                        </p:cTn>
                                        <p:tgtEl>
                                          <p:spTgt spid="24"/>
                                        </p:tgtEl>
                                        <p:attrNameLst>
                                          <p:attrName>style.visibility</p:attrName>
                                        </p:attrNameLst>
                                      </p:cBhvr>
                                      <p:to>
                                        <p:strVal val="visible"/>
                                      </p:to>
                                    </p:set>
                                    <p:anim calcmode="lin" valueType="num">
                                      <p:cBhvr additive="base">
                                        <p:cTn id="90" dur="500" fill="hold"/>
                                        <p:tgtEl>
                                          <p:spTgt spid="24"/>
                                        </p:tgtEl>
                                        <p:attrNameLst>
                                          <p:attrName>ppt_x</p:attrName>
                                        </p:attrNameLst>
                                      </p:cBhvr>
                                      <p:tavLst>
                                        <p:tav tm="0">
                                          <p:val>
                                            <p:strVal val="1+#ppt_w/2"/>
                                          </p:val>
                                        </p:tav>
                                        <p:tav tm="100000">
                                          <p:val>
                                            <p:strVal val="#ppt_x"/>
                                          </p:val>
                                        </p:tav>
                                      </p:tavLst>
                                    </p:anim>
                                    <p:anim calcmode="lin" valueType="num">
                                      <p:cBhvr additive="base">
                                        <p:cTn id="91" dur="500" fill="hold"/>
                                        <p:tgtEl>
                                          <p:spTgt spid="24"/>
                                        </p:tgtEl>
                                        <p:attrNameLst>
                                          <p:attrName>ppt_y</p:attrName>
                                        </p:attrNameLst>
                                      </p:cBhvr>
                                      <p:tavLst>
                                        <p:tav tm="0">
                                          <p:val>
                                            <p:strVal val="#ppt_y"/>
                                          </p:val>
                                        </p:tav>
                                        <p:tav tm="100000">
                                          <p:val>
                                            <p:strVal val="#ppt_y"/>
                                          </p:val>
                                        </p:tav>
                                      </p:tavLst>
                                    </p:anim>
                                  </p:childTnLst>
                                </p:cTn>
                              </p:par>
                              <p:par>
                                <p:cTn id="92" presetID="2" presetClass="entr" presetSubtype="2" fill="hold" nodeType="withEffect">
                                  <p:stCondLst>
                                    <p:cond delay="990"/>
                                  </p:stCondLst>
                                  <p:childTnLst>
                                    <p:set>
                                      <p:cBhvr>
                                        <p:cTn id="93" dur="1" fill="hold">
                                          <p:stCondLst>
                                            <p:cond delay="0"/>
                                          </p:stCondLst>
                                        </p:cTn>
                                        <p:tgtEl>
                                          <p:spTgt spid="25"/>
                                        </p:tgtEl>
                                        <p:attrNameLst>
                                          <p:attrName>style.visibility</p:attrName>
                                        </p:attrNameLst>
                                      </p:cBhvr>
                                      <p:to>
                                        <p:strVal val="visible"/>
                                      </p:to>
                                    </p:set>
                                    <p:anim calcmode="lin" valueType="num">
                                      <p:cBhvr additive="base">
                                        <p:cTn id="94" dur="500" fill="hold"/>
                                        <p:tgtEl>
                                          <p:spTgt spid="25"/>
                                        </p:tgtEl>
                                        <p:attrNameLst>
                                          <p:attrName>ppt_x</p:attrName>
                                        </p:attrNameLst>
                                      </p:cBhvr>
                                      <p:tavLst>
                                        <p:tav tm="0">
                                          <p:val>
                                            <p:strVal val="1+#ppt_w/2"/>
                                          </p:val>
                                        </p:tav>
                                        <p:tav tm="100000">
                                          <p:val>
                                            <p:strVal val="#ppt_x"/>
                                          </p:val>
                                        </p:tav>
                                      </p:tavLst>
                                    </p:anim>
                                    <p:anim calcmode="lin" valueType="num">
                                      <p:cBhvr additive="base">
                                        <p:cTn id="95" dur="500" fill="hold"/>
                                        <p:tgtEl>
                                          <p:spTgt spid="25"/>
                                        </p:tgtEl>
                                        <p:attrNameLst>
                                          <p:attrName>ppt_y</p:attrName>
                                        </p:attrNameLst>
                                      </p:cBhvr>
                                      <p:tavLst>
                                        <p:tav tm="0">
                                          <p:val>
                                            <p:strVal val="#ppt_y"/>
                                          </p:val>
                                        </p:tav>
                                        <p:tav tm="100000">
                                          <p:val>
                                            <p:strVal val="#ppt_y"/>
                                          </p:val>
                                        </p:tav>
                                      </p:tavLst>
                                    </p:anim>
                                  </p:childTnLst>
                                </p:cTn>
                              </p:par>
                              <p:par>
                                <p:cTn id="96" presetID="2" presetClass="entr" presetSubtype="2" fill="hold" grpId="0" nodeType="withEffect">
                                  <p:stCondLst>
                                    <p:cond delay="990"/>
                                  </p:stCondLst>
                                  <p:childTnLst>
                                    <p:set>
                                      <p:cBhvr>
                                        <p:cTn id="97" dur="1" fill="hold">
                                          <p:stCondLst>
                                            <p:cond delay="0"/>
                                          </p:stCondLst>
                                        </p:cTn>
                                        <p:tgtEl>
                                          <p:spTgt spid="26"/>
                                        </p:tgtEl>
                                        <p:attrNameLst>
                                          <p:attrName>style.visibility</p:attrName>
                                        </p:attrNameLst>
                                      </p:cBhvr>
                                      <p:to>
                                        <p:strVal val="visible"/>
                                      </p:to>
                                    </p:set>
                                    <p:anim calcmode="lin" valueType="num">
                                      <p:cBhvr additive="base">
                                        <p:cTn id="98" dur="500" fill="hold"/>
                                        <p:tgtEl>
                                          <p:spTgt spid="26"/>
                                        </p:tgtEl>
                                        <p:attrNameLst>
                                          <p:attrName>ppt_x</p:attrName>
                                        </p:attrNameLst>
                                      </p:cBhvr>
                                      <p:tavLst>
                                        <p:tav tm="0">
                                          <p:val>
                                            <p:strVal val="1+#ppt_w/2"/>
                                          </p:val>
                                        </p:tav>
                                        <p:tav tm="100000">
                                          <p:val>
                                            <p:strVal val="#ppt_x"/>
                                          </p:val>
                                        </p:tav>
                                      </p:tavLst>
                                    </p:anim>
                                    <p:anim calcmode="lin" valueType="num">
                                      <p:cBhvr additive="base">
                                        <p:cTn id="99" dur="500" fill="hold"/>
                                        <p:tgtEl>
                                          <p:spTgt spid="26"/>
                                        </p:tgtEl>
                                        <p:attrNameLst>
                                          <p:attrName>ppt_y</p:attrName>
                                        </p:attrNameLst>
                                      </p:cBhvr>
                                      <p:tavLst>
                                        <p:tav tm="0">
                                          <p:val>
                                            <p:strVal val="#ppt_y"/>
                                          </p:val>
                                        </p:tav>
                                        <p:tav tm="100000">
                                          <p:val>
                                            <p:strVal val="#ppt_y"/>
                                          </p:val>
                                        </p:tav>
                                      </p:tavLst>
                                    </p:anim>
                                  </p:childTnLst>
                                </p:cTn>
                              </p:par>
                              <p:par>
                                <p:cTn id="100" presetID="2" presetClass="entr" presetSubtype="2" fill="hold" grpId="0" nodeType="withEffect">
                                  <p:stCondLst>
                                    <p:cond delay="990"/>
                                  </p:stCondLst>
                                  <p:childTnLst>
                                    <p:set>
                                      <p:cBhvr>
                                        <p:cTn id="101" dur="1" fill="hold">
                                          <p:stCondLst>
                                            <p:cond delay="0"/>
                                          </p:stCondLst>
                                        </p:cTn>
                                        <p:tgtEl>
                                          <p:spTgt spid="27"/>
                                        </p:tgtEl>
                                        <p:attrNameLst>
                                          <p:attrName>style.visibility</p:attrName>
                                        </p:attrNameLst>
                                      </p:cBhvr>
                                      <p:to>
                                        <p:strVal val="visible"/>
                                      </p:to>
                                    </p:set>
                                    <p:anim calcmode="lin" valueType="num">
                                      <p:cBhvr additive="base">
                                        <p:cTn id="102" dur="500" fill="hold"/>
                                        <p:tgtEl>
                                          <p:spTgt spid="27"/>
                                        </p:tgtEl>
                                        <p:attrNameLst>
                                          <p:attrName>ppt_x</p:attrName>
                                        </p:attrNameLst>
                                      </p:cBhvr>
                                      <p:tavLst>
                                        <p:tav tm="0">
                                          <p:val>
                                            <p:strVal val="1+#ppt_w/2"/>
                                          </p:val>
                                        </p:tav>
                                        <p:tav tm="100000">
                                          <p:val>
                                            <p:strVal val="#ppt_x"/>
                                          </p:val>
                                        </p:tav>
                                      </p:tavLst>
                                    </p:anim>
                                    <p:anim calcmode="lin" valueType="num">
                                      <p:cBhvr additive="base">
                                        <p:cTn id="103" dur="500" fill="hold"/>
                                        <p:tgtEl>
                                          <p:spTgt spid="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6" grpId="0" animBg="1"/>
      <p:bldP spid="17" grpId="0" animBg="1"/>
      <p:bldP spid="21" grpId="0" animBg="1"/>
      <p:bldP spid="22" grpId="0" animBg="1"/>
      <p:bldP spid="26" grpId="0" animBg="1"/>
      <p:bldP spid="2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Glow" descr="assets/glow_soft.png"/>
          <p:cNvPicPr>
            <a:picLocks noChangeAspect="1"/>
          </p:cNvPicPr>
          <p:nvPr/>
        </p:nvPicPr>
        <p:blipFill>
          <a:blip r:embed="rId4"/>
          <a:stretch>
            <a:fillRect/>
          </a:stretch>
        </p:blipFill>
        <p:spPr>
          <a:xfrm>
            <a:off x="9767621" y="-371246"/>
            <a:ext cx="2743200" cy="2743200"/>
          </a:xfrm>
          <a:prstGeom prst="rect">
            <a:avLst/>
          </a:prstGeom>
        </p:spPr>
      </p:pic>
      <p:sp>
        <p:nvSpPr>
          <p:cNvPr id="3" name="Text 0"/>
          <p:cNvSpPr txBox="1"/>
          <p:nvPr/>
        </p:nvSpPr>
        <p:spPr>
          <a:xfrm>
            <a:off x="548640" y="274320"/>
            <a:ext cx="9692640" cy="256032"/>
          </a:xfrm>
          <a:prstGeom prst="rect">
            <a:avLst/>
          </a:prstGeom>
          <a:noFill/>
          <a:ln/>
        </p:spPr>
        <p:txBody>
          <a:bodyPr wrap="square" lIns="0" tIns="0" rIns="0" bIns="0" rtlCol="0" anchor="t"/>
          <a:lstStyle/>
          <a:p>
            <a:pPr marL="0" indent="0">
              <a:buNone/>
            </a:pPr>
            <a:r>
              <a:rPr lang="en-US" sz="950" i="1" dirty="0">
                <a:solidFill>
                  <a:srgbClr val="6E6A85"/>
                </a:solidFill>
                <a:latin typeface="Segoe UI" pitchFamily="34" charset="0"/>
                <a:ea typeface="Segoe UI" pitchFamily="34" charset="-122"/>
                <a:cs typeface="Segoe UI" pitchFamily="34" charset="-120"/>
              </a:rPr>
              <a:t>Mise en place d’une plateforme intelligente d’assistance au dépannage et de mise en relation avec des techniciens</a:t>
            </a:r>
            <a:endParaRPr lang="en-US" sz="950" dirty="0"/>
          </a:p>
        </p:txBody>
      </p:sp>
      <p:sp>
        <p:nvSpPr>
          <p:cNvPr id="4" name="!!Kicker"/>
          <p:cNvSpPr txBox="1"/>
          <p:nvPr/>
        </p:nvSpPr>
        <p:spPr>
          <a:xfrm>
            <a:off x="548640" y="713232"/>
            <a:ext cx="9692640" cy="274320"/>
          </a:xfrm>
          <a:prstGeom prst="rect">
            <a:avLst/>
          </a:prstGeom>
          <a:noFill/>
          <a:ln/>
        </p:spPr>
        <p:txBody>
          <a:bodyPr wrap="square" lIns="0" tIns="0" rIns="0" bIns="0" rtlCol="0" anchor="t"/>
          <a:lstStyle/>
          <a:p>
            <a:pPr marL="0" indent="0">
              <a:buNone/>
            </a:pPr>
            <a:r>
              <a:rPr lang="en-US" sz="1100" b="1" kern="0" spc="200" dirty="0">
                <a:solidFill>
                  <a:srgbClr val="5B2FD6"/>
                </a:solidFill>
                <a:latin typeface="Segoe UI" pitchFamily="34" charset="0"/>
                <a:ea typeface="Segoe UI" pitchFamily="34" charset="-122"/>
                <a:cs typeface="Segoe UI" pitchFamily="34" charset="-120"/>
              </a:rPr>
              <a:t>04 · PROCESSUS DE DÉVELOPPEMENT</a:t>
            </a:r>
            <a:endParaRPr lang="en-US" sz="1100" dirty="0"/>
          </a:p>
        </p:txBody>
      </p:sp>
      <p:sp>
        <p:nvSpPr>
          <p:cNvPr id="5" name="!!Title"/>
          <p:cNvSpPr txBox="1"/>
          <p:nvPr/>
        </p:nvSpPr>
        <p:spPr>
          <a:xfrm>
            <a:off x="548640" y="987552"/>
            <a:ext cx="9692640" cy="658368"/>
          </a:xfrm>
          <a:prstGeom prst="rect">
            <a:avLst/>
          </a:prstGeom>
          <a:noFill/>
          <a:ln/>
        </p:spPr>
        <p:txBody>
          <a:bodyPr wrap="square" lIns="0" tIns="0" rIns="0" bIns="0" rtlCol="0" anchor="ctr"/>
          <a:lstStyle/>
          <a:p>
            <a:pPr marL="0" indent="0">
              <a:buNone/>
            </a:pPr>
            <a:r>
              <a:rPr lang="en-US" sz="2800" dirty="0">
                <a:solidFill>
                  <a:srgbClr val="17132E"/>
                </a:solidFill>
                <a:latin typeface="Segoe UI Semibold" pitchFamily="34" charset="0"/>
                <a:ea typeface="Segoe UI Semibold" pitchFamily="34" charset="-122"/>
                <a:cs typeface="Segoe UI Semibold" pitchFamily="34" charset="-120"/>
              </a:rPr>
              <a:t>2TUP : un processus en Y</a:t>
            </a:r>
            <a:endParaRPr lang="en-US" sz="2800" dirty="0"/>
          </a:p>
        </p:txBody>
      </p:sp>
      <p:sp>
        <p:nvSpPr>
          <p:cNvPr id="6" name="S13_A00_fade_192"/>
          <p:cNvSpPr/>
          <p:nvPr/>
        </p:nvSpPr>
        <p:spPr>
          <a:xfrm>
            <a:off x="548640" y="1783080"/>
            <a:ext cx="7315200" cy="4434840"/>
          </a:xfrm>
          <a:prstGeom prst="roundRect">
            <a:avLst>
              <a:gd name="adj" fmla="val 3299"/>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7" name="S13_A00_fade_193"/>
          <p:cNvSpPr txBox="1"/>
          <p:nvPr/>
        </p:nvSpPr>
        <p:spPr>
          <a:xfrm>
            <a:off x="822960" y="1938528"/>
            <a:ext cx="2743200" cy="228600"/>
          </a:xfrm>
          <a:prstGeom prst="rect">
            <a:avLst/>
          </a:prstGeom>
          <a:noFill/>
          <a:ln/>
        </p:spPr>
        <p:txBody>
          <a:bodyPr wrap="square" lIns="0" tIns="0" rIns="0" bIns="0" rtlCol="0" anchor="t"/>
          <a:lstStyle/>
          <a:p>
            <a:pPr marL="0" indent="0">
              <a:buNone/>
            </a:pPr>
            <a:r>
              <a:rPr lang="en-US" sz="900" b="1" kern="0" spc="150" dirty="0">
                <a:solidFill>
                  <a:srgbClr val="7C5CFF"/>
                </a:solidFill>
                <a:latin typeface="Segoe UI" pitchFamily="34" charset="0"/>
                <a:ea typeface="Segoe UI" pitchFamily="34" charset="-122"/>
                <a:cs typeface="Segoe UI" pitchFamily="34" charset="-120"/>
              </a:rPr>
              <a:t>BRANCHE FONCTIONNELLE</a:t>
            </a:r>
            <a:endParaRPr lang="en-US" sz="900" dirty="0"/>
          </a:p>
        </p:txBody>
      </p:sp>
      <p:sp>
        <p:nvSpPr>
          <p:cNvPr id="8" name="S13_A00_fade_194"/>
          <p:cNvSpPr txBox="1"/>
          <p:nvPr/>
        </p:nvSpPr>
        <p:spPr>
          <a:xfrm>
            <a:off x="4846320" y="1938528"/>
            <a:ext cx="2743200" cy="228600"/>
          </a:xfrm>
          <a:prstGeom prst="rect">
            <a:avLst/>
          </a:prstGeom>
          <a:noFill/>
          <a:ln/>
        </p:spPr>
        <p:txBody>
          <a:bodyPr wrap="square" lIns="0" tIns="0" rIns="0" bIns="0" rtlCol="0" anchor="t"/>
          <a:lstStyle/>
          <a:p>
            <a:pPr marL="0" indent="0" algn="r">
              <a:buNone/>
            </a:pPr>
            <a:r>
              <a:rPr lang="en-US" sz="900" b="1" kern="0" spc="150" dirty="0">
                <a:solidFill>
                  <a:srgbClr val="2F8A1A"/>
                </a:solidFill>
                <a:latin typeface="Segoe UI" pitchFamily="34" charset="0"/>
                <a:ea typeface="Segoe UI" pitchFamily="34" charset="-122"/>
                <a:cs typeface="Segoe UI" pitchFamily="34" charset="-120"/>
              </a:rPr>
              <a:t>BRANCHE TECHNIQUE</a:t>
            </a:r>
            <a:endParaRPr lang="en-US" sz="900" dirty="0"/>
          </a:p>
        </p:txBody>
      </p:sp>
      <p:sp>
        <p:nvSpPr>
          <p:cNvPr id="9" name="S13_A01_fly_195"/>
          <p:cNvSpPr/>
          <p:nvPr/>
        </p:nvSpPr>
        <p:spPr>
          <a:xfrm>
            <a:off x="822960" y="2240280"/>
            <a:ext cx="2743200" cy="475488"/>
          </a:xfrm>
          <a:prstGeom prst="roundRect">
            <a:avLst>
              <a:gd name="adj" fmla="val 19231"/>
            </a:avLst>
          </a:prstGeom>
          <a:solidFill>
            <a:srgbClr val="EEE9FD"/>
          </a:solidFill>
          <a:ln w="12700">
            <a:solidFill>
              <a:srgbClr val="C9B8FF"/>
            </a:solidFill>
            <a:prstDash val="solid"/>
          </a:ln>
        </p:spPr>
      </p:sp>
      <p:sp>
        <p:nvSpPr>
          <p:cNvPr id="10" name="S13_A01_fly_196"/>
          <p:cNvSpPr txBox="1"/>
          <p:nvPr/>
        </p:nvSpPr>
        <p:spPr>
          <a:xfrm>
            <a:off x="822960" y="2240280"/>
            <a:ext cx="2743200" cy="475488"/>
          </a:xfrm>
          <a:prstGeom prst="rect">
            <a:avLst/>
          </a:prstGeom>
          <a:noFill/>
          <a:ln/>
        </p:spPr>
        <p:txBody>
          <a:bodyPr wrap="square" lIns="0" tIns="0" rIns="0" bIns="0" rtlCol="0" anchor="ctr"/>
          <a:lstStyle/>
          <a:p>
            <a:pPr marL="0" indent="0" algn="ctr">
              <a:buNone/>
            </a:pPr>
            <a:r>
              <a:rPr lang="en-US" sz="1200" dirty="0">
                <a:solidFill>
                  <a:srgbClr val="4B25B8"/>
                </a:solidFill>
                <a:latin typeface="Segoe UI Semibold" pitchFamily="34" charset="0"/>
                <a:ea typeface="Segoe UI Semibold" pitchFamily="34" charset="-122"/>
                <a:cs typeface="Segoe UI Semibold" pitchFamily="34" charset="-120"/>
              </a:rPr>
              <a:t>Capture des besoins fonctionnels</a:t>
            </a:r>
            <a:endParaRPr lang="en-US" sz="1200" dirty="0"/>
          </a:p>
        </p:txBody>
      </p:sp>
      <p:sp>
        <p:nvSpPr>
          <p:cNvPr id="11" name="S13_A01_fly_197"/>
          <p:cNvSpPr/>
          <p:nvPr/>
        </p:nvSpPr>
        <p:spPr>
          <a:xfrm>
            <a:off x="2194560" y="2715768"/>
            <a:ext cx="0" cy="210312"/>
          </a:xfrm>
          <a:prstGeom prst="line">
            <a:avLst/>
          </a:prstGeom>
          <a:noFill/>
          <a:ln w="19050">
            <a:solidFill>
              <a:srgbClr val="7C5CFF">
                <a:alpha val="80000"/>
              </a:srgbClr>
            </a:solidFill>
            <a:prstDash val="solid"/>
            <a:tailEnd type="triangle"/>
          </a:ln>
        </p:spPr>
      </p:sp>
      <p:sp>
        <p:nvSpPr>
          <p:cNvPr id="12" name="S13_A01_fly_198"/>
          <p:cNvSpPr/>
          <p:nvPr/>
        </p:nvSpPr>
        <p:spPr>
          <a:xfrm>
            <a:off x="822960" y="2926080"/>
            <a:ext cx="2743200" cy="475488"/>
          </a:xfrm>
          <a:prstGeom prst="roundRect">
            <a:avLst>
              <a:gd name="adj" fmla="val 19231"/>
            </a:avLst>
          </a:prstGeom>
          <a:solidFill>
            <a:srgbClr val="EEE9FD"/>
          </a:solidFill>
          <a:ln w="12700">
            <a:solidFill>
              <a:srgbClr val="C9B8FF"/>
            </a:solidFill>
            <a:prstDash val="solid"/>
          </a:ln>
        </p:spPr>
      </p:sp>
      <p:sp>
        <p:nvSpPr>
          <p:cNvPr id="13" name="S13_A01_fly_199"/>
          <p:cNvSpPr txBox="1"/>
          <p:nvPr/>
        </p:nvSpPr>
        <p:spPr>
          <a:xfrm>
            <a:off x="822960" y="2926080"/>
            <a:ext cx="2743200" cy="475488"/>
          </a:xfrm>
          <a:prstGeom prst="rect">
            <a:avLst/>
          </a:prstGeom>
          <a:noFill/>
          <a:ln/>
        </p:spPr>
        <p:txBody>
          <a:bodyPr wrap="square" lIns="0" tIns="0" rIns="0" bIns="0" rtlCol="0" anchor="ctr"/>
          <a:lstStyle/>
          <a:p>
            <a:pPr marL="0" indent="0" algn="ctr">
              <a:buNone/>
            </a:pPr>
            <a:r>
              <a:rPr lang="en-US" sz="1200" dirty="0">
                <a:solidFill>
                  <a:srgbClr val="4B25B8"/>
                </a:solidFill>
                <a:latin typeface="Segoe UI Semibold" pitchFamily="34" charset="0"/>
                <a:ea typeface="Segoe UI Semibold" pitchFamily="34" charset="-122"/>
                <a:cs typeface="Segoe UI Semibold" pitchFamily="34" charset="-120"/>
              </a:rPr>
              <a:t>Analyse</a:t>
            </a:r>
            <a:endParaRPr lang="en-US" sz="1200" dirty="0"/>
          </a:p>
        </p:txBody>
      </p:sp>
      <p:sp>
        <p:nvSpPr>
          <p:cNvPr id="14" name="S13_A02_fly_200"/>
          <p:cNvSpPr/>
          <p:nvPr/>
        </p:nvSpPr>
        <p:spPr>
          <a:xfrm>
            <a:off x="4846320" y="2240280"/>
            <a:ext cx="2743200" cy="475488"/>
          </a:xfrm>
          <a:prstGeom prst="roundRect">
            <a:avLst>
              <a:gd name="adj" fmla="val 19231"/>
            </a:avLst>
          </a:prstGeom>
          <a:solidFill>
            <a:srgbClr val="EEF9E4"/>
          </a:solidFill>
          <a:ln w="12700">
            <a:solidFill>
              <a:srgbClr val="9FD27A"/>
            </a:solidFill>
            <a:prstDash val="solid"/>
          </a:ln>
        </p:spPr>
      </p:sp>
      <p:sp>
        <p:nvSpPr>
          <p:cNvPr id="15" name="S13_A02_fly_201"/>
          <p:cNvSpPr txBox="1"/>
          <p:nvPr/>
        </p:nvSpPr>
        <p:spPr>
          <a:xfrm>
            <a:off x="4846320" y="2240280"/>
            <a:ext cx="2743200" cy="475488"/>
          </a:xfrm>
          <a:prstGeom prst="rect">
            <a:avLst/>
          </a:prstGeom>
          <a:noFill/>
          <a:ln/>
        </p:spPr>
        <p:txBody>
          <a:bodyPr wrap="square" lIns="0" tIns="0" rIns="0" bIns="0" rtlCol="0" anchor="ctr"/>
          <a:lstStyle/>
          <a:p>
            <a:pPr marL="0" indent="0" algn="ctr">
              <a:buNone/>
            </a:pPr>
            <a:r>
              <a:rPr lang="en-US" sz="1200" dirty="0">
                <a:solidFill>
                  <a:srgbClr val="2F8A1A"/>
                </a:solidFill>
                <a:latin typeface="Segoe UI Semibold" pitchFamily="34" charset="0"/>
                <a:ea typeface="Segoe UI Semibold" pitchFamily="34" charset="-122"/>
                <a:cs typeface="Segoe UI Semibold" pitchFamily="34" charset="-120"/>
              </a:rPr>
              <a:t>Capture des besoins techniques</a:t>
            </a:r>
            <a:endParaRPr lang="en-US" sz="1200" dirty="0"/>
          </a:p>
        </p:txBody>
      </p:sp>
      <p:sp>
        <p:nvSpPr>
          <p:cNvPr id="16" name="S13_A02_fly_202"/>
          <p:cNvSpPr/>
          <p:nvPr/>
        </p:nvSpPr>
        <p:spPr>
          <a:xfrm>
            <a:off x="6217920" y="2715768"/>
            <a:ext cx="0" cy="210312"/>
          </a:xfrm>
          <a:prstGeom prst="line">
            <a:avLst/>
          </a:prstGeom>
          <a:noFill/>
          <a:ln w="19050">
            <a:solidFill>
              <a:srgbClr val="7C5CFF">
                <a:alpha val="80000"/>
              </a:srgbClr>
            </a:solidFill>
            <a:prstDash val="solid"/>
            <a:tailEnd type="triangle"/>
          </a:ln>
        </p:spPr>
      </p:sp>
      <p:sp>
        <p:nvSpPr>
          <p:cNvPr id="17" name="S13_A02_fly_203"/>
          <p:cNvSpPr/>
          <p:nvPr/>
        </p:nvSpPr>
        <p:spPr>
          <a:xfrm>
            <a:off x="4846320" y="2926080"/>
            <a:ext cx="2743200" cy="475488"/>
          </a:xfrm>
          <a:prstGeom prst="roundRect">
            <a:avLst>
              <a:gd name="adj" fmla="val 19231"/>
            </a:avLst>
          </a:prstGeom>
          <a:solidFill>
            <a:srgbClr val="EEF9E4"/>
          </a:solidFill>
          <a:ln w="12700">
            <a:solidFill>
              <a:srgbClr val="9FD27A"/>
            </a:solidFill>
            <a:prstDash val="solid"/>
          </a:ln>
        </p:spPr>
      </p:sp>
      <p:sp>
        <p:nvSpPr>
          <p:cNvPr id="18" name="S13_A02_fly_204"/>
          <p:cNvSpPr txBox="1"/>
          <p:nvPr/>
        </p:nvSpPr>
        <p:spPr>
          <a:xfrm>
            <a:off x="4846320" y="2926080"/>
            <a:ext cx="2743200" cy="475488"/>
          </a:xfrm>
          <a:prstGeom prst="rect">
            <a:avLst/>
          </a:prstGeom>
          <a:noFill/>
          <a:ln/>
        </p:spPr>
        <p:txBody>
          <a:bodyPr wrap="square" lIns="0" tIns="0" rIns="0" bIns="0" rtlCol="0" anchor="ctr"/>
          <a:lstStyle/>
          <a:p>
            <a:pPr marL="0" indent="0" algn="ctr">
              <a:buNone/>
            </a:pPr>
            <a:r>
              <a:rPr lang="en-US" sz="1200" dirty="0">
                <a:solidFill>
                  <a:srgbClr val="2F8A1A"/>
                </a:solidFill>
                <a:latin typeface="Segoe UI Semibold" pitchFamily="34" charset="0"/>
                <a:ea typeface="Segoe UI Semibold" pitchFamily="34" charset="-122"/>
                <a:cs typeface="Segoe UI Semibold" pitchFamily="34" charset="-120"/>
              </a:rPr>
              <a:t>Conception générique</a:t>
            </a:r>
            <a:endParaRPr lang="en-US" sz="1200" dirty="0"/>
          </a:p>
        </p:txBody>
      </p:sp>
      <p:sp>
        <p:nvSpPr>
          <p:cNvPr id="19" name="S13_A03_fade_205"/>
          <p:cNvSpPr/>
          <p:nvPr/>
        </p:nvSpPr>
        <p:spPr>
          <a:xfrm>
            <a:off x="2194560" y="3401568"/>
            <a:ext cx="2011680" cy="329184"/>
          </a:xfrm>
          <a:prstGeom prst="line">
            <a:avLst/>
          </a:prstGeom>
          <a:noFill/>
          <a:ln w="19050">
            <a:solidFill>
              <a:srgbClr val="7C5CFF">
                <a:alpha val="80000"/>
              </a:srgbClr>
            </a:solidFill>
            <a:prstDash val="solid"/>
            <a:tailEnd type="triangle"/>
          </a:ln>
        </p:spPr>
      </p:sp>
      <p:sp>
        <p:nvSpPr>
          <p:cNvPr id="20" name="S13_A03_fade_206"/>
          <p:cNvSpPr/>
          <p:nvPr/>
        </p:nvSpPr>
        <p:spPr>
          <a:xfrm flipH="1">
            <a:off x="4206240" y="3401568"/>
            <a:ext cx="2011680" cy="329184"/>
          </a:xfrm>
          <a:prstGeom prst="line">
            <a:avLst/>
          </a:prstGeom>
          <a:noFill/>
          <a:ln w="19050">
            <a:solidFill>
              <a:srgbClr val="7C5CFF">
                <a:alpha val="80000"/>
              </a:srgbClr>
            </a:solidFill>
            <a:prstDash val="solid"/>
            <a:tailEnd type="triangle"/>
          </a:ln>
        </p:spPr>
      </p:sp>
      <p:sp>
        <p:nvSpPr>
          <p:cNvPr id="21" name="S13_A04_rise_207"/>
          <p:cNvSpPr/>
          <p:nvPr/>
        </p:nvSpPr>
        <p:spPr>
          <a:xfrm>
            <a:off x="2834640" y="3730752"/>
            <a:ext cx="2743200" cy="475488"/>
          </a:xfrm>
          <a:prstGeom prst="roundRect">
            <a:avLst>
              <a:gd name="adj" fmla="val 19231"/>
            </a:avLst>
          </a:prstGeom>
          <a:solidFill>
            <a:srgbClr val="FFFFFF"/>
          </a:solidFill>
          <a:ln w="12700">
            <a:solidFill>
              <a:srgbClr val="E4DFF2"/>
            </a:solidFill>
            <a:prstDash val="solid"/>
          </a:ln>
        </p:spPr>
      </p:sp>
      <p:sp>
        <p:nvSpPr>
          <p:cNvPr id="22" name="S13_A04_rise_208"/>
          <p:cNvSpPr txBox="1"/>
          <p:nvPr/>
        </p:nvSpPr>
        <p:spPr>
          <a:xfrm>
            <a:off x="2834640" y="3730752"/>
            <a:ext cx="2743200" cy="475488"/>
          </a:xfrm>
          <a:prstGeom prst="rect">
            <a:avLst/>
          </a:prstGeom>
          <a:noFill/>
          <a:ln/>
        </p:spPr>
        <p:txBody>
          <a:bodyPr wrap="square" lIns="0" tIns="0" rIns="0" bIns="0" rtlCol="0" anchor="ctr"/>
          <a:lstStyle/>
          <a:p>
            <a:pPr marL="0" indent="0" algn="ctr">
              <a:buNone/>
            </a:pPr>
            <a:r>
              <a:rPr lang="en-US" sz="1200" dirty="0">
                <a:solidFill>
                  <a:srgbClr val="17132E"/>
                </a:solidFill>
                <a:latin typeface="Segoe UI Semibold" pitchFamily="34" charset="0"/>
                <a:ea typeface="Segoe UI Semibold" pitchFamily="34" charset="-122"/>
                <a:cs typeface="Segoe UI Semibold" pitchFamily="34" charset="-120"/>
              </a:rPr>
              <a:t>Conception préliminaire</a:t>
            </a:r>
            <a:endParaRPr lang="en-US" sz="1200" dirty="0"/>
          </a:p>
        </p:txBody>
      </p:sp>
      <p:sp>
        <p:nvSpPr>
          <p:cNvPr id="23" name="S13_A04_rise_209"/>
          <p:cNvSpPr/>
          <p:nvPr/>
        </p:nvSpPr>
        <p:spPr>
          <a:xfrm>
            <a:off x="4206240" y="4206240"/>
            <a:ext cx="0" cy="128016"/>
          </a:xfrm>
          <a:prstGeom prst="line">
            <a:avLst/>
          </a:prstGeom>
          <a:noFill/>
          <a:ln w="19050">
            <a:solidFill>
              <a:srgbClr val="7C5CFF">
                <a:alpha val="80000"/>
              </a:srgbClr>
            </a:solidFill>
            <a:prstDash val="solid"/>
            <a:tailEnd type="triangle"/>
          </a:ln>
        </p:spPr>
      </p:sp>
      <p:sp>
        <p:nvSpPr>
          <p:cNvPr id="24" name="S13_A05_rise_210"/>
          <p:cNvSpPr/>
          <p:nvPr/>
        </p:nvSpPr>
        <p:spPr>
          <a:xfrm>
            <a:off x="2834640" y="4334256"/>
            <a:ext cx="2743200" cy="475488"/>
          </a:xfrm>
          <a:prstGeom prst="roundRect">
            <a:avLst>
              <a:gd name="adj" fmla="val 19231"/>
            </a:avLst>
          </a:prstGeom>
          <a:solidFill>
            <a:srgbClr val="FFFFFF"/>
          </a:solidFill>
          <a:ln w="12700">
            <a:solidFill>
              <a:srgbClr val="E4DFF2"/>
            </a:solidFill>
            <a:prstDash val="solid"/>
          </a:ln>
        </p:spPr>
      </p:sp>
      <p:sp>
        <p:nvSpPr>
          <p:cNvPr id="25" name="S13_A05_rise_211"/>
          <p:cNvSpPr txBox="1"/>
          <p:nvPr/>
        </p:nvSpPr>
        <p:spPr>
          <a:xfrm>
            <a:off x="2834640" y="4334256"/>
            <a:ext cx="2743200" cy="475488"/>
          </a:xfrm>
          <a:prstGeom prst="rect">
            <a:avLst/>
          </a:prstGeom>
          <a:noFill/>
          <a:ln/>
        </p:spPr>
        <p:txBody>
          <a:bodyPr wrap="square" lIns="0" tIns="0" rIns="0" bIns="0" rtlCol="0" anchor="ctr"/>
          <a:lstStyle/>
          <a:p>
            <a:pPr marL="0" indent="0" algn="ctr">
              <a:buNone/>
            </a:pPr>
            <a:r>
              <a:rPr lang="en-US" sz="1200" dirty="0">
                <a:solidFill>
                  <a:srgbClr val="17132E"/>
                </a:solidFill>
                <a:latin typeface="Segoe UI Semibold" pitchFamily="34" charset="0"/>
                <a:ea typeface="Segoe UI Semibold" pitchFamily="34" charset="-122"/>
                <a:cs typeface="Segoe UI Semibold" pitchFamily="34" charset="-120"/>
              </a:rPr>
              <a:t>Conception détaillée</a:t>
            </a:r>
            <a:endParaRPr lang="en-US" sz="1200" dirty="0"/>
          </a:p>
        </p:txBody>
      </p:sp>
      <p:sp>
        <p:nvSpPr>
          <p:cNvPr id="26" name="S13_A05_rise_212"/>
          <p:cNvSpPr/>
          <p:nvPr/>
        </p:nvSpPr>
        <p:spPr>
          <a:xfrm>
            <a:off x="4206240" y="4809744"/>
            <a:ext cx="0" cy="128016"/>
          </a:xfrm>
          <a:prstGeom prst="line">
            <a:avLst/>
          </a:prstGeom>
          <a:noFill/>
          <a:ln w="19050">
            <a:solidFill>
              <a:srgbClr val="7C5CFF">
                <a:alpha val="80000"/>
              </a:srgbClr>
            </a:solidFill>
            <a:prstDash val="solid"/>
            <a:tailEnd type="triangle"/>
          </a:ln>
        </p:spPr>
      </p:sp>
      <p:sp>
        <p:nvSpPr>
          <p:cNvPr id="27" name="S13_A06_rise_213"/>
          <p:cNvSpPr/>
          <p:nvPr/>
        </p:nvSpPr>
        <p:spPr>
          <a:xfrm>
            <a:off x="2834640" y="4937760"/>
            <a:ext cx="2743200" cy="475488"/>
          </a:xfrm>
          <a:prstGeom prst="roundRect">
            <a:avLst>
              <a:gd name="adj" fmla="val 19231"/>
            </a:avLst>
          </a:prstGeom>
          <a:solidFill>
            <a:srgbClr val="FFFFFF"/>
          </a:solidFill>
          <a:ln w="12700">
            <a:solidFill>
              <a:srgbClr val="E4DFF2"/>
            </a:solidFill>
            <a:prstDash val="solid"/>
          </a:ln>
        </p:spPr>
      </p:sp>
      <p:sp>
        <p:nvSpPr>
          <p:cNvPr id="28" name="S13_A06_rise_214"/>
          <p:cNvSpPr txBox="1"/>
          <p:nvPr/>
        </p:nvSpPr>
        <p:spPr>
          <a:xfrm>
            <a:off x="2834640" y="4937760"/>
            <a:ext cx="2743200" cy="475488"/>
          </a:xfrm>
          <a:prstGeom prst="rect">
            <a:avLst/>
          </a:prstGeom>
          <a:noFill/>
          <a:ln/>
        </p:spPr>
        <p:txBody>
          <a:bodyPr wrap="square" lIns="0" tIns="0" rIns="0" bIns="0" rtlCol="0" anchor="ctr"/>
          <a:lstStyle/>
          <a:p>
            <a:pPr marL="0" indent="0" algn="ctr">
              <a:buNone/>
            </a:pPr>
            <a:r>
              <a:rPr lang="en-US" sz="1200" dirty="0">
                <a:solidFill>
                  <a:srgbClr val="17132E"/>
                </a:solidFill>
                <a:latin typeface="Segoe UI Semibold" pitchFamily="34" charset="0"/>
                <a:ea typeface="Segoe UI Semibold" pitchFamily="34" charset="-122"/>
                <a:cs typeface="Segoe UI Semibold" pitchFamily="34" charset="-120"/>
              </a:rPr>
              <a:t>Codage et tests</a:t>
            </a:r>
            <a:endParaRPr lang="en-US" sz="1200" dirty="0"/>
          </a:p>
        </p:txBody>
      </p:sp>
      <p:sp>
        <p:nvSpPr>
          <p:cNvPr id="29" name="S13_A06_rise_215"/>
          <p:cNvSpPr/>
          <p:nvPr/>
        </p:nvSpPr>
        <p:spPr>
          <a:xfrm>
            <a:off x="4206240" y="5413248"/>
            <a:ext cx="0" cy="128016"/>
          </a:xfrm>
          <a:prstGeom prst="line">
            <a:avLst/>
          </a:prstGeom>
          <a:noFill/>
          <a:ln w="19050">
            <a:solidFill>
              <a:srgbClr val="7C5CFF">
                <a:alpha val="80000"/>
              </a:srgbClr>
            </a:solidFill>
            <a:prstDash val="solid"/>
            <a:tailEnd type="triangle"/>
          </a:ln>
        </p:spPr>
      </p:sp>
      <p:sp>
        <p:nvSpPr>
          <p:cNvPr id="30" name="S13_A07_rise_216"/>
          <p:cNvSpPr/>
          <p:nvPr/>
        </p:nvSpPr>
        <p:spPr>
          <a:xfrm>
            <a:off x="2834640" y="5541264"/>
            <a:ext cx="2743200" cy="475488"/>
          </a:xfrm>
          <a:prstGeom prst="roundRect">
            <a:avLst>
              <a:gd name="adj" fmla="val 19231"/>
            </a:avLst>
          </a:prstGeom>
          <a:solidFill>
            <a:srgbClr val="5B2FD6"/>
          </a:solidFill>
          <a:ln w="12700">
            <a:solidFill>
              <a:srgbClr val="5B2FD6"/>
            </a:solidFill>
            <a:prstDash val="solid"/>
          </a:ln>
        </p:spPr>
      </p:sp>
      <p:sp>
        <p:nvSpPr>
          <p:cNvPr id="31" name="S13_A07_rise_217"/>
          <p:cNvSpPr txBox="1"/>
          <p:nvPr/>
        </p:nvSpPr>
        <p:spPr>
          <a:xfrm>
            <a:off x="2834640" y="5541264"/>
            <a:ext cx="2743200" cy="475488"/>
          </a:xfrm>
          <a:prstGeom prst="rect">
            <a:avLst/>
          </a:prstGeom>
          <a:noFill/>
          <a:ln/>
        </p:spPr>
        <p:txBody>
          <a:bodyPr wrap="square" lIns="0" tIns="0" rIns="0" bIns="0" rtlCol="0" anchor="ctr"/>
          <a:lstStyle/>
          <a:p>
            <a:pPr marL="0" indent="0" algn="ctr">
              <a:buNone/>
            </a:pPr>
            <a:r>
              <a:rPr lang="en-US" sz="1200" dirty="0">
                <a:solidFill>
                  <a:srgbClr val="FFFFFF"/>
                </a:solidFill>
                <a:latin typeface="Segoe UI Semibold" pitchFamily="34" charset="0"/>
                <a:ea typeface="Segoe UI Semibold" pitchFamily="34" charset="-122"/>
                <a:cs typeface="Segoe UI Semibold" pitchFamily="34" charset="-120"/>
              </a:rPr>
              <a:t>Recette</a:t>
            </a:r>
            <a:endParaRPr lang="en-US" sz="1200" dirty="0"/>
          </a:p>
        </p:txBody>
      </p:sp>
      <p:sp>
        <p:nvSpPr>
          <p:cNvPr id="32" name="S13_A08_zoom_218"/>
          <p:cNvSpPr/>
          <p:nvPr/>
        </p:nvSpPr>
        <p:spPr>
          <a:xfrm>
            <a:off x="8138160" y="1783080"/>
            <a:ext cx="3502152" cy="4434840"/>
          </a:xfrm>
          <a:prstGeom prst="roundRect">
            <a:avLst>
              <a:gd name="adj" fmla="val 4178"/>
            </a:avLst>
          </a:prstGeom>
          <a:solidFill>
            <a:srgbClr val="F3EFFF"/>
          </a:solidFill>
          <a:ln w="12700">
            <a:solidFill>
              <a:srgbClr val="C9B8FF"/>
            </a:solidFill>
            <a:prstDash val="solid"/>
          </a:ln>
        </p:spPr>
      </p:sp>
      <p:sp>
        <p:nvSpPr>
          <p:cNvPr id="33" name="S13_A08_zoom_219"/>
          <p:cNvSpPr txBox="1"/>
          <p:nvPr/>
        </p:nvSpPr>
        <p:spPr>
          <a:xfrm>
            <a:off x="8412480" y="2057400"/>
            <a:ext cx="3017520" cy="256032"/>
          </a:xfrm>
          <a:prstGeom prst="rect">
            <a:avLst/>
          </a:prstGeom>
          <a:noFill/>
          <a:ln/>
        </p:spPr>
        <p:txBody>
          <a:bodyPr wrap="square" lIns="0" tIns="0" rIns="0" bIns="0" rtlCol="0" anchor="t"/>
          <a:lstStyle/>
          <a:p>
            <a:pPr marL="0" indent="0">
              <a:buNone/>
            </a:pPr>
            <a:r>
              <a:rPr lang="en-US" sz="1000" b="1" kern="0" spc="200" dirty="0">
                <a:solidFill>
                  <a:srgbClr val="5B2FD6"/>
                </a:solidFill>
                <a:latin typeface="Segoe UI" pitchFamily="34" charset="0"/>
                <a:ea typeface="Segoe UI" pitchFamily="34" charset="-122"/>
                <a:cs typeface="Segoe UI" pitchFamily="34" charset="-120"/>
              </a:rPr>
              <a:t>POURQUOI 2TUP ?</a:t>
            </a:r>
            <a:endParaRPr lang="en-US" sz="1000" dirty="0"/>
          </a:p>
        </p:txBody>
      </p:sp>
      <p:pic>
        <p:nvPicPr>
          <p:cNvPr id="34" name="S13_A09_rise_220" descr="preencoded.png"/>
          <p:cNvPicPr>
            <a:picLocks noChangeAspect="1"/>
          </p:cNvPicPr>
          <p:nvPr/>
        </p:nvPicPr>
        <p:blipFill>
          <a:blip r:embed="rId5"/>
          <a:stretch>
            <a:fillRect/>
          </a:stretch>
        </p:blipFill>
        <p:spPr>
          <a:xfrm>
            <a:off x="8412480" y="2606040"/>
            <a:ext cx="310896" cy="310896"/>
          </a:xfrm>
          <a:prstGeom prst="rect">
            <a:avLst/>
          </a:prstGeom>
        </p:spPr>
      </p:pic>
      <p:sp>
        <p:nvSpPr>
          <p:cNvPr id="35" name="S13_A09_rise_221"/>
          <p:cNvSpPr txBox="1"/>
          <p:nvPr/>
        </p:nvSpPr>
        <p:spPr>
          <a:xfrm>
            <a:off x="8869680" y="2560320"/>
            <a:ext cx="2606040" cy="685800"/>
          </a:xfrm>
          <a:prstGeom prst="rect">
            <a:avLst/>
          </a:prstGeom>
          <a:noFill/>
          <a:ln/>
        </p:spPr>
        <p:txBody>
          <a:bodyPr wrap="square" lIns="0" tIns="0" rIns="0" bIns="0" rtlCol="0" anchor="t"/>
          <a:lstStyle/>
          <a:p>
            <a:pPr marL="0" indent="0">
              <a:buNone/>
            </a:pPr>
            <a:r>
              <a:rPr lang="en-US" sz="1400" dirty="0">
                <a:solidFill>
                  <a:srgbClr val="17132E"/>
                </a:solidFill>
                <a:latin typeface="Segoe UI Semibold" pitchFamily="34" charset="0"/>
                <a:ea typeface="Segoe UI Semibold" pitchFamily="34" charset="-122"/>
                <a:cs typeface="Segoe UI Semibold" pitchFamily="34" charset="-120"/>
              </a:rPr>
              <a:t>Itératif et incrémental</a:t>
            </a:r>
            <a:endParaRPr lang="en-US" sz="1400" dirty="0"/>
          </a:p>
        </p:txBody>
      </p:sp>
      <p:pic>
        <p:nvPicPr>
          <p:cNvPr id="36" name="S13_A10_rise_222" descr="preencoded.png"/>
          <p:cNvPicPr>
            <a:picLocks noChangeAspect="1"/>
          </p:cNvPicPr>
          <p:nvPr/>
        </p:nvPicPr>
        <p:blipFill>
          <a:blip r:embed="rId5"/>
          <a:stretch>
            <a:fillRect/>
          </a:stretch>
        </p:blipFill>
        <p:spPr>
          <a:xfrm>
            <a:off x="8412480" y="3474720"/>
            <a:ext cx="310896" cy="310896"/>
          </a:xfrm>
          <a:prstGeom prst="rect">
            <a:avLst/>
          </a:prstGeom>
        </p:spPr>
      </p:pic>
      <p:sp>
        <p:nvSpPr>
          <p:cNvPr id="37" name="S13_A10_rise_223"/>
          <p:cNvSpPr txBox="1"/>
          <p:nvPr/>
        </p:nvSpPr>
        <p:spPr>
          <a:xfrm>
            <a:off x="8869680" y="3429000"/>
            <a:ext cx="2606040" cy="685800"/>
          </a:xfrm>
          <a:prstGeom prst="rect">
            <a:avLst/>
          </a:prstGeom>
          <a:noFill/>
          <a:ln/>
        </p:spPr>
        <p:txBody>
          <a:bodyPr wrap="square" lIns="0" tIns="0" rIns="0" bIns="0" rtlCol="0" anchor="t"/>
          <a:lstStyle/>
          <a:p>
            <a:pPr marL="0" indent="0">
              <a:buNone/>
            </a:pPr>
            <a:r>
              <a:rPr lang="en-US" sz="1400" dirty="0">
                <a:solidFill>
                  <a:srgbClr val="17132E"/>
                </a:solidFill>
                <a:latin typeface="Segoe UI Semibold" pitchFamily="34" charset="0"/>
                <a:ea typeface="Segoe UI Semibold" pitchFamily="34" charset="-122"/>
                <a:cs typeface="Segoe UI Semibold" pitchFamily="34" charset="-120"/>
              </a:rPr>
              <a:t>Piloté par les risques</a:t>
            </a:r>
            <a:endParaRPr lang="en-US" sz="1400" dirty="0"/>
          </a:p>
        </p:txBody>
      </p:sp>
      <p:pic>
        <p:nvPicPr>
          <p:cNvPr id="38" name="S13_A11_rise_224" descr="preencoded.png"/>
          <p:cNvPicPr>
            <a:picLocks noChangeAspect="1"/>
          </p:cNvPicPr>
          <p:nvPr/>
        </p:nvPicPr>
        <p:blipFill>
          <a:blip r:embed="rId5"/>
          <a:stretch>
            <a:fillRect/>
          </a:stretch>
        </p:blipFill>
        <p:spPr>
          <a:xfrm>
            <a:off x="8412480" y="4343400"/>
            <a:ext cx="310896" cy="310896"/>
          </a:xfrm>
          <a:prstGeom prst="rect">
            <a:avLst/>
          </a:prstGeom>
        </p:spPr>
      </p:pic>
      <p:sp>
        <p:nvSpPr>
          <p:cNvPr id="39" name="S13_A11_rise_225"/>
          <p:cNvSpPr txBox="1"/>
          <p:nvPr/>
        </p:nvSpPr>
        <p:spPr>
          <a:xfrm>
            <a:off x="8869680" y="4297680"/>
            <a:ext cx="2606040" cy="685800"/>
          </a:xfrm>
          <a:prstGeom prst="rect">
            <a:avLst/>
          </a:prstGeom>
          <a:noFill/>
          <a:ln/>
        </p:spPr>
        <p:txBody>
          <a:bodyPr wrap="square" lIns="0" tIns="0" rIns="0" bIns="0" rtlCol="0" anchor="t"/>
          <a:lstStyle/>
          <a:p>
            <a:pPr marL="0" indent="0">
              <a:buNone/>
            </a:pPr>
            <a:r>
              <a:rPr lang="en-US" sz="1400" dirty="0">
                <a:solidFill>
                  <a:srgbClr val="17132E"/>
                </a:solidFill>
                <a:latin typeface="Segoe UI Semibold" pitchFamily="34" charset="0"/>
                <a:ea typeface="Segoe UI Semibold" pitchFamily="34" charset="-122"/>
                <a:cs typeface="Segoe UI Semibold" pitchFamily="34" charset="-120"/>
              </a:rPr>
              <a:t>Centré sur l’architecture</a:t>
            </a:r>
            <a:endParaRPr lang="en-US" sz="1400" dirty="0"/>
          </a:p>
        </p:txBody>
      </p:sp>
      <p:pic>
        <p:nvPicPr>
          <p:cNvPr id="40" name="S13_A12_rise_226" descr="preencoded.png"/>
          <p:cNvPicPr>
            <a:picLocks noChangeAspect="1"/>
          </p:cNvPicPr>
          <p:nvPr/>
        </p:nvPicPr>
        <p:blipFill>
          <a:blip r:embed="rId5"/>
          <a:stretch>
            <a:fillRect/>
          </a:stretch>
        </p:blipFill>
        <p:spPr>
          <a:xfrm>
            <a:off x="8412480" y="5212080"/>
            <a:ext cx="310896" cy="310896"/>
          </a:xfrm>
          <a:prstGeom prst="rect">
            <a:avLst/>
          </a:prstGeom>
        </p:spPr>
      </p:pic>
      <p:sp>
        <p:nvSpPr>
          <p:cNvPr id="41" name="S13_A12_rise_227"/>
          <p:cNvSpPr txBox="1"/>
          <p:nvPr/>
        </p:nvSpPr>
        <p:spPr>
          <a:xfrm>
            <a:off x="8869680" y="5166360"/>
            <a:ext cx="2606040" cy="685800"/>
          </a:xfrm>
          <a:prstGeom prst="rect">
            <a:avLst/>
          </a:prstGeom>
          <a:noFill/>
          <a:ln/>
        </p:spPr>
        <p:txBody>
          <a:bodyPr wrap="square" lIns="0" tIns="0" rIns="0" bIns="0" rtlCol="0" anchor="t"/>
          <a:lstStyle/>
          <a:p>
            <a:pPr marL="0" indent="0">
              <a:buNone/>
            </a:pPr>
            <a:r>
              <a:rPr lang="en-US" sz="1400" dirty="0">
                <a:solidFill>
                  <a:srgbClr val="17132E"/>
                </a:solidFill>
                <a:latin typeface="Segoe UI Semibold" pitchFamily="34" charset="0"/>
                <a:ea typeface="Segoe UI Semibold" pitchFamily="34" charset="-122"/>
                <a:cs typeface="Segoe UI Semibold" pitchFamily="34" charset="-120"/>
              </a:rPr>
              <a:t>Sépare le fonctionnel et le technique</a:t>
            </a:r>
            <a:endParaRPr lang="en-US" sz="1400" dirty="0"/>
          </a:p>
        </p:txBody>
      </p:sp>
      <p:sp>
        <p:nvSpPr>
          <p:cNvPr id="42" name="!!NavPill"/>
          <p:cNvSpPr/>
          <p:nvPr/>
        </p:nvSpPr>
        <p:spPr>
          <a:xfrm>
            <a:off x="4059936" y="6382512"/>
            <a:ext cx="1097280" cy="274320"/>
          </a:xfrm>
          <a:prstGeom prst="roundRect">
            <a:avLst>
              <a:gd name="adj" fmla="val 50000"/>
            </a:avLst>
          </a:prstGeom>
          <a:solidFill>
            <a:srgbClr val="5B2FD6"/>
          </a:solidFill>
          <a:ln w="9525">
            <a:solidFill>
              <a:srgbClr val="7C5CFF"/>
            </a:solidFill>
            <a:prstDash val="solid"/>
          </a:ln>
        </p:spPr>
      </p:sp>
      <p:sp>
        <p:nvSpPr>
          <p:cNvPr id="43" name="Text 36"/>
          <p:cNvSpPr txBox="1"/>
          <p:nvPr/>
        </p:nvSpPr>
        <p:spPr>
          <a:xfrm>
            <a:off x="54864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Introduction</a:t>
            </a:r>
            <a:endParaRPr lang="en-US" sz="900" dirty="0"/>
          </a:p>
        </p:txBody>
      </p:sp>
      <p:sp>
        <p:nvSpPr>
          <p:cNvPr id="44" name="Text 37"/>
          <p:cNvSpPr txBox="1"/>
          <p:nvPr/>
        </p:nvSpPr>
        <p:spPr>
          <a:xfrm>
            <a:off x="1719072"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Entreprise</a:t>
            </a:r>
            <a:endParaRPr lang="en-US" sz="900" dirty="0"/>
          </a:p>
        </p:txBody>
      </p:sp>
      <p:sp>
        <p:nvSpPr>
          <p:cNvPr id="45" name="Text 38"/>
          <p:cNvSpPr txBox="1"/>
          <p:nvPr/>
        </p:nvSpPr>
        <p:spPr>
          <a:xfrm>
            <a:off x="2889504"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Contexte</a:t>
            </a:r>
            <a:endParaRPr lang="en-US" sz="900" dirty="0"/>
          </a:p>
        </p:txBody>
      </p:sp>
      <p:sp>
        <p:nvSpPr>
          <p:cNvPr id="46" name="Text 39"/>
          <p:cNvSpPr txBox="1"/>
          <p:nvPr/>
        </p:nvSpPr>
        <p:spPr>
          <a:xfrm>
            <a:off x="4059936" y="6382512"/>
            <a:ext cx="10972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Segoe UI" pitchFamily="34" charset="0"/>
                <a:ea typeface="Segoe UI" pitchFamily="34" charset="-122"/>
                <a:cs typeface="Segoe UI" pitchFamily="34" charset="-120"/>
              </a:rPr>
              <a:t>Méthodologie</a:t>
            </a:r>
            <a:endParaRPr lang="en-US" sz="900" dirty="0"/>
          </a:p>
        </p:txBody>
      </p:sp>
      <p:sp>
        <p:nvSpPr>
          <p:cNvPr id="47" name="Text 40"/>
          <p:cNvSpPr txBox="1"/>
          <p:nvPr/>
        </p:nvSpPr>
        <p:spPr>
          <a:xfrm>
            <a:off x="5230368"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Résultats</a:t>
            </a:r>
            <a:endParaRPr lang="en-US" sz="900" dirty="0"/>
          </a:p>
        </p:txBody>
      </p:sp>
      <p:sp>
        <p:nvSpPr>
          <p:cNvPr id="48" name="Text 41"/>
          <p:cNvSpPr txBox="1"/>
          <p:nvPr/>
        </p:nvSpPr>
        <p:spPr>
          <a:xfrm>
            <a:off x="640080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Conclusion</a:t>
            </a:r>
            <a:endParaRPr lang="en-US" sz="900" dirty="0"/>
          </a:p>
        </p:txBody>
      </p:sp>
      <p:sp>
        <p:nvSpPr>
          <p:cNvPr id="49" name="Text 42"/>
          <p:cNvSpPr txBox="1"/>
          <p:nvPr/>
        </p:nvSpPr>
        <p:spPr>
          <a:xfrm>
            <a:off x="8412480" y="6382512"/>
            <a:ext cx="3227832" cy="274320"/>
          </a:xfrm>
          <a:prstGeom prst="rect">
            <a:avLst/>
          </a:prstGeom>
          <a:noFill/>
          <a:ln/>
        </p:spPr>
        <p:txBody>
          <a:bodyPr wrap="square" lIns="0" tIns="0" rIns="0" bIns="0" rtlCol="0" anchor="ctr"/>
          <a:lstStyle/>
          <a:p>
            <a:pPr marL="0" indent="0" algn="r">
              <a:buNone/>
            </a:pPr>
            <a:r>
              <a:rPr lang="en-US" sz="900" dirty="0">
                <a:solidFill>
                  <a:srgbClr val="6E6A85"/>
                </a:solidFill>
                <a:latin typeface="Segoe UI" pitchFamily="34" charset="0"/>
                <a:ea typeface="Segoe UI" pitchFamily="34" charset="-122"/>
                <a:cs typeface="Segoe UI" pitchFamily="34" charset="-120"/>
              </a:rPr>
              <a:t>FEUNOU FOSSO Otniel</a:t>
            </a:r>
            <a:r>
              <a:rPr lang="en-US" sz="900" b="1" dirty="0">
                <a:solidFill>
                  <a:srgbClr val="5B2FD6"/>
                </a:solidFill>
                <a:latin typeface="Segoe UI" pitchFamily="34" charset="0"/>
                <a:ea typeface="Segoe UI" pitchFamily="34" charset="-122"/>
                <a:cs typeface="Segoe UI" pitchFamily="34" charset="-120"/>
              </a:rPr>
              <a:t>   13</a:t>
            </a:r>
            <a:endParaRPr lang="en-US" sz="900" dirty="0"/>
          </a:p>
        </p:txBody>
      </p:sp>
      <mc:AlternateContent xmlns:mc="http://schemas.openxmlformats.org/markup-compatibility/2006">
        <mc:Choice xmlns:am3d="http://schemas.microsoft.com/office/drawing/2017/model3d" Requires="am3d">
          <p:graphicFrame>
            <p:nvGraphicFramePr>
              <p:cNvPr id="50" name="!!GearBig" descr="Engrenage 3D animé">
                <a:extLst>
                  <a:ext uri="{FF2B5EF4-FFF2-40B4-BE49-F238E27FC236}">
                    <a16:creationId xmlns:a16="http://schemas.microsoft.com/office/drawing/2014/main" id="{174AB0F6-3B51-42C0-A906-EB0354B256AF}"/>
                  </a:ext>
                </a:extLst>
              </p:cNvPr>
              <p:cNvGraphicFramePr>
                <a:graphicFrameLocks/>
              </p:cNvGraphicFramePr>
              <p:nvPr>
                <p:extLst>
                  <p:ext uri="{D42A27DB-BD31-4B8C-83A1-F6EECF244321}">
                    <p14:modId xmlns:p14="http://schemas.microsoft.com/office/powerpoint/2010/main" val="752626611"/>
                  </p:ext>
                </p:extLst>
              </p:nvPr>
            </p:nvGraphicFramePr>
            <p:xfrm>
              <a:off x="10195560" y="320040"/>
              <a:ext cx="1097280" cy="1097280"/>
            </p:xfrm>
            <a:graphic>
              <a:graphicData uri="http://schemas.microsoft.com/office/drawing/2017/model3d">
                <am3d:model3d r:embed="rId6" r:link="rId7">
                  <am3d:spPr>
                    <a:xfrm>
                      <a:off x="0" y="0"/>
                      <a:ext cx="1097280" cy="1097280"/>
                    </a:xfrm>
                    <a:prstGeom prst="rect">
                      <a:avLst/>
                    </a:prstGeom>
                  </am3d:spPr>
                  <am3d:camera>
                    <am3d:pos x="0" y="158400000" z="158400000"/>
                    <am3d:up dx="0" dy="36000000" dz="0"/>
                    <am3d:lookAt x="0" y="0" z="0"/>
                    <am3d:perspective fov="660000"/>
                  </am3d:camera>
                  <am3d:trans>
                    <am3d:meterPerModelUnit n="404766" d="1000000"/>
                    <am3d:preTrans dx="0" dy="0" dz="0"/>
                    <am3d:scale>
                      <am3d:sx n="1000000" d="1000000"/>
                      <am3d:sy n="1000000" d="1000000"/>
                      <am3d:sz n="1000000" d="1000000"/>
                    </am3d:scale>
                    <am3d:rot ay="13200000"/>
                    <am3d:postTrans dx="0" dy="0" dz="0"/>
                  </am3d:trans>
                  <am3d:raster rName="Office3DRenderer" rVer="16.0.8326">
                    <am3d:blip r:embed="rId8"/>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50" name="!!GearBig" descr="Engrenage 3D animé">
                <a:extLst>
                  <a:ext uri="{FF2B5EF4-FFF2-40B4-BE49-F238E27FC236}">
                    <a16:creationId xmlns:a16="http://schemas.microsoft.com/office/drawing/2014/main" id="{174AB0F6-3B51-42C0-A906-EB0354B256AF}"/>
                  </a:ext>
                </a:extLst>
              </p:cNvPr>
              <p:cNvPicPr>
                <a:picLocks noGrp="1" noRot="1" noChangeAspect="1" noMove="1" noResize="1" noEditPoints="1" noAdjustHandles="1" noChangeArrowheads="1" noChangeShapeType="1" noCrop="1"/>
              </p:cNvPicPr>
              <p:nvPr/>
            </p:nvPicPr>
            <p:blipFill>
              <a:blip r:embed="rId8"/>
              <a:stretch>
                <a:fillRect/>
              </a:stretch>
            </p:blipFill>
            <p:spPr>
              <a:xfrm>
                <a:off x="10195560" y="320040"/>
                <a:ext cx="1097280" cy="109728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51" name="!!GearSmall" descr="Engrenage 3D animé">
                <a:extLst>
                  <a:ext uri="{FF2B5EF4-FFF2-40B4-BE49-F238E27FC236}">
                    <a16:creationId xmlns:a16="http://schemas.microsoft.com/office/drawing/2014/main" id="{66002787-26A1-4ECC-9941-97263C6ABB34}"/>
                  </a:ext>
                </a:extLst>
              </p:cNvPr>
              <p:cNvGraphicFramePr>
                <a:graphicFrameLocks/>
              </p:cNvGraphicFramePr>
              <p:nvPr>
                <p:extLst>
                  <p:ext uri="{D42A27DB-BD31-4B8C-83A1-F6EECF244321}">
                    <p14:modId xmlns:p14="http://schemas.microsoft.com/office/powerpoint/2010/main" val="1027253106"/>
                  </p:ext>
                </p:extLst>
              </p:nvPr>
            </p:nvGraphicFramePr>
            <p:xfrm>
              <a:off x="11150194" y="742493"/>
              <a:ext cx="779069" cy="779069"/>
            </p:xfrm>
            <a:graphic>
              <a:graphicData uri="http://schemas.microsoft.com/office/drawing/2017/model3d">
                <am3d:model3d r:embed="rId9" r:link="rId10">
                  <am3d:spPr>
                    <a:xfrm>
                      <a:off x="0" y="0"/>
                      <a:ext cx="779069" cy="779069"/>
                    </a:xfrm>
                    <a:prstGeom prst="rect">
                      <a:avLst/>
                    </a:prstGeom>
                  </am3d:spPr>
                  <am3d:camera>
                    <am3d:pos x="0" y="158400000" z="158400000"/>
                    <am3d:up dx="0" dy="36000000" dz="0"/>
                    <am3d:lookAt x="0" y="0" z="0"/>
                    <am3d:perspective fov="660000"/>
                  </am3d:camera>
                  <am3d:trans>
                    <am3d:meterPerModelUnit n="573084" d="1000000"/>
                    <am3d:preTrans dx="0" dy="0" dz="0"/>
                    <am3d:scale>
                      <am3d:sx n="1000000" d="1000000"/>
                      <am3d:sy n="1000000" d="1000000"/>
                      <am3d:sz n="1000000" d="1000000"/>
                    </am3d:scale>
                    <am3d:rot ay="12600000"/>
                    <am3d:postTrans dx="0" dy="0" dz="0"/>
                  </am3d:trans>
                  <am3d:raster rName="Office3DRenderer" rVer="16.0.8326">
                    <am3d:blip r:embed="rId11"/>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51" name="!!GearSmall" descr="Engrenage 3D animé">
                <a:extLst>
                  <a:ext uri="{FF2B5EF4-FFF2-40B4-BE49-F238E27FC236}">
                    <a16:creationId xmlns:a16="http://schemas.microsoft.com/office/drawing/2014/main" id="{66002787-26A1-4ECC-9941-97263C6ABB34}"/>
                  </a:ext>
                </a:extLst>
              </p:cNvPr>
              <p:cNvPicPr>
                <a:picLocks noGrp="1" noRot="1" noChangeAspect="1" noMove="1" noResize="1" noEditPoints="1" noAdjustHandles="1" noChangeArrowheads="1" noChangeShapeType="1" noCrop="1"/>
              </p:cNvPicPr>
              <p:nvPr/>
            </p:nvPicPr>
            <p:blipFill>
              <a:blip r:embed="rId11"/>
              <a:stretch>
                <a:fillRect/>
              </a:stretch>
            </p:blipFill>
            <p:spPr>
              <a:xfrm>
                <a:off x="11150194" y="742493"/>
                <a:ext cx="779069" cy="779069"/>
              </a:xfrm>
              <a:prstGeom prst="rect">
                <a:avLst/>
              </a:prstGeom>
            </p:spPr>
          </p:pic>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mph" presetSubtype="128" repeatCount="indefinite" fill="hold" nodeType="withEffect">
                                  <p:stCondLst>
                                    <p:cond delay="0"/>
                                  </p:stCondLst>
                                  <p:childTnLst>
                                    <p:animRot by="21600000">
                                      <p:cBhvr>
                                        <p:cTn id="6" dur="16000" fill="hold"/>
                                        <p:tgtEl>
                                          <p:spTgt spid="50"/>
                                        </p:tgtEl>
                                        <p:attrNameLst>
                                          <p:attrName>3d.view.rotation.y</p:attrName>
                                        </p:attrNameLst>
                                      </p:cBhvr>
                                    </p:animRot>
                                  </p:childTnLst>
                                </p:cTn>
                              </p:par>
                              <p:par>
                                <p:cTn id="7" presetID="37" presetClass="emph" presetSubtype="128" repeatCount="indefinite" fill="hold" nodeType="withEffect">
                                  <p:stCondLst>
                                    <p:cond delay="0"/>
                                  </p:stCondLst>
                                  <p:childTnLst>
                                    <p:animRot by="-21600000">
                                      <p:cBhvr>
                                        <p:cTn id="8" dur="10667" fill="hold"/>
                                        <p:tgtEl>
                                          <p:spTgt spid="51"/>
                                        </p:tgtEl>
                                        <p:attrNameLst>
                                          <p:attrName>3d.view.rotation.y</p:attrName>
                                        </p:attrNameLst>
                                      </p:cBhvr>
                                    </p:animRot>
                                  </p:childTnLst>
                                </p:cTn>
                              </p:par>
                              <p:par>
                                <p:cTn id="9" presetID="10" presetClass="entr" presetSubtype="0" fill="hold" nodeType="withEffect">
                                  <p:stCondLst>
                                    <p:cond delay="35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50"/>
                                        <p:tgtEl>
                                          <p:spTgt spid="6"/>
                                        </p:tgtEl>
                                      </p:cBhvr>
                                    </p:animEffect>
                                  </p:childTnLst>
                                </p:cTn>
                              </p:par>
                              <p:par>
                                <p:cTn id="12" presetID="10" presetClass="entr" presetSubtype="0" fill="hold" grpId="0" nodeType="withEffect">
                                  <p:stCondLst>
                                    <p:cond delay="35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50"/>
                                        <p:tgtEl>
                                          <p:spTgt spid="7"/>
                                        </p:tgtEl>
                                      </p:cBhvr>
                                    </p:animEffect>
                                  </p:childTnLst>
                                </p:cTn>
                              </p:par>
                              <p:par>
                                <p:cTn id="15" presetID="10" presetClass="entr" presetSubtype="0" fill="hold" grpId="0" nodeType="withEffect">
                                  <p:stCondLst>
                                    <p:cond delay="35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50"/>
                                        <p:tgtEl>
                                          <p:spTgt spid="8"/>
                                        </p:tgtEl>
                                      </p:cBhvr>
                                    </p:animEffect>
                                  </p:childTnLst>
                                </p:cTn>
                              </p:par>
                              <p:par>
                                <p:cTn id="18" presetID="2" presetClass="entr" presetSubtype="8" fill="hold" nodeType="withEffect">
                                  <p:stCondLst>
                                    <p:cond delay="510"/>
                                  </p:stCondLst>
                                  <p:childTnLst>
                                    <p:set>
                                      <p:cBhvr>
                                        <p:cTn id="19" dur="1" fill="hold">
                                          <p:stCondLst>
                                            <p:cond delay="0"/>
                                          </p:stCondLst>
                                        </p:cTn>
                                        <p:tgtEl>
                                          <p:spTgt spid="9"/>
                                        </p:tgtEl>
                                        <p:attrNameLst>
                                          <p:attrName>style.visibility</p:attrName>
                                        </p:attrNameLst>
                                      </p:cBhvr>
                                      <p:to>
                                        <p:strVal val="visible"/>
                                      </p:to>
                                    </p:set>
                                    <p:anim calcmode="lin" valueType="num">
                                      <p:cBhvr additive="base">
                                        <p:cTn id="20" dur="500" fill="hold"/>
                                        <p:tgtEl>
                                          <p:spTgt spid="9"/>
                                        </p:tgtEl>
                                        <p:attrNameLst>
                                          <p:attrName>ppt_x</p:attrName>
                                        </p:attrNameLst>
                                      </p:cBhvr>
                                      <p:tavLst>
                                        <p:tav tm="0">
                                          <p:val>
                                            <p:strVal val="0-#ppt_w/2"/>
                                          </p:val>
                                        </p:tav>
                                        <p:tav tm="100000">
                                          <p:val>
                                            <p:strVal val="#ppt_x"/>
                                          </p:val>
                                        </p:tav>
                                      </p:tavLst>
                                    </p:anim>
                                    <p:anim calcmode="lin" valueType="num">
                                      <p:cBhvr additive="base">
                                        <p:cTn id="21" dur="500" fill="hold"/>
                                        <p:tgtEl>
                                          <p:spTgt spid="9"/>
                                        </p:tgtEl>
                                        <p:attrNameLst>
                                          <p:attrName>ppt_y</p:attrName>
                                        </p:attrNameLst>
                                      </p:cBhvr>
                                      <p:tavLst>
                                        <p:tav tm="0">
                                          <p:val>
                                            <p:strVal val="#ppt_y"/>
                                          </p:val>
                                        </p:tav>
                                        <p:tav tm="100000">
                                          <p:val>
                                            <p:strVal val="#ppt_y"/>
                                          </p:val>
                                        </p:tav>
                                      </p:tavLst>
                                    </p:anim>
                                  </p:childTnLst>
                                </p:cTn>
                              </p:par>
                              <p:par>
                                <p:cTn id="22" presetID="2" presetClass="entr" presetSubtype="8" fill="hold" grpId="0" nodeType="withEffect">
                                  <p:stCondLst>
                                    <p:cond delay="510"/>
                                  </p:stCondLst>
                                  <p:childTnLst>
                                    <p:set>
                                      <p:cBhvr>
                                        <p:cTn id="23" dur="1" fill="hold">
                                          <p:stCondLst>
                                            <p:cond delay="0"/>
                                          </p:stCondLst>
                                        </p:cTn>
                                        <p:tgtEl>
                                          <p:spTgt spid="10"/>
                                        </p:tgtEl>
                                        <p:attrNameLst>
                                          <p:attrName>style.visibility</p:attrName>
                                        </p:attrNameLst>
                                      </p:cBhvr>
                                      <p:to>
                                        <p:strVal val="visible"/>
                                      </p:to>
                                    </p:set>
                                    <p:anim calcmode="lin" valueType="num">
                                      <p:cBhvr additive="base">
                                        <p:cTn id="24" dur="500" fill="hold"/>
                                        <p:tgtEl>
                                          <p:spTgt spid="10"/>
                                        </p:tgtEl>
                                        <p:attrNameLst>
                                          <p:attrName>ppt_x</p:attrName>
                                        </p:attrNameLst>
                                      </p:cBhvr>
                                      <p:tavLst>
                                        <p:tav tm="0">
                                          <p:val>
                                            <p:strVal val="0-#ppt_w/2"/>
                                          </p:val>
                                        </p:tav>
                                        <p:tav tm="100000">
                                          <p:val>
                                            <p:strVal val="#ppt_x"/>
                                          </p:val>
                                        </p:tav>
                                      </p:tavLst>
                                    </p:anim>
                                    <p:anim calcmode="lin" valueType="num">
                                      <p:cBhvr additive="base">
                                        <p:cTn id="25" dur="500" fill="hold"/>
                                        <p:tgtEl>
                                          <p:spTgt spid="10"/>
                                        </p:tgtEl>
                                        <p:attrNameLst>
                                          <p:attrName>ppt_y</p:attrName>
                                        </p:attrNameLst>
                                      </p:cBhvr>
                                      <p:tavLst>
                                        <p:tav tm="0">
                                          <p:val>
                                            <p:strVal val="#ppt_y"/>
                                          </p:val>
                                        </p:tav>
                                        <p:tav tm="100000">
                                          <p:val>
                                            <p:strVal val="#ppt_y"/>
                                          </p:val>
                                        </p:tav>
                                      </p:tavLst>
                                    </p:anim>
                                  </p:childTnLst>
                                </p:cTn>
                              </p:par>
                              <p:par>
                                <p:cTn id="26" presetID="2" presetClass="entr" presetSubtype="8" fill="hold" nodeType="withEffect">
                                  <p:stCondLst>
                                    <p:cond delay="510"/>
                                  </p:stCondLst>
                                  <p:childTnLst>
                                    <p:set>
                                      <p:cBhvr>
                                        <p:cTn id="27" dur="1" fill="hold">
                                          <p:stCondLst>
                                            <p:cond delay="0"/>
                                          </p:stCondLst>
                                        </p:cTn>
                                        <p:tgtEl>
                                          <p:spTgt spid="11"/>
                                        </p:tgtEl>
                                        <p:attrNameLst>
                                          <p:attrName>style.visibility</p:attrName>
                                        </p:attrNameLst>
                                      </p:cBhvr>
                                      <p:to>
                                        <p:strVal val="visible"/>
                                      </p:to>
                                    </p:set>
                                    <p:anim calcmode="lin" valueType="num">
                                      <p:cBhvr additive="base">
                                        <p:cTn id="28" dur="500" fill="hold"/>
                                        <p:tgtEl>
                                          <p:spTgt spid="11"/>
                                        </p:tgtEl>
                                        <p:attrNameLst>
                                          <p:attrName>ppt_x</p:attrName>
                                        </p:attrNameLst>
                                      </p:cBhvr>
                                      <p:tavLst>
                                        <p:tav tm="0">
                                          <p:val>
                                            <p:strVal val="0-#ppt_w/2"/>
                                          </p:val>
                                        </p:tav>
                                        <p:tav tm="100000">
                                          <p:val>
                                            <p:strVal val="#ppt_x"/>
                                          </p:val>
                                        </p:tav>
                                      </p:tavLst>
                                    </p:anim>
                                    <p:anim calcmode="lin" valueType="num">
                                      <p:cBhvr additive="base">
                                        <p:cTn id="29" dur="500" fill="hold"/>
                                        <p:tgtEl>
                                          <p:spTgt spid="11"/>
                                        </p:tgtEl>
                                        <p:attrNameLst>
                                          <p:attrName>ppt_y</p:attrName>
                                        </p:attrNameLst>
                                      </p:cBhvr>
                                      <p:tavLst>
                                        <p:tav tm="0">
                                          <p:val>
                                            <p:strVal val="#ppt_y"/>
                                          </p:val>
                                        </p:tav>
                                        <p:tav tm="100000">
                                          <p:val>
                                            <p:strVal val="#ppt_y"/>
                                          </p:val>
                                        </p:tav>
                                      </p:tavLst>
                                    </p:anim>
                                  </p:childTnLst>
                                </p:cTn>
                              </p:par>
                              <p:par>
                                <p:cTn id="30" presetID="2" presetClass="entr" presetSubtype="8" fill="hold" nodeType="withEffect">
                                  <p:stCondLst>
                                    <p:cond delay="510"/>
                                  </p:stCondLst>
                                  <p:childTnLst>
                                    <p:set>
                                      <p:cBhvr>
                                        <p:cTn id="31" dur="1" fill="hold">
                                          <p:stCondLst>
                                            <p:cond delay="0"/>
                                          </p:stCondLst>
                                        </p:cTn>
                                        <p:tgtEl>
                                          <p:spTgt spid="12"/>
                                        </p:tgtEl>
                                        <p:attrNameLst>
                                          <p:attrName>style.visibility</p:attrName>
                                        </p:attrNameLst>
                                      </p:cBhvr>
                                      <p:to>
                                        <p:strVal val="visible"/>
                                      </p:to>
                                    </p:set>
                                    <p:anim calcmode="lin" valueType="num">
                                      <p:cBhvr additive="base">
                                        <p:cTn id="32" dur="500" fill="hold"/>
                                        <p:tgtEl>
                                          <p:spTgt spid="12"/>
                                        </p:tgtEl>
                                        <p:attrNameLst>
                                          <p:attrName>ppt_x</p:attrName>
                                        </p:attrNameLst>
                                      </p:cBhvr>
                                      <p:tavLst>
                                        <p:tav tm="0">
                                          <p:val>
                                            <p:strVal val="0-#ppt_w/2"/>
                                          </p:val>
                                        </p:tav>
                                        <p:tav tm="100000">
                                          <p:val>
                                            <p:strVal val="#ppt_x"/>
                                          </p:val>
                                        </p:tav>
                                      </p:tavLst>
                                    </p:anim>
                                    <p:anim calcmode="lin" valueType="num">
                                      <p:cBhvr additive="base">
                                        <p:cTn id="33" dur="500" fill="hold"/>
                                        <p:tgtEl>
                                          <p:spTgt spid="12"/>
                                        </p:tgtEl>
                                        <p:attrNameLst>
                                          <p:attrName>ppt_y</p:attrName>
                                        </p:attrNameLst>
                                      </p:cBhvr>
                                      <p:tavLst>
                                        <p:tav tm="0">
                                          <p:val>
                                            <p:strVal val="#ppt_y"/>
                                          </p:val>
                                        </p:tav>
                                        <p:tav tm="100000">
                                          <p:val>
                                            <p:strVal val="#ppt_y"/>
                                          </p:val>
                                        </p:tav>
                                      </p:tavLst>
                                    </p:anim>
                                  </p:childTnLst>
                                </p:cTn>
                              </p:par>
                              <p:par>
                                <p:cTn id="34" presetID="2" presetClass="entr" presetSubtype="8" fill="hold" grpId="0" nodeType="withEffect">
                                  <p:stCondLst>
                                    <p:cond delay="510"/>
                                  </p:stCondLst>
                                  <p:childTnLst>
                                    <p:set>
                                      <p:cBhvr>
                                        <p:cTn id="35" dur="1" fill="hold">
                                          <p:stCondLst>
                                            <p:cond delay="0"/>
                                          </p:stCondLst>
                                        </p:cTn>
                                        <p:tgtEl>
                                          <p:spTgt spid="13"/>
                                        </p:tgtEl>
                                        <p:attrNameLst>
                                          <p:attrName>style.visibility</p:attrName>
                                        </p:attrNameLst>
                                      </p:cBhvr>
                                      <p:to>
                                        <p:strVal val="visible"/>
                                      </p:to>
                                    </p:set>
                                    <p:anim calcmode="lin" valueType="num">
                                      <p:cBhvr additive="base">
                                        <p:cTn id="36" dur="500" fill="hold"/>
                                        <p:tgtEl>
                                          <p:spTgt spid="13"/>
                                        </p:tgtEl>
                                        <p:attrNameLst>
                                          <p:attrName>ppt_x</p:attrName>
                                        </p:attrNameLst>
                                      </p:cBhvr>
                                      <p:tavLst>
                                        <p:tav tm="0">
                                          <p:val>
                                            <p:strVal val="0-#ppt_w/2"/>
                                          </p:val>
                                        </p:tav>
                                        <p:tav tm="100000">
                                          <p:val>
                                            <p:strVal val="#ppt_x"/>
                                          </p:val>
                                        </p:tav>
                                      </p:tavLst>
                                    </p:anim>
                                    <p:anim calcmode="lin" valueType="num">
                                      <p:cBhvr additive="base">
                                        <p:cTn id="37" dur="500" fill="hold"/>
                                        <p:tgtEl>
                                          <p:spTgt spid="13"/>
                                        </p:tgtEl>
                                        <p:attrNameLst>
                                          <p:attrName>ppt_y</p:attrName>
                                        </p:attrNameLst>
                                      </p:cBhvr>
                                      <p:tavLst>
                                        <p:tav tm="0">
                                          <p:val>
                                            <p:strVal val="#ppt_y"/>
                                          </p:val>
                                        </p:tav>
                                        <p:tav tm="100000">
                                          <p:val>
                                            <p:strVal val="#ppt_y"/>
                                          </p:val>
                                        </p:tav>
                                      </p:tavLst>
                                    </p:anim>
                                  </p:childTnLst>
                                </p:cTn>
                              </p:par>
                              <p:par>
                                <p:cTn id="38" presetID="2" presetClass="entr" presetSubtype="2" fill="hold" nodeType="withEffect">
                                  <p:stCondLst>
                                    <p:cond delay="670"/>
                                  </p:stCondLst>
                                  <p:childTnLst>
                                    <p:set>
                                      <p:cBhvr>
                                        <p:cTn id="39" dur="1" fill="hold">
                                          <p:stCondLst>
                                            <p:cond delay="0"/>
                                          </p:stCondLst>
                                        </p:cTn>
                                        <p:tgtEl>
                                          <p:spTgt spid="14"/>
                                        </p:tgtEl>
                                        <p:attrNameLst>
                                          <p:attrName>style.visibility</p:attrName>
                                        </p:attrNameLst>
                                      </p:cBhvr>
                                      <p:to>
                                        <p:strVal val="visible"/>
                                      </p:to>
                                    </p:set>
                                    <p:anim calcmode="lin" valueType="num">
                                      <p:cBhvr additive="base">
                                        <p:cTn id="40" dur="500" fill="hold"/>
                                        <p:tgtEl>
                                          <p:spTgt spid="14"/>
                                        </p:tgtEl>
                                        <p:attrNameLst>
                                          <p:attrName>ppt_x</p:attrName>
                                        </p:attrNameLst>
                                      </p:cBhvr>
                                      <p:tavLst>
                                        <p:tav tm="0">
                                          <p:val>
                                            <p:strVal val="1+#ppt_w/2"/>
                                          </p:val>
                                        </p:tav>
                                        <p:tav tm="100000">
                                          <p:val>
                                            <p:strVal val="#ppt_x"/>
                                          </p:val>
                                        </p:tav>
                                      </p:tavLst>
                                    </p:anim>
                                    <p:anim calcmode="lin" valueType="num">
                                      <p:cBhvr additive="base">
                                        <p:cTn id="41" dur="500" fill="hold"/>
                                        <p:tgtEl>
                                          <p:spTgt spid="14"/>
                                        </p:tgtEl>
                                        <p:attrNameLst>
                                          <p:attrName>ppt_y</p:attrName>
                                        </p:attrNameLst>
                                      </p:cBhvr>
                                      <p:tavLst>
                                        <p:tav tm="0">
                                          <p:val>
                                            <p:strVal val="#ppt_y"/>
                                          </p:val>
                                        </p:tav>
                                        <p:tav tm="100000">
                                          <p:val>
                                            <p:strVal val="#ppt_y"/>
                                          </p:val>
                                        </p:tav>
                                      </p:tavLst>
                                    </p:anim>
                                  </p:childTnLst>
                                </p:cTn>
                              </p:par>
                              <p:par>
                                <p:cTn id="42" presetID="2" presetClass="entr" presetSubtype="2" fill="hold" grpId="0" nodeType="withEffect">
                                  <p:stCondLst>
                                    <p:cond delay="670"/>
                                  </p:stCondLst>
                                  <p:childTnLst>
                                    <p:set>
                                      <p:cBhvr>
                                        <p:cTn id="43" dur="1" fill="hold">
                                          <p:stCondLst>
                                            <p:cond delay="0"/>
                                          </p:stCondLst>
                                        </p:cTn>
                                        <p:tgtEl>
                                          <p:spTgt spid="15"/>
                                        </p:tgtEl>
                                        <p:attrNameLst>
                                          <p:attrName>style.visibility</p:attrName>
                                        </p:attrNameLst>
                                      </p:cBhvr>
                                      <p:to>
                                        <p:strVal val="visible"/>
                                      </p:to>
                                    </p:set>
                                    <p:anim calcmode="lin" valueType="num">
                                      <p:cBhvr additive="base">
                                        <p:cTn id="44" dur="500" fill="hold"/>
                                        <p:tgtEl>
                                          <p:spTgt spid="15"/>
                                        </p:tgtEl>
                                        <p:attrNameLst>
                                          <p:attrName>ppt_x</p:attrName>
                                        </p:attrNameLst>
                                      </p:cBhvr>
                                      <p:tavLst>
                                        <p:tav tm="0">
                                          <p:val>
                                            <p:strVal val="1+#ppt_w/2"/>
                                          </p:val>
                                        </p:tav>
                                        <p:tav tm="100000">
                                          <p:val>
                                            <p:strVal val="#ppt_x"/>
                                          </p:val>
                                        </p:tav>
                                      </p:tavLst>
                                    </p:anim>
                                    <p:anim calcmode="lin" valueType="num">
                                      <p:cBhvr additive="base">
                                        <p:cTn id="45" dur="500" fill="hold"/>
                                        <p:tgtEl>
                                          <p:spTgt spid="15"/>
                                        </p:tgtEl>
                                        <p:attrNameLst>
                                          <p:attrName>ppt_y</p:attrName>
                                        </p:attrNameLst>
                                      </p:cBhvr>
                                      <p:tavLst>
                                        <p:tav tm="0">
                                          <p:val>
                                            <p:strVal val="#ppt_y"/>
                                          </p:val>
                                        </p:tav>
                                        <p:tav tm="100000">
                                          <p:val>
                                            <p:strVal val="#ppt_y"/>
                                          </p:val>
                                        </p:tav>
                                      </p:tavLst>
                                    </p:anim>
                                  </p:childTnLst>
                                </p:cTn>
                              </p:par>
                              <p:par>
                                <p:cTn id="46" presetID="2" presetClass="entr" presetSubtype="2" fill="hold" nodeType="withEffect">
                                  <p:stCondLst>
                                    <p:cond delay="670"/>
                                  </p:stCondLst>
                                  <p:childTnLst>
                                    <p:set>
                                      <p:cBhvr>
                                        <p:cTn id="47" dur="1" fill="hold">
                                          <p:stCondLst>
                                            <p:cond delay="0"/>
                                          </p:stCondLst>
                                        </p:cTn>
                                        <p:tgtEl>
                                          <p:spTgt spid="16"/>
                                        </p:tgtEl>
                                        <p:attrNameLst>
                                          <p:attrName>style.visibility</p:attrName>
                                        </p:attrNameLst>
                                      </p:cBhvr>
                                      <p:to>
                                        <p:strVal val="visible"/>
                                      </p:to>
                                    </p:set>
                                    <p:anim calcmode="lin" valueType="num">
                                      <p:cBhvr additive="base">
                                        <p:cTn id="48" dur="500" fill="hold"/>
                                        <p:tgtEl>
                                          <p:spTgt spid="16"/>
                                        </p:tgtEl>
                                        <p:attrNameLst>
                                          <p:attrName>ppt_x</p:attrName>
                                        </p:attrNameLst>
                                      </p:cBhvr>
                                      <p:tavLst>
                                        <p:tav tm="0">
                                          <p:val>
                                            <p:strVal val="1+#ppt_w/2"/>
                                          </p:val>
                                        </p:tav>
                                        <p:tav tm="100000">
                                          <p:val>
                                            <p:strVal val="#ppt_x"/>
                                          </p:val>
                                        </p:tav>
                                      </p:tavLst>
                                    </p:anim>
                                    <p:anim calcmode="lin" valueType="num">
                                      <p:cBhvr additive="base">
                                        <p:cTn id="49" dur="500" fill="hold"/>
                                        <p:tgtEl>
                                          <p:spTgt spid="16"/>
                                        </p:tgtEl>
                                        <p:attrNameLst>
                                          <p:attrName>ppt_y</p:attrName>
                                        </p:attrNameLst>
                                      </p:cBhvr>
                                      <p:tavLst>
                                        <p:tav tm="0">
                                          <p:val>
                                            <p:strVal val="#ppt_y"/>
                                          </p:val>
                                        </p:tav>
                                        <p:tav tm="100000">
                                          <p:val>
                                            <p:strVal val="#ppt_y"/>
                                          </p:val>
                                        </p:tav>
                                      </p:tavLst>
                                    </p:anim>
                                  </p:childTnLst>
                                </p:cTn>
                              </p:par>
                              <p:par>
                                <p:cTn id="50" presetID="2" presetClass="entr" presetSubtype="2" fill="hold" nodeType="withEffect">
                                  <p:stCondLst>
                                    <p:cond delay="670"/>
                                  </p:stCondLst>
                                  <p:childTnLst>
                                    <p:set>
                                      <p:cBhvr>
                                        <p:cTn id="51" dur="1" fill="hold">
                                          <p:stCondLst>
                                            <p:cond delay="0"/>
                                          </p:stCondLst>
                                        </p:cTn>
                                        <p:tgtEl>
                                          <p:spTgt spid="17"/>
                                        </p:tgtEl>
                                        <p:attrNameLst>
                                          <p:attrName>style.visibility</p:attrName>
                                        </p:attrNameLst>
                                      </p:cBhvr>
                                      <p:to>
                                        <p:strVal val="visible"/>
                                      </p:to>
                                    </p:set>
                                    <p:anim calcmode="lin" valueType="num">
                                      <p:cBhvr additive="base">
                                        <p:cTn id="52" dur="500" fill="hold"/>
                                        <p:tgtEl>
                                          <p:spTgt spid="17"/>
                                        </p:tgtEl>
                                        <p:attrNameLst>
                                          <p:attrName>ppt_x</p:attrName>
                                        </p:attrNameLst>
                                      </p:cBhvr>
                                      <p:tavLst>
                                        <p:tav tm="0">
                                          <p:val>
                                            <p:strVal val="1+#ppt_w/2"/>
                                          </p:val>
                                        </p:tav>
                                        <p:tav tm="100000">
                                          <p:val>
                                            <p:strVal val="#ppt_x"/>
                                          </p:val>
                                        </p:tav>
                                      </p:tavLst>
                                    </p:anim>
                                    <p:anim calcmode="lin" valueType="num">
                                      <p:cBhvr additive="base">
                                        <p:cTn id="53" dur="500" fill="hold"/>
                                        <p:tgtEl>
                                          <p:spTgt spid="17"/>
                                        </p:tgtEl>
                                        <p:attrNameLst>
                                          <p:attrName>ppt_y</p:attrName>
                                        </p:attrNameLst>
                                      </p:cBhvr>
                                      <p:tavLst>
                                        <p:tav tm="0">
                                          <p:val>
                                            <p:strVal val="#ppt_y"/>
                                          </p:val>
                                        </p:tav>
                                        <p:tav tm="100000">
                                          <p:val>
                                            <p:strVal val="#ppt_y"/>
                                          </p:val>
                                        </p:tav>
                                      </p:tavLst>
                                    </p:anim>
                                  </p:childTnLst>
                                </p:cTn>
                              </p:par>
                              <p:par>
                                <p:cTn id="54" presetID="2" presetClass="entr" presetSubtype="2" fill="hold" grpId="0" nodeType="withEffect">
                                  <p:stCondLst>
                                    <p:cond delay="670"/>
                                  </p:stCondLst>
                                  <p:childTnLst>
                                    <p:set>
                                      <p:cBhvr>
                                        <p:cTn id="55" dur="1" fill="hold">
                                          <p:stCondLst>
                                            <p:cond delay="0"/>
                                          </p:stCondLst>
                                        </p:cTn>
                                        <p:tgtEl>
                                          <p:spTgt spid="18"/>
                                        </p:tgtEl>
                                        <p:attrNameLst>
                                          <p:attrName>style.visibility</p:attrName>
                                        </p:attrNameLst>
                                      </p:cBhvr>
                                      <p:to>
                                        <p:strVal val="visible"/>
                                      </p:to>
                                    </p:set>
                                    <p:anim calcmode="lin" valueType="num">
                                      <p:cBhvr additive="base">
                                        <p:cTn id="56" dur="500" fill="hold"/>
                                        <p:tgtEl>
                                          <p:spTgt spid="18"/>
                                        </p:tgtEl>
                                        <p:attrNameLst>
                                          <p:attrName>ppt_x</p:attrName>
                                        </p:attrNameLst>
                                      </p:cBhvr>
                                      <p:tavLst>
                                        <p:tav tm="0">
                                          <p:val>
                                            <p:strVal val="1+#ppt_w/2"/>
                                          </p:val>
                                        </p:tav>
                                        <p:tav tm="100000">
                                          <p:val>
                                            <p:strVal val="#ppt_x"/>
                                          </p:val>
                                        </p:tav>
                                      </p:tavLst>
                                    </p:anim>
                                    <p:anim calcmode="lin" valueType="num">
                                      <p:cBhvr additive="base">
                                        <p:cTn id="57" dur="500" fill="hold"/>
                                        <p:tgtEl>
                                          <p:spTgt spid="18"/>
                                        </p:tgtEl>
                                        <p:attrNameLst>
                                          <p:attrName>ppt_y</p:attrName>
                                        </p:attrNameLst>
                                      </p:cBhvr>
                                      <p:tavLst>
                                        <p:tav tm="0">
                                          <p:val>
                                            <p:strVal val="#ppt_y"/>
                                          </p:val>
                                        </p:tav>
                                        <p:tav tm="100000">
                                          <p:val>
                                            <p:strVal val="#ppt_y"/>
                                          </p:val>
                                        </p:tav>
                                      </p:tavLst>
                                    </p:anim>
                                  </p:childTnLst>
                                </p:cTn>
                              </p:par>
                              <p:par>
                                <p:cTn id="58" presetID="10" presetClass="entr" presetSubtype="0" fill="hold" nodeType="withEffect">
                                  <p:stCondLst>
                                    <p:cond delay="830"/>
                                  </p:stCondLst>
                                  <p:childTnLst>
                                    <p:set>
                                      <p:cBhvr>
                                        <p:cTn id="59" dur="1" fill="hold">
                                          <p:stCondLst>
                                            <p:cond delay="0"/>
                                          </p:stCondLst>
                                        </p:cTn>
                                        <p:tgtEl>
                                          <p:spTgt spid="19"/>
                                        </p:tgtEl>
                                        <p:attrNameLst>
                                          <p:attrName>style.visibility</p:attrName>
                                        </p:attrNameLst>
                                      </p:cBhvr>
                                      <p:to>
                                        <p:strVal val="visible"/>
                                      </p:to>
                                    </p:set>
                                    <p:animEffect transition="in" filter="fade">
                                      <p:cBhvr>
                                        <p:cTn id="60" dur="550"/>
                                        <p:tgtEl>
                                          <p:spTgt spid="19"/>
                                        </p:tgtEl>
                                      </p:cBhvr>
                                    </p:animEffect>
                                  </p:childTnLst>
                                </p:cTn>
                              </p:par>
                              <p:par>
                                <p:cTn id="61" presetID="10" presetClass="entr" presetSubtype="0" fill="hold" nodeType="withEffect">
                                  <p:stCondLst>
                                    <p:cond delay="830"/>
                                  </p:stCondLst>
                                  <p:childTnLst>
                                    <p:set>
                                      <p:cBhvr>
                                        <p:cTn id="62" dur="1" fill="hold">
                                          <p:stCondLst>
                                            <p:cond delay="0"/>
                                          </p:stCondLst>
                                        </p:cTn>
                                        <p:tgtEl>
                                          <p:spTgt spid="20"/>
                                        </p:tgtEl>
                                        <p:attrNameLst>
                                          <p:attrName>style.visibility</p:attrName>
                                        </p:attrNameLst>
                                      </p:cBhvr>
                                      <p:to>
                                        <p:strVal val="visible"/>
                                      </p:to>
                                    </p:set>
                                    <p:animEffect transition="in" filter="fade">
                                      <p:cBhvr>
                                        <p:cTn id="63" dur="550"/>
                                        <p:tgtEl>
                                          <p:spTgt spid="20"/>
                                        </p:tgtEl>
                                      </p:cBhvr>
                                    </p:animEffect>
                                  </p:childTnLst>
                                </p:cTn>
                              </p:par>
                              <p:par>
                                <p:cTn id="64" presetID="42" presetClass="entr" presetSubtype="0" fill="hold" nodeType="withEffect">
                                  <p:stCondLst>
                                    <p:cond delay="990"/>
                                  </p:stCondLst>
                                  <p:childTnLst>
                                    <p:set>
                                      <p:cBhvr>
                                        <p:cTn id="65" dur="1" fill="hold">
                                          <p:stCondLst>
                                            <p:cond delay="0"/>
                                          </p:stCondLst>
                                        </p:cTn>
                                        <p:tgtEl>
                                          <p:spTgt spid="21"/>
                                        </p:tgtEl>
                                        <p:attrNameLst>
                                          <p:attrName>style.visibility</p:attrName>
                                        </p:attrNameLst>
                                      </p:cBhvr>
                                      <p:to>
                                        <p:strVal val="visible"/>
                                      </p:to>
                                    </p:set>
                                    <p:animEffect transition="in" filter="fade">
                                      <p:cBhvr>
                                        <p:cTn id="66" dur="550"/>
                                        <p:tgtEl>
                                          <p:spTgt spid="21"/>
                                        </p:tgtEl>
                                      </p:cBhvr>
                                    </p:animEffect>
                                    <p:anim calcmode="lin" valueType="num">
                                      <p:cBhvr>
                                        <p:cTn id="67" dur="550" fill="hold"/>
                                        <p:tgtEl>
                                          <p:spTgt spid="21"/>
                                        </p:tgtEl>
                                        <p:attrNameLst>
                                          <p:attrName>ppt_x</p:attrName>
                                        </p:attrNameLst>
                                      </p:cBhvr>
                                      <p:tavLst>
                                        <p:tav tm="0">
                                          <p:val>
                                            <p:strVal val="#ppt_x"/>
                                          </p:val>
                                        </p:tav>
                                        <p:tav tm="100000">
                                          <p:val>
                                            <p:strVal val="#ppt_x"/>
                                          </p:val>
                                        </p:tav>
                                      </p:tavLst>
                                    </p:anim>
                                    <p:anim calcmode="lin" valueType="num">
                                      <p:cBhvr>
                                        <p:cTn id="68" dur="550" fill="hold"/>
                                        <p:tgtEl>
                                          <p:spTgt spid="21"/>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990"/>
                                  </p:stCondLst>
                                  <p:childTnLst>
                                    <p:set>
                                      <p:cBhvr>
                                        <p:cTn id="70" dur="1" fill="hold">
                                          <p:stCondLst>
                                            <p:cond delay="0"/>
                                          </p:stCondLst>
                                        </p:cTn>
                                        <p:tgtEl>
                                          <p:spTgt spid="22"/>
                                        </p:tgtEl>
                                        <p:attrNameLst>
                                          <p:attrName>style.visibility</p:attrName>
                                        </p:attrNameLst>
                                      </p:cBhvr>
                                      <p:to>
                                        <p:strVal val="visible"/>
                                      </p:to>
                                    </p:set>
                                    <p:animEffect transition="in" filter="fade">
                                      <p:cBhvr>
                                        <p:cTn id="71" dur="550"/>
                                        <p:tgtEl>
                                          <p:spTgt spid="22"/>
                                        </p:tgtEl>
                                      </p:cBhvr>
                                    </p:animEffect>
                                    <p:anim calcmode="lin" valueType="num">
                                      <p:cBhvr>
                                        <p:cTn id="72" dur="550" fill="hold"/>
                                        <p:tgtEl>
                                          <p:spTgt spid="22"/>
                                        </p:tgtEl>
                                        <p:attrNameLst>
                                          <p:attrName>ppt_x</p:attrName>
                                        </p:attrNameLst>
                                      </p:cBhvr>
                                      <p:tavLst>
                                        <p:tav tm="0">
                                          <p:val>
                                            <p:strVal val="#ppt_x"/>
                                          </p:val>
                                        </p:tav>
                                        <p:tav tm="100000">
                                          <p:val>
                                            <p:strVal val="#ppt_x"/>
                                          </p:val>
                                        </p:tav>
                                      </p:tavLst>
                                    </p:anim>
                                    <p:anim calcmode="lin" valueType="num">
                                      <p:cBhvr>
                                        <p:cTn id="73" dur="550" fill="hold"/>
                                        <p:tgtEl>
                                          <p:spTgt spid="22"/>
                                        </p:tgtEl>
                                        <p:attrNameLst>
                                          <p:attrName>ppt_y</p:attrName>
                                        </p:attrNameLst>
                                      </p:cBhvr>
                                      <p:tavLst>
                                        <p:tav tm="0">
                                          <p:val>
                                            <p:strVal val="#ppt_y+.1"/>
                                          </p:val>
                                        </p:tav>
                                        <p:tav tm="100000">
                                          <p:val>
                                            <p:strVal val="#ppt_y"/>
                                          </p:val>
                                        </p:tav>
                                      </p:tavLst>
                                    </p:anim>
                                  </p:childTnLst>
                                </p:cTn>
                              </p:par>
                              <p:par>
                                <p:cTn id="74" presetID="42" presetClass="entr" presetSubtype="0" fill="hold" nodeType="withEffect">
                                  <p:stCondLst>
                                    <p:cond delay="990"/>
                                  </p:stCondLst>
                                  <p:childTnLst>
                                    <p:set>
                                      <p:cBhvr>
                                        <p:cTn id="75" dur="1" fill="hold">
                                          <p:stCondLst>
                                            <p:cond delay="0"/>
                                          </p:stCondLst>
                                        </p:cTn>
                                        <p:tgtEl>
                                          <p:spTgt spid="23"/>
                                        </p:tgtEl>
                                        <p:attrNameLst>
                                          <p:attrName>style.visibility</p:attrName>
                                        </p:attrNameLst>
                                      </p:cBhvr>
                                      <p:to>
                                        <p:strVal val="visible"/>
                                      </p:to>
                                    </p:set>
                                    <p:animEffect transition="in" filter="fade">
                                      <p:cBhvr>
                                        <p:cTn id="76" dur="550"/>
                                        <p:tgtEl>
                                          <p:spTgt spid="23"/>
                                        </p:tgtEl>
                                      </p:cBhvr>
                                    </p:animEffect>
                                    <p:anim calcmode="lin" valueType="num">
                                      <p:cBhvr>
                                        <p:cTn id="77" dur="550" fill="hold"/>
                                        <p:tgtEl>
                                          <p:spTgt spid="23"/>
                                        </p:tgtEl>
                                        <p:attrNameLst>
                                          <p:attrName>ppt_x</p:attrName>
                                        </p:attrNameLst>
                                      </p:cBhvr>
                                      <p:tavLst>
                                        <p:tav tm="0">
                                          <p:val>
                                            <p:strVal val="#ppt_x"/>
                                          </p:val>
                                        </p:tav>
                                        <p:tav tm="100000">
                                          <p:val>
                                            <p:strVal val="#ppt_x"/>
                                          </p:val>
                                        </p:tav>
                                      </p:tavLst>
                                    </p:anim>
                                    <p:anim calcmode="lin" valueType="num">
                                      <p:cBhvr>
                                        <p:cTn id="78" dur="550" fill="hold"/>
                                        <p:tgtEl>
                                          <p:spTgt spid="23"/>
                                        </p:tgtEl>
                                        <p:attrNameLst>
                                          <p:attrName>ppt_y</p:attrName>
                                        </p:attrNameLst>
                                      </p:cBhvr>
                                      <p:tavLst>
                                        <p:tav tm="0">
                                          <p:val>
                                            <p:strVal val="#ppt_y+.1"/>
                                          </p:val>
                                        </p:tav>
                                        <p:tav tm="100000">
                                          <p:val>
                                            <p:strVal val="#ppt_y"/>
                                          </p:val>
                                        </p:tav>
                                      </p:tavLst>
                                    </p:anim>
                                  </p:childTnLst>
                                </p:cTn>
                              </p:par>
                              <p:par>
                                <p:cTn id="79" presetID="42" presetClass="entr" presetSubtype="0" fill="hold" nodeType="withEffect">
                                  <p:stCondLst>
                                    <p:cond delay="1150"/>
                                  </p:stCondLst>
                                  <p:childTnLst>
                                    <p:set>
                                      <p:cBhvr>
                                        <p:cTn id="80" dur="1" fill="hold">
                                          <p:stCondLst>
                                            <p:cond delay="0"/>
                                          </p:stCondLst>
                                        </p:cTn>
                                        <p:tgtEl>
                                          <p:spTgt spid="24"/>
                                        </p:tgtEl>
                                        <p:attrNameLst>
                                          <p:attrName>style.visibility</p:attrName>
                                        </p:attrNameLst>
                                      </p:cBhvr>
                                      <p:to>
                                        <p:strVal val="visible"/>
                                      </p:to>
                                    </p:set>
                                    <p:animEffect transition="in" filter="fade">
                                      <p:cBhvr>
                                        <p:cTn id="81" dur="550"/>
                                        <p:tgtEl>
                                          <p:spTgt spid="24"/>
                                        </p:tgtEl>
                                      </p:cBhvr>
                                    </p:animEffect>
                                    <p:anim calcmode="lin" valueType="num">
                                      <p:cBhvr>
                                        <p:cTn id="82" dur="550" fill="hold"/>
                                        <p:tgtEl>
                                          <p:spTgt spid="24"/>
                                        </p:tgtEl>
                                        <p:attrNameLst>
                                          <p:attrName>ppt_x</p:attrName>
                                        </p:attrNameLst>
                                      </p:cBhvr>
                                      <p:tavLst>
                                        <p:tav tm="0">
                                          <p:val>
                                            <p:strVal val="#ppt_x"/>
                                          </p:val>
                                        </p:tav>
                                        <p:tav tm="100000">
                                          <p:val>
                                            <p:strVal val="#ppt_x"/>
                                          </p:val>
                                        </p:tav>
                                      </p:tavLst>
                                    </p:anim>
                                    <p:anim calcmode="lin" valueType="num">
                                      <p:cBhvr>
                                        <p:cTn id="83" dur="550" fill="hold"/>
                                        <p:tgtEl>
                                          <p:spTgt spid="24"/>
                                        </p:tgtEl>
                                        <p:attrNameLst>
                                          <p:attrName>ppt_y</p:attrName>
                                        </p:attrNameLst>
                                      </p:cBhvr>
                                      <p:tavLst>
                                        <p:tav tm="0">
                                          <p:val>
                                            <p:strVal val="#ppt_y+.1"/>
                                          </p:val>
                                        </p:tav>
                                        <p:tav tm="100000">
                                          <p:val>
                                            <p:strVal val="#ppt_y"/>
                                          </p:val>
                                        </p:tav>
                                      </p:tavLst>
                                    </p:anim>
                                  </p:childTnLst>
                                </p:cTn>
                              </p:par>
                              <p:par>
                                <p:cTn id="84" presetID="42" presetClass="entr" presetSubtype="0" fill="hold" grpId="0" nodeType="withEffect">
                                  <p:stCondLst>
                                    <p:cond delay="1150"/>
                                  </p:stCondLst>
                                  <p:childTnLst>
                                    <p:set>
                                      <p:cBhvr>
                                        <p:cTn id="85" dur="1" fill="hold">
                                          <p:stCondLst>
                                            <p:cond delay="0"/>
                                          </p:stCondLst>
                                        </p:cTn>
                                        <p:tgtEl>
                                          <p:spTgt spid="25"/>
                                        </p:tgtEl>
                                        <p:attrNameLst>
                                          <p:attrName>style.visibility</p:attrName>
                                        </p:attrNameLst>
                                      </p:cBhvr>
                                      <p:to>
                                        <p:strVal val="visible"/>
                                      </p:to>
                                    </p:set>
                                    <p:animEffect transition="in" filter="fade">
                                      <p:cBhvr>
                                        <p:cTn id="86" dur="550"/>
                                        <p:tgtEl>
                                          <p:spTgt spid="25"/>
                                        </p:tgtEl>
                                      </p:cBhvr>
                                    </p:animEffect>
                                    <p:anim calcmode="lin" valueType="num">
                                      <p:cBhvr>
                                        <p:cTn id="87" dur="550" fill="hold"/>
                                        <p:tgtEl>
                                          <p:spTgt spid="25"/>
                                        </p:tgtEl>
                                        <p:attrNameLst>
                                          <p:attrName>ppt_x</p:attrName>
                                        </p:attrNameLst>
                                      </p:cBhvr>
                                      <p:tavLst>
                                        <p:tav tm="0">
                                          <p:val>
                                            <p:strVal val="#ppt_x"/>
                                          </p:val>
                                        </p:tav>
                                        <p:tav tm="100000">
                                          <p:val>
                                            <p:strVal val="#ppt_x"/>
                                          </p:val>
                                        </p:tav>
                                      </p:tavLst>
                                    </p:anim>
                                    <p:anim calcmode="lin" valueType="num">
                                      <p:cBhvr>
                                        <p:cTn id="88" dur="550" fill="hold"/>
                                        <p:tgtEl>
                                          <p:spTgt spid="25"/>
                                        </p:tgtEl>
                                        <p:attrNameLst>
                                          <p:attrName>ppt_y</p:attrName>
                                        </p:attrNameLst>
                                      </p:cBhvr>
                                      <p:tavLst>
                                        <p:tav tm="0">
                                          <p:val>
                                            <p:strVal val="#ppt_y+.1"/>
                                          </p:val>
                                        </p:tav>
                                        <p:tav tm="100000">
                                          <p:val>
                                            <p:strVal val="#ppt_y"/>
                                          </p:val>
                                        </p:tav>
                                      </p:tavLst>
                                    </p:anim>
                                  </p:childTnLst>
                                </p:cTn>
                              </p:par>
                              <p:par>
                                <p:cTn id="89" presetID="42" presetClass="entr" presetSubtype="0" fill="hold" nodeType="withEffect">
                                  <p:stCondLst>
                                    <p:cond delay="1150"/>
                                  </p:stCondLst>
                                  <p:childTnLst>
                                    <p:set>
                                      <p:cBhvr>
                                        <p:cTn id="90" dur="1" fill="hold">
                                          <p:stCondLst>
                                            <p:cond delay="0"/>
                                          </p:stCondLst>
                                        </p:cTn>
                                        <p:tgtEl>
                                          <p:spTgt spid="26"/>
                                        </p:tgtEl>
                                        <p:attrNameLst>
                                          <p:attrName>style.visibility</p:attrName>
                                        </p:attrNameLst>
                                      </p:cBhvr>
                                      <p:to>
                                        <p:strVal val="visible"/>
                                      </p:to>
                                    </p:set>
                                    <p:animEffect transition="in" filter="fade">
                                      <p:cBhvr>
                                        <p:cTn id="91" dur="550"/>
                                        <p:tgtEl>
                                          <p:spTgt spid="26"/>
                                        </p:tgtEl>
                                      </p:cBhvr>
                                    </p:animEffect>
                                    <p:anim calcmode="lin" valueType="num">
                                      <p:cBhvr>
                                        <p:cTn id="92" dur="550" fill="hold"/>
                                        <p:tgtEl>
                                          <p:spTgt spid="26"/>
                                        </p:tgtEl>
                                        <p:attrNameLst>
                                          <p:attrName>ppt_x</p:attrName>
                                        </p:attrNameLst>
                                      </p:cBhvr>
                                      <p:tavLst>
                                        <p:tav tm="0">
                                          <p:val>
                                            <p:strVal val="#ppt_x"/>
                                          </p:val>
                                        </p:tav>
                                        <p:tav tm="100000">
                                          <p:val>
                                            <p:strVal val="#ppt_x"/>
                                          </p:val>
                                        </p:tav>
                                      </p:tavLst>
                                    </p:anim>
                                    <p:anim calcmode="lin" valueType="num">
                                      <p:cBhvr>
                                        <p:cTn id="93" dur="550" fill="hold"/>
                                        <p:tgtEl>
                                          <p:spTgt spid="26"/>
                                        </p:tgtEl>
                                        <p:attrNameLst>
                                          <p:attrName>ppt_y</p:attrName>
                                        </p:attrNameLst>
                                      </p:cBhvr>
                                      <p:tavLst>
                                        <p:tav tm="0">
                                          <p:val>
                                            <p:strVal val="#ppt_y+.1"/>
                                          </p:val>
                                        </p:tav>
                                        <p:tav tm="100000">
                                          <p:val>
                                            <p:strVal val="#ppt_y"/>
                                          </p:val>
                                        </p:tav>
                                      </p:tavLst>
                                    </p:anim>
                                  </p:childTnLst>
                                </p:cTn>
                              </p:par>
                              <p:par>
                                <p:cTn id="94" presetID="42" presetClass="entr" presetSubtype="0" fill="hold" nodeType="withEffect">
                                  <p:stCondLst>
                                    <p:cond delay="1310"/>
                                  </p:stCondLst>
                                  <p:childTnLst>
                                    <p:set>
                                      <p:cBhvr>
                                        <p:cTn id="95" dur="1" fill="hold">
                                          <p:stCondLst>
                                            <p:cond delay="0"/>
                                          </p:stCondLst>
                                        </p:cTn>
                                        <p:tgtEl>
                                          <p:spTgt spid="27"/>
                                        </p:tgtEl>
                                        <p:attrNameLst>
                                          <p:attrName>style.visibility</p:attrName>
                                        </p:attrNameLst>
                                      </p:cBhvr>
                                      <p:to>
                                        <p:strVal val="visible"/>
                                      </p:to>
                                    </p:set>
                                    <p:animEffect transition="in" filter="fade">
                                      <p:cBhvr>
                                        <p:cTn id="96" dur="550"/>
                                        <p:tgtEl>
                                          <p:spTgt spid="27"/>
                                        </p:tgtEl>
                                      </p:cBhvr>
                                    </p:animEffect>
                                    <p:anim calcmode="lin" valueType="num">
                                      <p:cBhvr>
                                        <p:cTn id="97" dur="550" fill="hold"/>
                                        <p:tgtEl>
                                          <p:spTgt spid="27"/>
                                        </p:tgtEl>
                                        <p:attrNameLst>
                                          <p:attrName>ppt_x</p:attrName>
                                        </p:attrNameLst>
                                      </p:cBhvr>
                                      <p:tavLst>
                                        <p:tav tm="0">
                                          <p:val>
                                            <p:strVal val="#ppt_x"/>
                                          </p:val>
                                        </p:tav>
                                        <p:tav tm="100000">
                                          <p:val>
                                            <p:strVal val="#ppt_x"/>
                                          </p:val>
                                        </p:tav>
                                      </p:tavLst>
                                    </p:anim>
                                    <p:anim calcmode="lin" valueType="num">
                                      <p:cBhvr>
                                        <p:cTn id="98" dur="550" fill="hold"/>
                                        <p:tgtEl>
                                          <p:spTgt spid="27"/>
                                        </p:tgtEl>
                                        <p:attrNameLst>
                                          <p:attrName>ppt_y</p:attrName>
                                        </p:attrNameLst>
                                      </p:cBhvr>
                                      <p:tavLst>
                                        <p:tav tm="0">
                                          <p:val>
                                            <p:strVal val="#ppt_y+.1"/>
                                          </p:val>
                                        </p:tav>
                                        <p:tav tm="100000">
                                          <p:val>
                                            <p:strVal val="#ppt_y"/>
                                          </p:val>
                                        </p:tav>
                                      </p:tavLst>
                                    </p:anim>
                                  </p:childTnLst>
                                </p:cTn>
                              </p:par>
                              <p:par>
                                <p:cTn id="99" presetID="42" presetClass="entr" presetSubtype="0" fill="hold" grpId="0" nodeType="withEffect">
                                  <p:stCondLst>
                                    <p:cond delay="1310"/>
                                  </p:stCondLst>
                                  <p:childTnLst>
                                    <p:set>
                                      <p:cBhvr>
                                        <p:cTn id="100" dur="1" fill="hold">
                                          <p:stCondLst>
                                            <p:cond delay="0"/>
                                          </p:stCondLst>
                                        </p:cTn>
                                        <p:tgtEl>
                                          <p:spTgt spid="28"/>
                                        </p:tgtEl>
                                        <p:attrNameLst>
                                          <p:attrName>style.visibility</p:attrName>
                                        </p:attrNameLst>
                                      </p:cBhvr>
                                      <p:to>
                                        <p:strVal val="visible"/>
                                      </p:to>
                                    </p:set>
                                    <p:animEffect transition="in" filter="fade">
                                      <p:cBhvr>
                                        <p:cTn id="101" dur="550"/>
                                        <p:tgtEl>
                                          <p:spTgt spid="28"/>
                                        </p:tgtEl>
                                      </p:cBhvr>
                                    </p:animEffect>
                                    <p:anim calcmode="lin" valueType="num">
                                      <p:cBhvr>
                                        <p:cTn id="102" dur="550" fill="hold"/>
                                        <p:tgtEl>
                                          <p:spTgt spid="28"/>
                                        </p:tgtEl>
                                        <p:attrNameLst>
                                          <p:attrName>ppt_x</p:attrName>
                                        </p:attrNameLst>
                                      </p:cBhvr>
                                      <p:tavLst>
                                        <p:tav tm="0">
                                          <p:val>
                                            <p:strVal val="#ppt_x"/>
                                          </p:val>
                                        </p:tav>
                                        <p:tav tm="100000">
                                          <p:val>
                                            <p:strVal val="#ppt_x"/>
                                          </p:val>
                                        </p:tav>
                                      </p:tavLst>
                                    </p:anim>
                                    <p:anim calcmode="lin" valueType="num">
                                      <p:cBhvr>
                                        <p:cTn id="103" dur="550" fill="hold"/>
                                        <p:tgtEl>
                                          <p:spTgt spid="28"/>
                                        </p:tgtEl>
                                        <p:attrNameLst>
                                          <p:attrName>ppt_y</p:attrName>
                                        </p:attrNameLst>
                                      </p:cBhvr>
                                      <p:tavLst>
                                        <p:tav tm="0">
                                          <p:val>
                                            <p:strVal val="#ppt_y+.1"/>
                                          </p:val>
                                        </p:tav>
                                        <p:tav tm="100000">
                                          <p:val>
                                            <p:strVal val="#ppt_y"/>
                                          </p:val>
                                        </p:tav>
                                      </p:tavLst>
                                    </p:anim>
                                  </p:childTnLst>
                                </p:cTn>
                              </p:par>
                              <p:par>
                                <p:cTn id="104" presetID="42" presetClass="entr" presetSubtype="0" fill="hold" nodeType="withEffect">
                                  <p:stCondLst>
                                    <p:cond delay="1310"/>
                                  </p:stCondLst>
                                  <p:childTnLst>
                                    <p:set>
                                      <p:cBhvr>
                                        <p:cTn id="105" dur="1" fill="hold">
                                          <p:stCondLst>
                                            <p:cond delay="0"/>
                                          </p:stCondLst>
                                        </p:cTn>
                                        <p:tgtEl>
                                          <p:spTgt spid="29"/>
                                        </p:tgtEl>
                                        <p:attrNameLst>
                                          <p:attrName>style.visibility</p:attrName>
                                        </p:attrNameLst>
                                      </p:cBhvr>
                                      <p:to>
                                        <p:strVal val="visible"/>
                                      </p:to>
                                    </p:set>
                                    <p:animEffect transition="in" filter="fade">
                                      <p:cBhvr>
                                        <p:cTn id="106" dur="550"/>
                                        <p:tgtEl>
                                          <p:spTgt spid="29"/>
                                        </p:tgtEl>
                                      </p:cBhvr>
                                    </p:animEffect>
                                    <p:anim calcmode="lin" valueType="num">
                                      <p:cBhvr>
                                        <p:cTn id="107" dur="550" fill="hold"/>
                                        <p:tgtEl>
                                          <p:spTgt spid="29"/>
                                        </p:tgtEl>
                                        <p:attrNameLst>
                                          <p:attrName>ppt_x</p:attrName>
                                        </p:attrNameLst>
                                      </p:cBhvr>
                                      <p:tavLst>
                                        <p:tav tm="0">
                                          <p:val>
                                            <p:strVal val="#ppt_x"/>
                                          </p:val>
                                        </p:tav>
                                        <p:tav tm="100000">
                                          <p:val>
                                            <p:strVal val="#ppt_x"/>
                                          </p:val>
                                        </p:tav>
                                      </p:tavLst>
                                    </p:anim>
                                    <p:anim calcmode="lin" valueType="num">
                                      <p:cBhvr>
                                        <p:cTn id="108" dur="550" fill="hold"/>
                                        <p:tgtEl>
                                          <p:spTgt spid="29"/>
                                        </p:tgtEl>
                                        <p:attrNameLst>
                                          <p:attrName>ppt_y</p:attrName>
                                        </p:attrNameLst>
                                      </p:cBhvr>
                                      <p:tavLst>
                                        <p:tav tm="0">
                                          <p:val>
                                            <p:strVal val="#ppt_y+.1"/>
                                          </p:val>
                                        </p:tav>
                                        <p:tav tm="100000">
                                          <p:val>
                                            <p:strVal val="#ppt_y"/>
                                          </p:val>
                                        </p:tav>
                                      </p:tavLst>
                                    </p:anim>
                                  </p:childTnLst>
                                </p:cTn>
                              </p:par>
                              <p:par>
                                <p:cTn id="109" presetID="42" presetClass="entr" presetSubtype="0" fill="hold" nodeType="withEffect">
                                  <p:stCondLst>
                                    <p:cond delay="1470"/>
                                  </p:stCondLst>
                                  <p:childTnLst>
                                    <p:set>
                                      <p:cBhvr>
                                        <p:cTn id="110" dur="1" fill="hold">
                                          <p:stCondLst>
                                            <p:cond delay="0"/>
                                          </p:stCondLst>
                                        </p:cTn>
                                        <p:tgtEl>
                                          <p:spTgt spid="30"/>
                                        </p:tgtEl>
                                        <p:attrNameLst>
                                          <p:attrName>style.visibility</p:attrName>
                                        </p:attrNameLst>
                                      </p:cBhvr>
                                      <p:to>
                                        <p:strVal val="visible"/>
                                      </p:to>
                                    </p:set>
                                    <p:animEffect transition="in" filter="fade">
                                      <p:cBhvr>
                                        <p:cTn id="111" dur="550"/>
                                        <p:tgtEl>
                                          <p:spTgt spid="30"/>
                                        </p:tgtEl>
                                      </p:cBhvr>
                                    </p:animEffect>
                                    <p:anim calcmode="lin" valueType="num">
                                      <p:cBhvr>
                                        <p:cTn id="112" dur="550" fill="hold"/>
                                        <p:tgtEl>
                                          <p:spTgt spid="30"/>
                                        </p:tgtEl>
                                        <p:attrNameLst>
                                          <p:attrName>ppt_x</p:attrName>
                                        </p:attrNameLst>
                                      </p:cBhvr>
                                      <p:tavLst>
                                        <p:tav tm="0">
                                          <p:val>
                                            <p:strVal val="#ppt_x"/>
                                          </p:val>
                                        </p:tav>
                                        <p:tav tm="100000">
                                          <p:val>
                                            <p:strVal val="#ppt_x"/>
                                          </p:val>
                                        </p:tav>
                                      </p:tavLst>
                                    </p:anim>
                                    <p:anim calcmode="lin" valueType="num">
                                      <p:cBhvr>
                                        <p:cTn id="113" dur="550" fill="hold"/>
                                        <p:tgtEl>
                                          <p:spTgt spid="30"/>
                                        </p:tgtEl>
                                        <p:attrNameLst>
                                          <p:attrName>ppt_y</p:attrName>
                                        </p:attrNameLst>
                                      </p:cBhvr>
                                      <p:tavLst>
                                        <p:tav tm="0">
                                          <p:val>
                                            <p:strVal val="#ppt_y+.1"/>
                                          </p:val>
                                        </p:tav>
                                        <p:tav tm="100000">
                                          <p:val>
                                            <p:strVal val="#ppt_y"/>
                                          </p:val>
                                        </p:tav>
                                      </p:tavLst>
                                    </p:anim>
                                  </p:childTnLst>
                                </p:cTn>
                              </p:par>
                              <p:par>
                                <p:cTn id="114" presetID="42" presetClass="entr" presetSubtype="0" fill="hold" grpId="0" nodeType="withEffect">
                                  <p:stCondLst>
                                    <p:cond delay="1470"/>
                                  </p:stCondLst>
                                  <p:childTnLst>
                                    <p:set>
                                      <p:cBhvr>
                                        <p:cTn id="115" dur="1" fill="hold">
                                          <p:stCondLst>
                                            <p:cond delay="0"/>
                                          </p:stCondLst>
                                        </p:cTn>
                                        <p:tgtEl>
                                          <p:spTgt spid="31"/>
                                        </p:tgtEl>
                                        <p:attrNameLst>
                                          <p:attrName>style.visibility</p:attrName>
                                        </p:attrNameLst>
                                      </p:cBhvr>
                                      <p:to>
                                        <p:strVal val="visible"/>
                                      </p:to>
                                    </p:set>
                                    <p:animEffect transition="in" filter="fade">
                                      <p:cBhvr>
                                        <p:cTn id="116" dur="550"/>
                                        <p:tgtEl>
                                          <p:spTgt spid="31"/>
                                        </p:tgtEl>
                                      </p:cBhvr>
                                    </p:animEffect>
                                    <p:anim calcmode="lin" valueType="num">
                                      <p:cBhvr>
                                        <p:cTn id="117" dur="550" fill="hold"/>
                                        <p:tgtEl>
                                          <p:spTgt spid="31"/>
                                        </p:tgtEl>
                                        <p:attrNameLst>
                                          <p:attrName>ppt_x</p:attrName>
                                        </p:attrNameLst>
                                      </p:cBhvr>
                                      <p:tavLst>
                                        <p:tav tm="0">
                                          <p:val>
                                            <p:strVal val="#ppt_x"/>
                                          </p:val>
                                        </p:tav>
                                        <p:tav tm="100000">
                                          <p:val>
                                            <p:strVal val="#ppt_x"/>
                                          </p:val>
                                        </p:tav>
                                      </p:tavLst>
                                    </p:anim>
                                    <p:anim calcmode="lin" valueType="num">
                                      <p:cBhvr>
                                        <p:cTn id="118" dur="550" fill="hold"/>
                                        <p:tgtEl>
                                          <p:spTgt spid="31"/>
                                        </p:tgtEl>
                                        <p:attrNameLst>
                                          <p:attrName>ppt_y</p:attrName>
                                        </p:attrNameLst>
                                      </p:cBhvr>
                                      <p:tavLst>
                                        <p:tav tm="0">
                                          <p:val>
                                            <p:strVal val="#ppt_y+.1"/>
                                          </p:val>
                                        </p:tav>
                                        <p:tav tm="100000">
                                          <p:val>
                                            <p:strVal val="#ppt_y"/>
                                          </p:val>
                                        </p:tav>
                                      </p:tavLst>
                                    </p:anim>
                                  </p:childTnLst>
                                </p:cTn>
                              </p:par>
                              <p:par>
                                <p:cTn id="119" presetID="53" presetClass="entr" presetSubtype="16" fill="hold" nodeType="withEffect">
                                  <p:stCondLst>
                                    <p:cond delay="1630"/>
                                  </p:stCondLst>
                                  <p:childTnLst>
                                    <p:set>
                                      <p:cBhvr>
                                        <p:cTn id="120" dur="1" fill="hold">
                                          <p:stCondLst>
                                            <p:cond delay="0"/>
                                          </p:stCondLst>
                                        </p:cTn>
                                        <p:tgtEl>
                                          <p:spTgt spid="32"/>
                                        </p:tgtEl>
                                        <p:attrNameLst>
                                          <p:attrName>style.visibility</p:attrName>
                                        </p:attrNameLst>
                                      </p:cBhvr>
                                      <p:to>
                                        <p:strVal val="visible"/>
                                      </p:to>
                                    </p:set>
                                    <p:anim calcmode="lin" valueType="num">
                                      <p:cBhvr>
                                        <p:cTn id="121" dur="550" fill="hold"/>
                                        <p:tgtEl>
                                          <p:spTgt spid="32"/>
                                        </p:tgtEl>
                                        <p:attrNameLst>
                                          <p:attrName>ppt_w</p:attrName>
                                        </p:attrNameLst>
                                      </p:cBhvr>
                                      <p:tavLst>
                                        <p:tav tm="0">
                                          <p:val>
                                            <p:fltVal val="0"/>
                                          </p:val>
                                        </p:tav>
                                        <p:tav tm="100000">
                                          <p:val>
                                            <p:strVal val="#ppt_w"/>
                                          </p:val>
                                        </p:tav>
                                      </p:tavLst>
                                    </p:anim>
                                    <p:anim calcmode="lin" valueType="num">
                                      <p:cBhvr>
                                        <p:cTn id="122" dur="550" fill="hold"/>
                                        <p:tgtEl>
                                          <p:spTgt spid="32"/>
                                        </p:tgtEl>
                                        <p:attrNameLst>
                                          <p:attrName>ppt_h</p:attrName>
                                        </p:attrNameLst>
                                      </p:cBhvr>
                                      <p:tavLst>
                                        <p:tav tm="0">
                                          <p:val>
                                            <p:fltVal val="0"/>
                                          </p:val>
                                        </p:tav>
                                        <p:tav tm="100000">
                                          <p:val>
                                            <p:strVal val="#ppt_h"/>
                                          </p:val>
                                        </p:tav>
                                      </p:tavLst>
                                    </p:anim>
                                    <p:animEffect transition="in" filter="fade">
                                      <p:cBhvr>
                                        <p:cTn id="123" dur="550"/>
                                        <p:tgtEl>
                                          <p:spTgt spid="32"/>
                                        </p:tgtEl>
                                      </p:cBhvr>
                                    </p:animEffect>
                                  </p:childTnLst>
                                </p:cTn>
                              </p:par>
                              <p:par>
                                <p:cTn id="124" presetID="53" presetClass="entr" presetSubtype="16" fill="hold" grpId="0" nodeType="withEffect">
                                  <p:stCondLst>
                                    <p:cond delay="1630"/>
                                  </p:stCondLst>
                                  <p:childTnLst>
                                    <p:set>
                                      <p:cBhvr>
                                        <p:cTn id="125" dur="1" fill="hold">
                                          <p:stCondLst>
                                            <p:cond delay="0"/>
                                          </p:stCondLst>
                                        </p:cTn>
                                        <p:tgtEl>
                                          <p:spTgt spid="33"/>
                                        </p:tgtEl>
                                        <p:attrNameLst>
                                          <p:attrName>style.visibility</p:attrName>
                                        </p:attrNameLst>
                                      </p:cBhvr>
                                      <p:to>
                                        <p:strVal val="visible"/>
                                      </p:to>
                                    </p:set>
                                    <p:anim calcmode="lin" valueType="num">
                                      <p:cBhvr>
                                        <p:cTn id="126" dur="550" fill="hold"/>
                                        <p:tgtEl>
                                          <p:spTgt spid="33"/>
                                        </p:tgtEl>
                                        <p:attrNameLst>
                                          <p:attrName>ppt_w</p:attrName>
                                        </p:attrNameLst>
                                      </p:cBhvr>
                                      <p:tavLst>
                                        <p:tav tm="0">
                                          <p:val>
                                            <p:fltVal val="0"/>
                                          </p:val>
                                        </p:tav>
                                        <p:tav tm="100000">
                                          <p:val>
                                            <p:strVal val="#ppt_w"/>
                                          </p:val>
                                        </p:tav>
                                      </p:tavLst>
                                    </p:anim>
                                    <p:anim calcmode="lin" valueType="num">
                                      <p:cBhvr>
                                        <p:cTn id="127" dur="550" fill="hold"/>
                                        <p:tgtEl>
                                          <p:spTgt spid="33"/>
                                        </p:tgtEl>
                                        <p:attrNameLst>
                                          <p:attrName>ppt_h</p:attrName>
                                        </p:attrNameLst>
                                      </p:cBhvr>
                                      <p:tavLst>
                                        <p:tav tm="0">
                                          <p:val>
                                            <p:fltVal val="0"/>
                                          </p:val>
                                        </p:tav>
                                        <p:tav tm="100000">
                                          <p:val>
                                            <p:strVal val="#ppt_h"/>
                                          </p:val>
                                        </p:tav>
                                      </p:tavLst>
                                    </p:anim>
                                    <p:animEffect transition="in" filter="fade">
                                      <p:cBhvr>
                                        <p:cTn id="128" dur="550"/>
                                        <p:tgtEl>
                                          <p:spTgt spid="33"/>
                                        </p:tgtEl>
                                      </p:cBhvr>
                                    </p:animEffect>
                                  </p:childTnLst>
                                </p:cTn>
                              </p:par>
                              <p:par>
                                <p:cTn id="129" presetID="42" presetClass="entr" presetSubtype="0" fill="hold" nodeType="withEffect">
                                  <p:stCondLst>
                                    <p:cond delay="1790"/>
                                  </p:stCondLst>
                                  <p:childTnLst>
                                    <p:set>
                                      <p:cBhvr>
                                        <p:cTn id="130" dur="1" fill="hold">
                                          <p:stCondLst>
                                            <p:cond delay="0"/>
                                          </p:stCondLst>
                                        </p:cTn>
                                        <p:tgtEl>
                                          <p:spTgt spid="34"/>
                                        </p:tgtEl>
                                        <p:attrNameLst>
                                          <p:attrName>style.visibility</p:attrName>
                                        </p:attrNameLst>
                                      </p:cBhvr>
                                      <p:to>
                                        <p:strVal val="visible"/>
                                      </p:to>
                                    </p:set>
                                    <p:animEffect transition="in" filter="fade">
                                      <p:cBhvr>
                                        <p:cTn id="131" dur="550"/>
                                        <p:tgtEl>
                                          <p:spTgt spid="34"/>
                                        </p:tgtEl>
                                      </p:cBhvr>
                                    </p:animEffect>
                                    <p:anim calcmode="lin" valueType="num">
                                      <p:cBhvr>
                                        <p:cTn id="132" dur="550" fill="hold"/>
                                        <p:tgtEl>
                                          <p:spTgt spid="34"/>
                                        </p:tgtEl>
                                        <p:attrNameLst>
                                          <p:attrName>ppt_x</p:attrName>
                                        </p:attrNameLst>
                                      </p:cBhvr>
                                      <p:tavLst>
                                        <p:tav tm="0">
                                          <p:val>
                                            <p:strVal val="#ppt_x"/>
                                          </p:val>
                                        </p:tav>
                                        <p:tav tm="100000">
                                          <p:val>
                                            <p:strVal val="#ppt_x"/>
                                          </p:val>
                                        </p:tav>
                                      </p:tavLst>
                                    </p:anim>
                                    <p:anim calcmode="lin" valueType="num">
                                      <p:cBhvr>
                                        <p:cTn id="133" dur="550" fill="hold"/>
                                        <p:tgtEl>
                                          <p:spTgt spid="34"/>
                                        </p:tgtEl>
                                        <p:attrNameLst>
                                          <p:attrName>ppt_y</p:attrName>
                                        </p:attrNameLst>
                                      </p:cBhvr>
                                      <p:tavLst>
                                        <p:tav tm="0">
                                          <p:val>
                                            <p:strVal val="#ppt_y+.1"/>
                                          </p:val>
                                        </p:tav>
                                        <p:tav tm="100000">
                                          <p:val>
                                            <p:strVal val="#ppt_y"/>
                                          </p:val>
                                        </p:tav>
                                      </p:tavLst>
                                    </p:anim>
                                  </p:childTnLst>
                                </p:cTn>
                              </p:par>
                              <p:par>
                                <p:cTn id="134" presetID="42" presetClass="entr" presetSubtype="0" fill="hold" grpId="0" nodeType="withEffect">
                                  <p:stCondLst>
                                    <p:cond delay="1790"/>
                                  </p:stCondLst>
                                  <p:childTnLst>
                                    <p:set>
                                      <p:cBhvr>
                                        <p:cTn id="135" dur="1" fill="hold">
                                          <p:stCondLst>
                                            <p:cond delay="0"/>
                                          </p:stCondLst>
                                        </p:cTn>
                                        <p:tgtEl>
                                          <p:spTgt spid="35"/>
                                        </p:tgtEl>
                                        <p:attrNameLst>
                                          <p:attrName>style.visibility</p:attrName>
                                        </p:attrNameLst>
                                      </p:cBhvr>
                                      <p:to>
                                        <p:strVal val="visible"/>
                                      </p:to>
                                    </p:set>
                                    <p:animEffect transition="in" filter="fade">
                                      <p:cBhvr>
                                        <p:cTn id="136" dur="550"/>
                                        <p:tgtEl>
                                          <p:spTgt spid="35"/>
                                        </p:tgtEl>
                                      </p:cBhvr>
                                    </p:animEffect>
                                    <p:anim calcmode="lin" valueType="num">
                                      <p:cBhvr>
                                        <p:cTn id="137" dur="550" fill="hold"/>
                                        <p:tgtEl>
                                          <p:spTgt spid="35"/>
                                        </p:tgtEl>
                                        <p:attrNameLst>
                                          <p:attrName>ppt_x</p:attrName>
                                        </p:attrNameLst>
                                      </p:cBhvr>
                                      <p:tavLst>
                                        <p:tav tm="0">
                                          <p:val>
                                            <p:strVal val="#ppt_x"/>
                                          </p:val>
                                        </p:tav>
                                        <p:tav tm="100000">
                                          <p:val>
                                            <p:strVal val="#ppt_x"/>
                                          </p:val>
                                        </p:tav>
                                      </p:tavLst>
                                    </p:anim>
                                    <p:anim calcmode="lin" valueType="num">
                                      <p:cBhvr>
                                        <p:cTn id="138" dur="550" fill="hold"/>
                                        <p:tgtEl>
                                          <p:spTgt spid="35"/>
                                        </p:tgtEl>
                                        <p:attrNameLst>
                                          <p:attrName>ppt_y</p:attrName>
                                        </p:attrNameLst>
                                      </p:cBhvr>
                                      <p:tavLst>
                                        <p:tav tm="0">
                                          <p:val>
                                            <p:strVal val="#ppt_y+.1"/>
                                          </p:val>
                                        </p:tav>
                                        <p:tav tm="100000">
                                          <p:val>
                                            <p:strVal val="#ppt_y"/>
                                          </p:val>
                                        </p:tav>
                                      </p:tavLst>
                                    </p:anim>
                                  </p:childTnLst>
                                </p:cTn>
                              </p:par>
                              <p:par>
                                <p:cTn id="139" presetID="42" presetClass="entr" presetSubtype="0" fill="hold" nodeType="withEffect">
                                  <p:stCondLst>
                                    <p:cond delay="1950"/>
                                  </p:stCondLst>
                                  <p:childTnLst>
                                    <p:set>
                                      <p:cBhvr>
                                        <p:cTn id="140" dur="1" fill="hold">
                                          <p:stCondLst>
                                            <p:cond delay="0"/>
                                          </p:stCondLst>
                                        </p:cTn>
                                        <p:tgtEl>
                                          <p:spTgt spid="36"/>
                                        </p:tgtEl>
                                        <p:attrNameLst>
                                          <p:attrName>style.visibility</p:attrName>
                                        </p:attrNameLst>
                                      </p:cBhvr>
                                      <p:to>
                                        <p:strVal val="visible"/>
                                      </p:to>
                                    </p:set>
                                    <p:animEffect transition="in" filter="fade">
                                      <p:cBhvr>
                                        <p:cTn id="141" dur="550"/>
                                        <p:tgtEl>
                                          <p:spTgt spid="36"/>
                                        </p:tgtEl>
                                      </p:cBhvr>
                                    </p:animEffect>
                                    <p:anim calcmode="lin" valueType="num">
                                      <p:cBhvr>
                                        <p:cTn id="142" dur="550" fill="hold"/>
                                        <p:tgtEl>
                                          <p:spTgt spid="36"/>
                                        </p:tgtEl>
                                        <p:attrNameLst>
                                          <p:attrName>ppt_x</p:attrName>
                                        </p:attrNameLst>
                                      </p:cBhvr>
                                      <p:tavLst>
                                        <p:tav tm="0">
                                          <p:val>
                                            <p:strVal val="#ppt_x"/>
                                          </p:val>
                                        </p:tav>
                                        <p:tav tm="100000">
                                          <p:val>
                                            <p:strVal val="#ppt_x"/>
                                          </p:val>
                                        </p:tav>
                                      </p:tavLst>
                                    </p:anim>
                                    <p:anim calcmode="lin" valueType="num">
                                      <p:cBhvr>
                                        <p:cTn id="143" dur="550" fill="hold"/>
                                        <p:tgtEl>
                                          <p:spTgt spid="36"/>
                                        </p:tgtEl>
                                        <p:attrNameLst>
                                          <p:attrName>ppt_y</p:attrName>
                                        </p:attrNameLst>
                                      </p:cBhvr>
                                      <p:tavLst>
                                        <p:tav tm="0">
                                          <p:val>
                                            <p:strVal val="#ppt_y+.1"/>
                                          </p:val>
                                        </p:tav>
                                        <p:tav tm="100000">
                                          <p:val>
                                            <p:strVal val="#ppt_y"/>
                                          </p:val>
                                        </p:tav>
                                      </p:tavLst>
                                    </p:anim>
                                  </p:childTnLst>
                                </p:cTn>
                              </p:par>
                              <p:par>
                                <p:cTn id="144" presetID="42" presetClass="entr" presetSubtype="0" fill="hold" grpId="0" nodeType="withEffect">
                                  <p:stCondLst>
                                    <p:cond delay="1950"/>
                                  </p:stCondLst>
                                  <p:childTnLst>
                                    <p:set>
                                      <p:cBhvr>
                                        <p:cTn id="145" dur="1" fill="hold">
                                          <p:stCondLst>
                                            <p:cond delay="0"/>
                                          </p:stCondLst>
                                        </p:cTn>
                                        <p:tgtEl>
                                          <p:spTgt spid="37"/>
                                        </p:tgtEl>
                                        <p:attrNameLst>
                                          <p:attrName>style.visibility</p:attrName>
                                        </p:attrNameLst>
                                      </p:cBhvr>
                                      <p:to>
                                        <p:strVal val="visible"/>
                                      </p:to>
                                    </p:set>
                                    <p:animEffect transition="in" filter="fade">
                                      <p:cBhvr>
                                        <p:cTn id="146" dur="550"/>
                                        <p:tgtEl>
                                          <p:spTgt spid="37"/>
                                        </p:tgtEl>
                                      </p:cBhvr>
                                    </p:animEffect>
                                    <p:anim calcmode="lin" valueType="num">
                                      <p:cBhvr>
                                        <p:cTn id="147" dur="550" fill="hold"/>
                                        <p:tgtEl>
                                          <p:spTgt spid="37"/>
                                        </p:tgtEl>
                                        <p:attrNameLst>
                                          <p:attrName>ppt_x</p:attrName>
                                        </p:attrNameLst>
                                      </p:cBhvr>
                                      <p:tavLst>
                                        <p:tav tm="0">
                                          <p:val>
                                            <p:strVal val="#ppt_x"/>
                                          </p:val>
                                        </p:tav>
                                        <p:tav tm="100000">
                                          <p:val>
                                            <p:strVal val="#ppt_x"/>
                                          </p:val>
                                        </p:tav>
                                      </p:tavLst>
                                    </p:anim>
                                    <p:anim calcmode="lin" valueType="num">
                                      <p:cBhvr>
                                        <p:cTn id="148" dur="550" fill="hold"/>
                                        <p:tgtEl>
                                          <p:spTgt spid="37"/>
                                        </p:tgtEl>
                                        <p:attrNameLst>
                                          <p:attrName>ppt_y</p:attrName>
                                        </p:attrNameLst>
                                      </p:cBhvr>
                                      <p:tavLst>
                                        <p:tav tm="0">
                                          <p:val>
                                            <p:strVal val="#ppt_y+.1"/>
                                          </p:val>
                                        </p:tav>
                                        <p:tav tm="100000">
                                          <p:val>
                                            <p:strVal val="#ppt_y"/>
                                          </p:val>
                                        </p:tav>
                                      </p:tavLst>
                                    </p:anim>
                                  </p:childTnLst>
                                </p:cTn>
                              </p:par>
                              <p:par>
                                <p:cTn id="149" presetID="42" presetClass="entr" presetSubtype="0" fill="hold" nodeType="withEffect">
                                  <p:stCondLst>
                                    <p:cond delay="2110"/>
                                  </p:stCondLst>
                                  <p:childTnLst>
                                    <p:set>
                                      <p:cBhvr>
                                        <p:cTn id="150" dur="1" fill="hold">
                                          <p:stCondLst>
                                            <p:cond delay="0"/>
                                          </p:stCondLst>
                                        </p:cTn>
                                        <p:tgtEl>
                                          <p:spTgt spid="38"/>
                                        </p:tgtEl>
                                        <p:attrNameLst>
                                          <p:attrName>style.visibility</p:attrName>
                                        </p:attrNameLst>
                                      </p:cBhvr>
                                      <p:to>
                                        <p:strVal val="visible"/>
                                      </p:to>
                                    </p:set>
                                    <p:animEffect transition="in" filter="fade">
                                      <p:cBhvr>
                                        <p:cTn id="151" dur="550"/>
                                        <p:tgtEl>
                                          <p:spTgt spid="38"/>
                                        </p:tgtEl>
                                      </p:cBhvr>
                                    </p:animEffect>
                                    <p:anim calcmode="lin" valueType="num">
                                      <p:cBhvr>
                                        <p:cTn id="152" dur="550" fill="hold"/>
                                        <p:tgtEl>
                                          <p:spTgt spid="38"/>
                                        </p:tgtEl>
                                        <p:attrNameLst>
                                          <p:attrName>ppt_x</p:attrName>
                                        </p:attrNameLst>
                                      </p:cBhvr>
                                      <p:tavLst>
                                        <p:tav tm="0">
                                          <p:val>
                                            <p:strVal val="#ppt_x"/>
                                          </p:val>
                                        </p:tav>
                                        <p:tav tm="100000">
                                          <p:val>
                                            <p:strVal val="#ppt_x"/>
                                          </p:val>
                                        </p:tav>
                                      </p:tavLst>
                                    </p:anim>
                                    <p:anim calcmode="lin" valueType="num">
                                      <p:cBhvr>
                                        <p:cTn id="153" dur="550" fill="hold"/>
                                        <p:tgtEl>
                                          <p:spTgt spid="38"/>
                                        </p:tgtEl>
                                        <p:attrNameLst>
                                          <p:attrName>ppt_y</p:attrName>
                                        </p:attrNameLst>
                                      </p:cBhvr>
                                      <p:tavLst>
                                        <p:tav tm="0">
                                          <p:val>
                                            <p:strVal val="#ppt_y+.1"/>
                                          </p:val>
                                        </p:tav>
                                        <p:tav tm="100000">
                                          <p:val>
                                            <p:strVal val="#ppt_y"/>
                                          </p:val>
                                        </p:tav>
                                      </p:tavLst>
                                    </p:anim>
                                  </p:childTnLst>
                                </p:cTn>
                              </p:par>
                              <p:par>
                                <p:cTn id="154" presetID="42" presetClass="entr" presetSubtype="0" fill="hold" grpId="0" nodeType="withEffect">
                                  <p:stCondLst>
                                    <p:cond delay="2110"/>
                                  </p:stCondLst>
                                  <p:childTnLst>
                                    <p:set>
                                      <p:cBhvr>
                                        <p:cTn id="155" dur="1" fill="hold">
                                          <p:stCondLst>
                                            <p:cond delay="0"/>
                                          </p:stCondLst>
                                        </p:cTn>
                                        <p:tgtEl>
                                          <p:spTgt spid="39"/>
                                        </p:tgtEl>
                                        <p:attrNameLst>
                                          <p:attrName>style.visibility</p:attrName>
                                        </p:attrNameLst>
                                      </p:cBhvr>
                                      <p:to>
                                        <p:strVal val="visible"/>
                                      </p:to>
                                    </p:set>
                                    <p:animEffect transition="in" filter="fade">
                                      <p:cBhvr>
                                        <p:cTn id="156" dur="550"/>
                                        <p:tgtEl>
                                          <p:spTgt spid="39"/>
                                        </p:tgtEl>
                                      </p:cBhvr>
                                    </p:animEffect>
                                    <p:anim calcmode="lin" valueType="num">
                                      <p:cBhvr>
                                        <p:cTn id="157" dur="550" fill="hold"/>
                                        <p:tgtEl>
                                          <p:spTgt spid="39"/>
                                        </p:tgtEl>
                                        <p:attrNameLst>
                                          <p:attrName>ppt_x</p:attrName>
                                        </p:attrNameLst>
                                      </p:cBhvr>
                                      <p:tavLst>
                                        <p:tav tm="0">
                                          <p:val>
                                            <p:strVal val="#ppt_x"/>
                                          </p:val>
                                        </p:tav>
                                        <p:tav tm="100000">
                                          <p:val>
                                            <p:strVal val="#ppt_x"/>
                                          </p:val>
                                        </p:tav>
                                      </p:tavLst>
                                    </p:anim>
                                    <p:anim calcmode="lin" valueType="num">
                                      <p:cBhvr>
                                        <p:cTn id="158" dur="550" fill="hold"/>
                                        <p:tgtEl>
                                          <p:spTgt spid="39"/>
                                        </p:tgtEl>
                                        <p:attrNameLst>
                                          <p:attrName>ppt_y</p:attrName>
                                        </p:attrNameLst>
                                      </p:cBhvr>
                                      <p:tavLst>
                                        <p:tav tm="0">
                                          <p:val>
                                            <p:strVal val="#ppt_y+.1"/>
                                          </p:val>
                                        </p:tav>
                                        <p:tav tm="100000">
                                          <p:val>
                                            <p:strVal val="#ppt_y"/>
                                          </p:val>
                                        </p:tav>
                                      </p:tavLst>
                                    </p:anim>
                                  </p:childTnLst>
                                </p:cTn>
                              </p:par>
                              <p:par>
                                <p:cTn id="159" presetID="42" presetClass="entr" presetSubtype="0" fill="hold" nodeType="withEffect">
                                  <p:stCondLst>
                                    <p:cond delay="2270"/>
                                  </p:stCondLst>
                                  <p:childTnLst>
                                    <p:set>
                                      <p:cBhvr>
                                        <p:cTn id="160" dur="1" fill="hold">
                                          <p:stCondLst>
                                            <p:cond delay="0"/>
                                          </p:stCondLst>
                                        </p:cTn>
                                        <p:tgtEl>
                                          <p:spTgt spid="40"/>
                                        </p:tgtEl>
                                        <p:attrNameLst>
                                          <p:attrName>style.visibility</p:attrName>
                                        </p:attrNameLst>
                                      </p:cBhvr>
                                      <p:to>
                                        <p:strVal val="visible"/>
                                      </p:to>
                                    </p:set>
                                    <p:animEffect transition="in" filter="fade">
                                      <p:cBhvr>
                                        <p:cTn id="161" dur="550"/>
                                        <p:tgtEl>
                                          <p:spTgt spid="40"/>
                                        </p:tgtEl>
                                      </p:cBhvr>
                                    </p:animEffect>
                                    <p:anim calcmode="lin" valueType="num">
                                      <p:cBhvr>
                                        <p:cTn id="162" dur="550" fill="hold"/>
                                        <p:tgtEl>
                                          <p:spTgt spid="40"/>
                                        </p:tgtEl>
                                        <p:attrNameLst>
                                          <p:attrName>ppt_x</p:attrName>
                                        </p:attrNameLst>
                                      </p:cBhvr>
                                      <p:tavLst>
                                        <p:tav tm="0">
                                          <p:val>
                                            <p:strVal val="#ppt_x"/>
                                          </p:val>
                                        </p:tav>
                                        <p:tav tm="100000">
                                          <p:val>
                                            <p:strVal val="#ppt_x"/>
                                          </p:val>
                                        </p:tav>
                                      </p:tavLst>
                                    </p:anim>
                                    <p:anim calcmode="lin" valueType="num">
                                      <p:cBhvr>
                                        <p:cTn id="163" dur="550" fill="hold"/>
                                        <p:tgtEl>
                                          <p:spTgt spid="40"/>
                                        </p:tgtEl>
                                        <p:attrNameLst>
                                          <p:attrName>ppt_y</p:attrName>
                                        </p:attrNameLst>
                                      </p:cBhvr>
                                      <p:tavLst>
                                        <p:tav tm="0">
                                          <p:val>
                                            <p:strVal val="#ppt_y+.1"/>
                                          </p:val>
                                        </p:tav>
                                        <p:tav tm="100000">
                                          <p:val>
                                            <p:strVal val="#ppt_y"/>
                                          </p:val>
                                        </p:tav>
                                      </p:tavLst>
                                    </p:anim>
                                  </p:childTnLst>
                                </p:cTn>
                              </p:par>
                              <p:par>
                                <p:cTn id="164" presetID="42" presetClass="entr" presetSubtype="0" fill="hold" grpId="0" nodeType="withEffect">
                                  <p:stCondLst>
                                    <p:cond delay="2270"/>
                                  </p:stCondLst>
                                  <p:childTnLst>
                                    <p:set>
                                      <p:cBhvr>
                                        <p:cTn id="165" dur="1" fill="hold">
                                          <p:stCondLst>
                                            <p:cond delay="0"/>
                                          </p:stCondLst>
                                        </p:cTn>
                                        <p:tgtEl>
                                          <p:spTgt spid="41"/>
                                        </p:tgtEl>
                                        <p:attrNameLst>
                                          <p:attrName>style.visibility</p:attrName>
                                        </p:attrNameLst>
                                      </p:cBhvr>
                                      <p:to>
                                        <p:strVal val="visible"/>
                                      </p:to>
                                    </p:set>
                                    <p:animEffect transition="in" filter="fade">
                                      <p:cBhvr>
                                        <p:cTn id="166" dur="550"/>
                                        <p:tgtEl>
                                          <p:spTgt spid="41"/>
                                        </p:tgtEl>
                                      </p:cBhvr>
                                    </p:animEffect>
                                    <p:anim calcmode="lin" valueType="num">
                                      <p:cBhvr>
                                        <p:cTn id="167" dur="550" fill="hold"/>
                                        <p:tgtEl>
                                          <p:spTgt spid="41"/>
                                        </p:tgtEl>
                                        <p:attrNameLst>
                                          <p:attrName>ppt_x</p:attrName>
                                        </p:attrNameLst>
                                      </p:cBhvr>
                                      <p:tavLst>
                                        <p:tav tm="0">
                                          <p:val>
                                            <p:strVal val="#ppt_x"/>
                                          </p:val>
                                        </p:tav>
                                        <p:tav tm="100000">
                                          <p:val>
                                            <p:strVal val="#ppt_x"/>
                                          </p:val>
                                        </p:tav>
                                      </p:tavLst>
                                    </p:anim>
                                    <p:anim calcmode="lin" valueType="num">
                                      <p:cBhvr>
                                        <p:cTn id="168" dur="550" fill="hold"/>
                                        <p:tgtEl>
                                          <p:spTgt spid="4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3" grpId="0" animBg="1"/>
      <p:bldP spid="15" grpId="0" animBg="1"/>
      <p:bldP spid="18" grpId="0" animBg="1"/>
      <p:bldP spid="22" grpId="0" animBg="1"/>
      <p:bldP spid="25" grpId="0" animBg="1"/>
      <p:bldP spid="28" grpId="0" animBg="1"/>
      <p:bldP spid="31" grpId="0" animBg="1"/>
      <p:bldP spid="33" grpId="0" animBg="1"/>
      <p:bldP spid="35" grpId="0" animBg="1"/>
      <p:bldP spid="37" grpId="0" animBg="1"/>
      <p:bldP spid="39" grpId="0" animBg="1"/>
      <p:bldP spid="4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Glow" descr="assets/glow_soft.png"/>
          <p:cNvPicPr>
            <a:picLocks noChangeAspect="1"/>
          </p:cNvPicPr>
          <p:nvPr/>
        </p:nvPicPr>
        <p:blipFill>
          <a:blip r:embed="rId4"/>
          <a:stretch>
            <a:fillRect/>
          </a:stretch>
        </p:blipFill>
        <p:spPr>
          <a:xfrm>
            <a:off x="9767621" y="-371246"/>
            <a:ext cx="2743200" cy="2743200"/>
          </a:xfrm>
          <a:prstGeom prst="rect">
            <a:avLst/>
          </a:prstGeom>
        </p:spPr>
      </p:pic>
      <p:sp>
        <p:nvSpPr>
          <p:cNvPr id="3" name="Text 0"/>
          <p:cNvSpPr txBox="1"/>
          <p:nvPr/>
        </p:nvSpPr>
        <p:spPr>
          <a:xfrm>
            <a:off x="548640" y="274320"/>
            <a:ext cx="9692640" cy="256032"/>
          </a:xfrm>
          <a:prstGeom prst="rect">
            <a:avLst/>
          </a:prstGeom>
          <a:noFill/>
          <a:ln/>
        </p:spPr>
        <p:txBody>
          <a:bodyPr wrap="square" lIns="0" tIns="0" rIns="0" bIns="0" rtlCol="0" anchor="t"/>
          <a:lstStyle/>
          <a:p>
            <a:pPr marL="0" indent="0">
              <a:buNone/>
            </a:pPr>
            <a:r>
              <a:rPr lang="en-US" sz="950" i="1" dirty="0">
                <a:solidFill>
                  <a:srgbClr val="6E6A85"/>
                </a:solidFill>
                <a:latin typeface="Segoe UI" pitchFamily="34" charset="0"/>
                <a:ea typeface="Segoe UI" pitchFamily="34" charset="-122"/>
                <a:cs typeface="Segoe UI" pitchFamily="34" charset="-120"/>
              </a:rPr>
              <a:t>Mise en place d’une plateforme intelligente d’assistance au dépannage et de mise en relation avec des techniciens</a:t>
            </a:r>
            <a:endParaRPr lang="en-US" sz="950" dirty="0"/>
          </a:p>
        </p:txBody>
      </p:sp>
      <p:sp>
        <p:nvSpPr>
          <p:cNvPr id="4" name="!!Kicker"/>
          <p:cNvSpPr txBox="1"/>
          <p:nvPr/>
        </p:nvSpPr>
        <p:spPr>
          <a:xfrm>
            <a:off x="548640" y="713232"/>
            <a:ext cx="9692640" cy="274320"/>
          </a:xfrm>
          <a:prstGeom prst="rect">
            <a:avLst/>
          </a:prstGeom>
          <a:noFill/>
          <a:ln/>
        </p:spPr>
        <p:txBody>
          <a:bodyPr wrap="square" lIns="0" tIns="0" rIns="0" bIns="0" rtlCol="0" anchor="t"/>
          <a:lstStyle/>
          <a:p>
            <a:pPr marL="0" indent="0">
              <a:buNone/>
            </a:pPr>
            <a:r>
              <a:rPr lang="en-US" sz="1100" b="1" kern="0" spc="200" dirty="0">
                <a:solidFill>
                  <a:srgbClr val="5B2FD6"/>
                </a:solidFill>
                <a:latin typeface="Segoe UI" pitchFamily="34" charset="0"/>
                <a:ea typeface="Segoe UI" pitchFamily="34" charset="-122"/>
                <a:cs typeface="Segoe UI" pitchFamily="34" charset="-120"/>
              </a:rPr>
              <a:t>04 · ANALYSE DES BESOINS</a:t>
            </a:r>
            <a:endParaRPr lang="en-US" sz="1100" dirty="0"/>
          </a:p>
        </p:txBody>
      </p:sp>
      <p:sp>
        <p:nvSpPr>
          <p:cNvPr id="5" name="!!Title"/>
          <p:cNvSpPr txBox="1"/>
          <p:nvPr/>
        </p:nvSpPr>
        <p:spPr>
          <a:xfrm>
            <a:off x="548640" y="987552"/>
            <a:ext cx="9692640" cy="658368"/>
          </a:xfrm>
          <a:prstGeom prst="rect">
            <a:avLst/>
          </a:prstGeom>
          <a:noFill/>
          <a:ln/>
        </p:spPr>
        <p:txBody>
          <a:bodyPr wrap="square" lIns="0" tIns="0" rIns="0" bIns="0" rtlCol="0" anchor="ctr"/>
          <a:lstStyle/>
          <a:p>
            <a:pPr marL="0" indent="0">
              <a:buNone/>
            </a:pPr>
            <a:r>
              <a:rPr lang="en-US" sz="2800" dirty="0">
                <a:solidFill>
                  <a:srgbClr val="17132E"/>
                </a:solidFill>
                <a:latin typeface="Segoe UI Semibold" pitchFamily="34" charset="0"/>
                <a:ea typeface="Segoe UI Semibold" pitchFamily="34" charset="-122"/>
                <a:cs typeface="Segoe UI Semibold" pitchFamily="34" charset="-120"/>
              </a:rPr>
              <a:t>Les acteurs du système</a:t>
            </a:r>
            <a:endParaRPr lang="en-US" sz="2800" dirty="0"/>
          </a:p>
        </p:txBody>
      </p:sp>
      <p:sp>
        <p:nvSpPr>
          <p:cNvPr id="6" name="Text 3"/>
          <p:cNvSpPr txBox="1"/>
          <p:nvPr/>
        </p:nvSpPr>
        <p:spPr>
          <a:xfrm>
            <a:off x="548640" y="1810512"/>
            <a:ext cx="4572000" cy="228600"/>
          </a:xfrm>
          <a:prstGeom prst="rect">
            <a:avLst/>
          </a:prstGeom>
          <a:noFill/>
          <a:ln/>
        </p:spPr>
        <p:txBody>
          <a:bodyPr wrap="square" lIns="0" tIns="0" rIns="0" bIns="0" rtlCol="0" anchor="t"/>
          <a:lstStyle/>
          <a:p>
            <a:pPr marL="0" indent="0">
              <a:buNone/>
            </a:pPr>
            <a:r>
              <a:rPr lang="en-US" sz="950" b="1" kern="0" spc="150" dirty="0">
                <a:solidFill>
                  <a:srgbClr val="7C5CFF"/>
                </a:solidFill>
                <a:latin typeface="Segoe UI" pitchFamily="34" charset="0"/>
                <a:ea typeface="Segoe UI" pitchFamily="34" charset="-122"/>
                <a:cs typeface="Segoe UI" pitchFamily="34" charset="-120"/>
              </a:rPr>
              <a:t>ACTEURS PRINCIPAUX</a:t>
            </a:r>
            <a:endParaRPr lang="en-US" sz="950" dirty="0"/>
          </a:p>
        </p:txBody>
      </p:sp>
      <p:sp>
        <p:nvSpPr>
          <p:cNvPr id="7" name="S14_A00_zoom_228"/>
          <p:cNvSpPr/>
          <p:nvPr/>
        </p:nvSpPr>
        <p:spPr>
          <a:xfrm>
            <a:off x="548640" y="2121408"/>
            <a:ext cx="2651760" cy="2011680"/>
          </a:xfrm>
          <a:prstGeom prst="roundRect">
            <a:avLst>
              <a:gd name="adj" fmla="val 7273"/>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8" name="S14_A00_zoom_229"/>
          <p:cNvSpPr/>
          <p:nvPr/>
        </p:nvSpPr>
        <p:spPr>
          <a:xfrm>
            <a:off x="804672" y="2359152"/>
            <a:ext cx="713232" cy="713232"/>
          </a:xfrm>
          <a:prstGeom prst="ellipse">
            <a:avLst/>
          </a:prstGeom>
          <a:solidFill>
            <a:srgbClr val="EEE9FD"/>
          </a:solidFill>
          <a:ln w="9525">
            <a:solidFill>
              <a:srgbClr val="D6CCFA"/>
            </a:solidFill>
            <a:prstDash val="solid"/>
          </a:ln>
        </p:spPr>
      </p:sp>
      <p:pic>
        <p:nvPicPr>
          <p:cNvPr id="9" name="S14_A00_zoom_230" descr="preencoded.png"/>
          <p:cNvPicPr>
            <a:picLocks noChangeAspect="1"/>
          </p:cNvPicPr>
          <p:nvPr/>
        </p:nvPicPr>
        <p:blipFill>
          <a:blip r:embed="rId5"/>
          <a:stretch>
            <a:fillRect/>
          </a:stretch>
        </p:blipFill>
        <p:spPr>
          <a:xfrm>
            <a:off x="990112" y="2544592"/>
            <a:ext cx="342351" cy="342351"/>
          </a:xfrm>
          <a:prstGeom prst="rect">
            <a:avLst/>
          </a:prstGeom>
        </p:spPr>
      </p:pic>
      <p:sp>
        <p:nvSpPr>
          <p:cNvPr id="10" name="S14_A00_zoom_231"/>
          <p:cNvSpPr txBox="1"/>
          <p:nvPr/>
        </p:nvSpPr>
        <p:spPr>
          <a:xfrm>
            <a:off x="804672" y="3172968"/>
            <a:ext cx="2194560" cy="320040"/>
          </a:xfrm>
          <a:prstGeom prst="rect">
            <a:avLst/>
          </a:prstGeom>
          <a:noFill/>
          <a:ln/>
        </p:spPr>
        <p:txBody>
          <a:bodyPr wrap="square" lIns="0" tIns="0" rIns="0" bIns="0" rtlCol="0" anchor="t"/>
          <a:lstStyle/>
          <a:p>
            <a:pPr marL="0" indent="0">
              <a:buNone/>
            </a:pPr>
            <a:r>
              <a:rPr lang="en-US" sz="1600" dirty="0">
                <a:solidFill>
                  <a:srgbClr val="17132E"/>
                </a:solidFill>
                <a:latin typeface="Segoe UI Semibold" pitchFamily="34" charset="0"/>
                <a:ea typeface="Segoe UI Semibold" pitchFamily="34" charset="-122"/>
                <a:cs typeface="Segoe UI Semibold" pitchFamily="34" charset="-120"/>
              </a:rPr>
              <a:t>Visiteur</a:t>
            </a:r>
            <a:endParaRPr lang="en-US" sz="1600" dirty="0"/>
          </a:p>
        </p:txBody>
      </p:sp>
      <p:sp>
        <p:nvSpPr>
          <p:cNvPr id="11" name="S14_A00_zoom_232"/>
          <p:cNvSpPr txBox="1"/>
          <p:nvPr/>
        </p:nvSpPr>
        <p:spPr>
          <a:xfrm>
            <a:off x="804672" y="3520440"/>
            <a:ext cx="2194560" cy="548640"/>
          </a:xfrm>
          <a:prstGeom prst="rect">
            <a:avLst/>
          </a:prstGeom>
          <a:noFill/>
          <a:ln/>
        </p:spPr>
        <p:txBody>
          <a:bodyPr wrap="square" lIns="0" tIns="0" rIns="0" bIns="0" rtlCol="0" anchor="t"/>
          <a:lstStyle/>
          <a:p>
            <a:pPr marL="0" indent="0">
              <a:buNone/>
            </a:pPr>
            <a:r>
              <a:rPr lang="en-US" sz="1100" dirty="0">
                <a:solidFill>
                  <a:srgbClr val="3E3A56"/>
                </a:solidFill>
                <a:latin typeface="Segoe UI" pitchFamily="34" charset="0"/>
                <a:ea typeface="Segoe UI" pitchFamily="34" charset="-122"/>
                <a:cs typeface="Segoe UI" pitchFamily="34" charset="-120"/>
              </a:rPr>
              <a:t>Consulte la plateforme et crée son compte.</a:t>
            </a:r>
            <a:endParaRPr lang="en-US" sz="1100" dirty="0"/>
          </a:p>
        </p:txBody>
      </p:sp>
      <p:sp>
        <p:nvSpPr>
          <p:cNvPr id="12" name="S14_A01_zoom_233"/>
          <p:cNvSpPr/>
          <p:nvPr/>
        </p:nvSpPr>
        <p:spPr>
          <a:xfrm>
            <a:off x="3355848" y="2121408"/>
            <a:ext cx="2651760" cy="2011680"/>
          </a:xfrm>
          <a:prstGeom prst="roundRect">
            <a:avLst>
              <a:gd name="adj" fmla="val 7273"/>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13" name="S14_A01_zoom_234"/>
          <p:cNvSpPr/>
          <p:nvPr/>
        </p:nvSpPr>
        <p:spPr>
          <a:xfrm>
            <a:off x="3611880" y="2359152"/>
            <a:ext cx="713232" cy="713232"/>
          </a:xfrm>
          <a:prstGeom prst="ellipse">
            <a:avLst/>
          </a:prstGeom>
          <a:solidFill>
            <a:srgbClr val="EEE9FD"/>
          </a:solidFill>
          <a:ln w="9525">
            <a:solidFill>
              <a:srgbClr val="D6CCFA"/>
            </a:solidFill>
            <a:prstDash val="solid"/>
          </a:ln>
        </p:spPr>
      </p:sp>
      <p:pic>
        <p:nvPicPr>
          <p:cNvPr id="14" name="S14_A01_zoom_235" descr="preencoded.png"/>
          <p:cNvPicPr>
            <a:picLocks noChangeAspect="1"/>
          </p:cNvPicPr>
          <p:nvPr/>
        </p:nvPicPr>
        <p:blipFill>
          <a:blip r:embed="rId6"/>
          <a:stretch>
            <a:fillRect/>
          </a:stretch>
        </p:blipFill>
        <p:spPr>
          <a:xfrm>
            <a:off x="3797320" y="2544592"/>
            <a:ext cx="342351" cy="342351"/>
          </a:xfrm>
          <a:prstGeom prst="rect">
            <a:avLst/>
          </a:prstGeom>
        </p:spPr>
      </p:pic>
      <p:sp>
        <p:nvSpPr>
          <p:cNvPr id="15" name="S14_A01_zoom_236"/>
          <p:cNvSpPr txBox="1"/>
          <p:nvPr/>
        </p:nvSpPr>
        <p:spPr>
          <a:xfrm>
            <a:off x="3611880" y="3172968"/>
            <a:ext cx="2194560" cy="320040"/>
          </a:xfrm>
          <a:prstGeom prst="rect">
            <a:avLst/>
          </a:prstGeom>
          <a:noFill/>
          <a:ln/>
        </p:spPr>
        <p:txBody>
          <a:bodyPr wrap="square" lIns="0" tIns="0" rIns="0" bIns="0" rtlCol="0" anchor="t"/>
          <a:lstStyle/>
          <a:p>
            <a:pPr marL="0" indent="0">
              <a:buNone/>
            </a:pPr>
            <a:r>
              <a:rPr lang="en-US" sz="1600" dirty="0">
                <a:solidFill>
                  <a:srgbClr val="17132E"/>
                </a:solidFill>
                <a:latin typeface="Segoe UI Semibold" pitchFamily="34" charset="0"/>
                <a:ea typeface="Segoe UI Semibold" pitchFamily="34" charset="-122"/>
                <a:cs typeface="Segoe UI Semibold" pitchFamily="34" charset="-120"/>
              </a:rPr>
              <a:t>Client</a:t>
            </a:r>
            <a:endParaRPr lang="en-US" sz="1600" dirty="0"/>
          </a:p>
        </p:txBody>
      </p:sp>
      <p:sp>
        <p:nvSpPr>
          <p:cNvPr id="16" name="S14_A01_zoom_237"/>
          <p:cNvSpPr txBox="1"/>
          <p:nvPr/>
        </p:nvSpPr>
        <p:spPr>
          <a:xfrm>
            <a:off x="3611880" y="3520440"/>
            <a:ext cx="2194560" cy="548640"/>
          </a:xfrm>
          <a:prstGeom prst="rect">
            <a:avLst/>
          </a:prstGeom>
          <a:noFill/>
          <a:ln/>
        </p:spPr>
        <p:txBody>
          <a:bodyPr wrap="square" lIns="0" tIns="0" rIns="0" bIns="0" rtlCol="0" anchor="t"/>
          <a:lstStyle/>
          <a:p>
            <a:pPr marL="0" indent="0">
              <a:buNone/>
            </a:pPr>
            <a:r>
              <a:rPr lang="en-US" sz="1100" dirty="0">
                <a:solidFill>
                  <a:srgbClr val="3E3A56"/>
                </a:solidFill>
                <a:latin typeface="Segoe UI" pitchFamily="34" charset="0"/>
                <a:ea typeface="Segoe UI" pitchFamily="34" charset="-122"/>
                <a:cs typeface="Segoe UI" pitchFamily="34" charset="-120"/>
              </a:rPr>
              <a:t>Soumet sa demande, trouve un technicien, paie et évalue.</a:t>
            </a:r>
            <a:endParaRPr lang="en-US" sz="1100" dirty="0"/>
          </a:p>
        </p:txBody>
      </p:sp>
      <p:sp>
        <p:nvSpPr>
          <p:cNvPr id="17" name="S14_A02_zoom_238"/>
          <p:cNvSpPr/>
          <p:nvPr/>
        </p:nvSpPr>
        <p:spPr>
          <a:xfrm>
            <a:off x="6163056" y="2121408"/>
            <a:ext cx="2651760" cy="2011680"/>
          </a:xfrm>
          <a:prstGeom prst="roundRect">
            <a:avLst>
              <a:gd name="adj" fmla="val 7273"/>
            </a:avLst>
          </a:prstGeom>
          <a:solidFill>
            <a:srgbClr val="F3EFFF"/>
          </a:solidFill>
          <a:ln w="12700">
            <a:solidFill>
              <a:srgbClr val="C9B8FF"/>
            </a:solidFill>
            <a:prstDash val="solid"/>
          </a:ln>
        </p:spPr>
      </p:sp>
      <p:sp>
        <p:nvSpPr>
          <p:cNvPr id="18" name="S14_A02_zoom_239"/>
          <p:cNvSpPr/>
          <p:nvPr/>
        </p:nvSpPr>
        <p:spPr>
          <a:xfrm>
            <a:off x="6419088" y="2359152"/>
            <a:ext cx="713232" cy="713232"/>
          </a:xfrm>
          <a:prstGeom prst="ellipse">
            <a:avLst/>
          </a:prstGeom>
          <a:solidFill>
            <a:srgbClr val="9BE15D"/>
          </a:solidFill>
          <a:ln w="9525">
            <a:solidFill>
              <a:srgbClr val="7CC63F"/>
            </a:solidFill>
            <a:prstDash val="solid"/>
          </a:ln>
        </p:spPr>
      </p:sp>
      <p:pic>
        <p:nvPicPr>
          <p:cNvPr id="19" name="S14_A02_zoom_240" descr="preencoded.png"/>
          <p:cNvPicPr>
            <a:picLocks noChangeAspect="1"/>
          </p:cNvPicPr>
          <p:nvPr/>
        </p:nvPicPr>
        <p:blipFill>
          <a:blip r:embed="rId7"/>
          <a:stretch>
            <a:fillRect/>
          </a:stretch>
        </p:blipFill>
        <p:spPr>
          <a:xfrm>
            <a:off x="6604528" y="2544592"/>
            <a:ext cx="342351" cy="342351"/>
          </a:xfrm>
          <a:prstGeom prst="rect">
            <a:avLst/>
          </a:prstGeom>
        </p:spPr>
      </p:pic>
      <p:sp>
        <p:nvSpPr>
          <p:cNvPr id="20" name="S14_A02_zoom_241"/>
          <p:cNvSpPr txBox="1"/>
          <p:nvPr/>
        </p:nvSpPr>
        <p:spPr>
          <a:xfrm>
            <a:off x="6419088" y="3172968"/>
            <a:ext cx="2194560" cy="320040"/>
          </a:xfrm>
          <a:prstGeom prst="rect">
            <a:avLst/>
          </a:prstGeom>
          <a:noFill/>
          <a:ln/>
        </p:spPr>
        <p:txBody>
          <a:bodyPr wrap="square" lIns="0" tIns="0" rIns="0" bIns="0" rtlCol="0" anchor="t"/>
          <a:lstStyle/>
          <a:p>
            <a:pPr marL="0" indent="0">
              <a:buNone/>
            </a:pPr>
            <a:r>
              <a:rPr lang="en-US" sz="1600" dirty="0">
                <a:solidFill>
                  <a:srgbClr val="17132E"/>
                </a:solidFill>
                <a:latin typeface="Segoe UI Semibold" pitchFamily="34" charset="0"/>
                <a:ea typeface="Segoe UI Semibold" pitchFamily="34" charset="-122"/>
                <a:cs typeface="Segoe UI Semibold" pitchFamily="34" charset="-120"/>
              </a:rPr>
              <a:t>Technicien</a:t>
            </a:r>
            <a:endParaRPr lang="en-US" sz="1600" dirty="0"/>
          </a:p>
        </p:txBody>
      </p:sp>
      <p:sp>
        <p:nvSpPr>
          <p:cNvPr id="21" name="S14_A02_zoom_242"/>
          <p:cNvSpPr txBox="1"/>
          <p:nvPr/>
        </p:nvSpPr>
        <p:spPr>
          <a:xfrm>
            <a:off x="6419088" y="3520440"/>
            <a:ext cx="2194560" cy="548640"/>
          </a:xfrm>
          <a:prstGeom prst="rect">
            <a:avLst/>
          </a:prstGeom>
          <a:noFill/>
          <a:ln/>
        </p:spPr>
        <p:txBody>
          <a:bodyPr wrap="square" lIns="0" tIns="0" rIns="0" bIns="0" rtlCol="0" anchor="t"/>
          <a:lstStyle/>
          <a:p>
            <a:pPr marL="0" indent="0">
              <a:buNone/>
            </a:pPr>
            <a:r>
              <a:rPr lang="en-US" sz="1100" dirty="0">
                <a:solidFill>
                  <a:srgbClr val="3E3A56"/>
                </a:solidFill>
                <a:latin typeface="Segoe UI" pitchFamily="34" charset="0"/>
                <a:ea typeface="Segoe UI" pitchFamily="34" charset="-122"/>
                <a:cs typeface="Segoe UI" pitchFamily="34" charset="-120"/>
              </a:rPr>
              <a:t>Gère ses missions, propose des devis et s’abonne.</a:t>
            </a:r>
            <a:endParaRPr lang="en-US" sz="1100" dirty="0"/>
          </a:p>
        </p:txBody>
      </p:sp>
      <p:sp>
        <p:nvSpPr>
          <p:cNvPr id="22" name="S14_A03_zoom_243"/>
          <p:cNvSpPr/>
          <p:nvPr/>
        </p:nvSpPr>
        <p:spPr>
          <a:xfrm>
            <a:off x="8970264" y="2121408"/>
            <a:ext cx="2651760" cy="2011680"/>
          </a:xfrm>
          <a:prstGeom prst="roundRect">
            <a:avLst>
              <a:gd name="adj" fmla="val 7273"/>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23" name="S14_A03_zoom_244"/>
          <p:cNvSpPr/>
          <p:nvPr/>
        </p:nvSpPr>
        <p:spPr>
          <a:xfrm>
            <a:off x="9226296" y="2359152"/>
            <a:ext cx="713232" cy="713232"/>
          </a:xfrm>
          <a:prstGeom prst="ellipse">
            <a:avLst/>
          </a:prstGeom>
          <a:solidFill>
            <a:srgbClr val="EEE9FD"/>
          </a:solidFill>
          <a:ln w="9525">
            <a:solidFill>
              <a:srgbClr val="D6CCFA"/>
            </a:solidFill>
            <a:prstDash val="solid"/>
          </a:ln>
        </p:spPr>
      </p:sp>
      <p:pic>
        <p:nvPicPr>
          <p:cNvPr id="24" name="S14_A03_zoom_245" descr="preencoded.png"/>
          <p:cNvPicPr>
            <a:picLocks noChangeAspect="1"/>
          </p:cNvPicPr>
          <p:nvPr/>
        </p:nvPicPr>
        <p:blipFill>
          <a:blip r:embed="rId8"/>
          <a:stretch>
            <a:fillRect/>
          </a:stretch>
        </p:blipFill>
        <p:spPr>
          <a:xfrm>
            <a:off x="9411736" y="2544592"/>
            <a:ext cx="342351" cy="342351"/>
          </a:xfrm>
          <a:prstGeom prst="rect">
            <a:avLst/>
          </a:prstGeom>
        </p:spPr>
      </p:pic>
      <p:sp>
        <p:nvSpPr>
          <p:cNvPr id="25" name="S14_A03_zoom_246"/>
          <p:cNvSpPr txBox="1"/>
          <p:nvPr/>
        </p:nvSpPr>
        <p:spPr>
          <a:xfrm>
            <a:off x="9226296" y="3172968"/>
            <a:ext cx="2194560" cy="320040"/>
          </a:xfrm>
          <a:prstGeom prst="rect">
            <a:avLst/>
          </a:prstGeom>
          <a:noFill/>
          <a:ln/>
        </p:spPr>
        <p:txBody>
          <a:bodyPr wrap="square" lIns="0" tIns="0" rIns="0" bIns="0" rtlCol="0" anchor="t"/>
          <a:lstStyle/>
          <a:p>
            <a:pPr marL="0" indent="0">
              <a:buNone/>
            </a:pPr>
            <a:r>
              <a:rPr lang="en-US" sz="1600" dirty="0">
                <a:solidFill>
                  <a:srgbClr val="17132E"/>
                </a:solidFill>
                <a:latin typeface="Segoe UI Semibold" pitchFamily="34" charset="0"/>
                <a:ea typeface="Segoe UI Semibold" pitchFamily="34" charset="-122"/>
                <a:cs typeface="Segoe UI Semibold" pitchFamily="34" charset="-120"/>
              </a:rPr>
              <a:t>Administrateur</a:t>
            </a:r>
            <a:endParaRPr lang="en-US" sz="1600" dirty="0"/>
          </a:p>
        </p:txBody>
      </p:sp>
      <p:sp>
        <p:nvSpPr>
          <p:cNvPr id="26" name="S14_A03_zoom_247"/>
          <p:cNvSpPr txBox="1"/>
          <p:nvPr/>
        </p:nvSpPr>
        <p:spPr>
          <a:xfrm>
            <a:off x="9226296" y="3520440"/>
            <a:ext cx="2194560" cy="548640"/>
          </a:xfrm>
          <a:prstGeom prst="rect">
            <a:avLst/>
          </a:prstGeom>
          <a:noFill/>
          <a:ln/>
        </p:spPr>
        <p:txBody>
          <a:bodyPr wrap="square" lIns="0" tIns="0" rIns="0" bIns="0" rtlCol="0" anchor="t"/>
          <a:lstStyle/>
          <a:p>
            <a:pPr marL="0" indent="0">
              <a:buNone/>
            </a:pPr>
            <a:r>
              <a:rPr lang="en-US" sz="1100" dirty="0">
                <a:solidFill>
                  <a:srgbClr val="3E3A56"/>
                </a:solidFill>
                <a:latin typeface="Segoe UI" pitchFamily="34" charset="0"/>
                <a:ea typeface="Segoe UI" pitchFamily="34" charset="-122"/>
                <a:cs typeface="Segoe UI" pitchFamily="34" charset="-120"/>
              </a:rPr>
              <a:t>Gère les utilisateurs, les litiges et vérifie les documents.</a:t>
            </a:r>
            <a:endParaRPr lang="en-US" sz="1100" dirty="0"/>
          </a:p>
        </p:txBody>
      </p:sp>
      <p:sp>
        <p:nvSpPr>
          <p:cNvPr id="27" name="Text 20"/>
          <p:cNvSpPr txBox="1"/>
          <p:nvPr/>
        </p:nvSpPr>
        <p:spPr>
          <a:xfrm>
            <a:off x="548640" y="4389120"/>
            <a:ext cx="5486400" cy="228600"/>
          </a:xfrm>
          <a:prstGeom prst="rect">
            <a:avLst/>
          </a:prstGeom>
          <a:noFill/>
          <a:ln/>
        </p:spPr>
        <p:txBody>
          <a:bodyPr wrap="square" lIns="0" tIns="0" rIns="0" bIns="0" rtlCol="0" anchor="t"/>
          <a:lstStyle/>
          <a:p>
            <a:pPr marL="0" indent="0">
              <a:buNone/>
            </a:pPr>
            <a:r>
              <a:rPr lang="en-US" sz="950" b="1" kern="0" spc="150" dirty="0">
                <a:solidFill>
                  <a:srgbClr val="5B2FD6"/>
                </a:solidFill>
                <a:latin typeface="Segoe UI" pitchFamily="34" charset="0"/>
                <a:ea typeface="Segoe UI" pitchFamily="34" charset="-122"/>
                <a:cs typeface="Segoe UI" pitchFamily="34" charset="-120"/>
              </a:rPr>
              <a:t>ACTEURS SECONDAIRES · SYSTÈMES EXTERNES</a:t>
            </a:r>
            <a:endParaRPr lang="en-US" sz="950" dirty="0"/>
          </a:p>
        </p:txBody>
      </p:sp>
      <p:sp>
        <p:nvSpPr>
          <p:cNvPr id="28" name="S14_A04_rise_248"/>
          <p:cNvSpPr/>
          <p:nvPr/>
        </p:nvSpPr>
        <p:spPr>
          <a:xfrm>
            <a:off x="548640" y="4709160"/>
            <a:ext cx="2651760" cy="1005840"/>
          </a:xfrm>
          <a:prstGeom prst="roundRect">
            <a:avLst>
              <a:gd name="adj" fmla="val 14545"/>
            </a:avLst>
          </a:prstGeom>
          <a:solidFill>
            <a:srgbClr val="F5F3FB"/>
          </a:solidFill>
          <a:ln w="12700">
            <a:solidFill>
              <a:srgbClr val="E4DFF2"/>
            </a:solidFill>
            <a:prstDash val="solid"/>
          </a:ln>
        </p:spPr>
      </p:sp>
      <p:sp>
        <p:nvSpPr>
          <p:cNvPr id="29" name="S14_A04_rise_249"/>
          <p:cNvSpPr/>
          <p:nvPr/>
        </p:nvSpPr>
        <p:spPr>
          <a:xfrm>
            <a:off x="749808" y="4919472"/>
            <a:ext cx="585216" cy="585216"/>
          </a:xfrm>
          <a:prstGeom prst="ellipse">
            <a:avLst/>
          </a:prstGeom>
          <a:solidFill>
            <a:srgbClr val="9BE15D"/>
          </a:solidFill>
          <a:ln w="9525">
            <a:solidFill>
              <a:srgbClr val="7CC63F"/>
            </a:solidFill>
            <a:prstDash val="solid"/>
          </a:ln>
        </p:spPr>
      </p:sp>
      <p:pic>
        <p:nvPicPr>
          <p:cNvPr id="30" name="S14_A04_rise_250" descr="preencoded.png"/>
          <p:cNvPicPr>
            <a:picLocks noChangeAspect="1"/>
          </p:cNvPicPr>
          <p:nvPr/>
        </p:nvPicPr>
        <p:blipFill>
          <a:blip r:embed="rId9"/>
          <a:stretch>
            <a:fillRect/>
          </a:stretch>
        </p:blipFill>
        <p:spPr>
          <a:xfrm>
            <a:off x="901964" y="5071628"/>
            <a:ext cx="280904" cy="280904"/>
          </a:xfrm>
          <a:prstGeom prst="rect">
            <a:avLst/>
          </a:prstGeom>
        </p:spPr>
      </p:pic>
      <p:sp>
        <p:nvSpPr>
          <p:cNvPr id="31" name="S14_A04_rise_251"/>
          <p:cNvSpPr txBox="1"/>
          <p:nvPr/>
        </p:nvSpPr>
        <p:spPr>
          <a:xfrm>
            <a:off x="1481328" y="4892040"/>
            <a:ext cx="1645920" cy="301752"/>
          </a:xfrm>
          <a:prstGeom prst="rect">
            <a:avLst/>
          </a:prstGeom>
          <a:noFill/>
          <a:ln/>
        </p:spPr>
        <p:txBody>
          <a:bodyPr wrap="square" lIns="0" tIns="0" rIns="0" bIns="0" rtlCol="0" anchor="t"/>
          <a:lstStyle/>
          <a:p>
            <a:pPr marL="0" indent="0">
              <a:buNone/>
            </a:pPr>
            <a:r>
              <a:rPr lang="en-US" sz="1300" dirty="0">
                <a:solidFill>
                  <a:srgbClr val="17132E"/>
                </a:solidFill>
                <a:latin typeface="Segoe UI Semibold" pitchFamily="34" charset="0"/>
                <a:ea typeface="Segoe UI Semibold" pitchFamily="34" charset="-122"/>
                <a:cs typeface="Segoe UI Semibold" pitchFamily="34" charset="-120"/>
              </a:rPr>
              <a:t>Groq IA</a:t>
            </a:r>
            <a:endParaRPr lang="en-US" sz="1300" dirty="0"/>
          </a:p>
        </p:txBody>
      </p:sp>
      <p:sp>
        <p:nvSpPr>
          <p:cNvPr id="32" name="S14_A04_rise_252"/>
          <p:cNvSpPr txBox="1"/>
          <p:nvPr/>
        </p:nvSpPr>
        <p:spPr>
          <a:xfrm>
            <a:off x="1481328" y="5202936"/>
            <a:ext cx="1645920" cy="365760"/>
          </a:xfrm>
          <a:prstGeom prst="rect">
            <a:avLst/>
          </a:prstGeom>
          <a:noFill/>
          <a:ln/>
        </p:spPr>
        <p:txBody>
          <a:bodyPr wrap="square" lIns="0" tIns="0" rIns="0" bIns="0" rtlCol="0" anchor="t"/>
          <a:lstStyle/>
          <a:p>
            <a:pPr marL="0" indent="0">
              <a:buNone/>
            </a:pPr>
            <a:r>
              <a:rPr lang="en-US" sz="1000" dirty="0">
                <a:solidFill>
                  <a:srgbClr val="3E3A56"/>
                </a:solidFill>
                <a:latin typeface="Segoe UI" pitchFamily="34" charset="0"/>
                <a:ea typeface="Segoe UI" pitchFamily="34" charset="-122"/>
                <a:cs typeface="Segoe UI" pitchFamily="34" charset="-120"/>
              </a:rPr>
              <a:t>Pré-diagnostic des pannes</a:t>
            </a:r>
            <a:endParaRPr lang="en-US" sz="1000" dirty="0"/>
          </a:p>
        </p:txBody>
      </p:sp>
      <p:sp>
        <p:nvSpPr>
          <p:cNvPr id="33" name="S14_A05_rise_253"/>
          <p:cNvSpPr/>
          <p:nvPr/>
        </p:nvSpPr>
        <p:spPr>
          <a:xfrm>
            <a:off x="3355848" y="4709160"/>
            <a:ext cx="2651760" cy="1005840"/>
          </a:xfrm>
          <a:prstGeom prst="roundRect">
            <a:avLst>
              <a:gd name="adj" fmla="val 14545"/>
            </a:avLst>
          </a:prstGeom>
          <a:solidFill>
            <a:srgbClr val="F5F3FB"/>
          </a:solidFill>
          <a:ln w="12700">
            <a:solidFill>
              <a:srgbClr val="E4DFF2"/>
            </a:solidFill>
            <a:prstDash val="solid"/>
          </a:ln>
        </p:spPr>
      </p:sp>
      <p:sp>
        <p:nvSpPr>
          <p:cNvPr id="34" name="S14_A05_rise_254"/>
          <p:cNvSpPr/>
          <p:nvPr/>
        </p:nvSpPr>
        <p:spPr>
          <a:xfrm>
            <a:off x="3557016" y="4919472"/>
            <a:ext cx="585216" cy="585216"/>
          </a:xfrm>
          <a:prstGeom prst="ellipse">
            <a:avLst/>
          </a:prstGeom>
          <a:solidFill>
            <a:srgbClr val="9BE15D"/>
          </a:solidFill>
          <a:ln w="9525">
            <a:solidFill>
              <a:srgbClr val="7CC63F"/>
            </a:solidFill>
            <a:prstDash val="solid"/>
          </a:ln>
        </p:spPr>
      </p:sp>
      <p:pic>
        <p:nvPicPr>
          <p:cNvPr id="35" name="S14_A05_rise_255" descr="preencoded.png"/>
          <p:cNvPicPr>
            <a:picLocks noChangeAspect="1"/>
          </p:cNvPicPr>
          <p:nvPr/>
        </p:nvPicPr>
        <p:blipFill>
          <a:blip r:embed="rId10"/>
          <a:stretch>
            <a:fillRect/>
          </a:stretch>
        </p:blipFill>
        <p:spPr>
          <a:xfrm>
            <a:off x="3709172" y="5071628"/>
            <a:ext cx="280904" cy="280904"/>
          </a:xfrm>
          <a:prstGeom prst="rect">
            <a:avLst/>
          </a:prstGeom>
        </p:spPr>
      </p:pic>
      <p:sp>
        <p:nvSpPr>
          <p:cNvPr id="36" name="S14_A05_rise_256"/>
          <p:cNvSpPr txBox="1"/>
          <p:nvPr/>
        </p:nvSpPr>
        <p:spPr>
          <a:xfrm>
            <a:off x="4288536" y="4892040"/>
            <a:ext cx="1645920" cy="301752"/>
          </a:xfrm>
          <a:prstGeom prst="rect">
            <a:avLst/>
          </a:prstGeom>
          <a:noFill/>
          <a:ln/>
        </p:spPr>
        <p:txBody>
          <a:bodyPr wrap="square" lIns="0" tIns="0" rIns="0" bIns="0" rtlCol="0" anchor="t"/>
          <a:lstStyle/>
          <a:p>
            <a:pPr marL="0" indent="0">
              <a:buNone/>
            </a:pPr>
            <a:r>
              <a:rPr lang="en-US" sz="1300" dirty="0">
                <a:solidFill>
                  <a:srgbClr val="17132E"/>
                </a:solidFill>
                <a:latin typeface="Segoe UI Semibold" pitchFamily="34" charset="0"/>
                <a:ea typeface="Segoe UI Semibold" pitchFamily="34" charset="-122"/>
                <a:cs typeface="Segoe UI Semibold" pitchFamily="34" charset="-120"/>
              </a:rPr>
              <a:t>ZegoCloud</a:t>
            </a:r>
            <a:endParaRPr lang="en-US" sz="1300" dirty="0"/>
          </a:p>
        </p:txBody>
      </p:sp>
      <p:sp>
        <p:nvSpPr>
          <p:cNvPr id="37" name="S14_A05_rise_257"/>
          <p:cNvSpPr txBox="1"/>
          <p:nvPr/>
        </p:nvSpPr>
        <p:spPr>
          <a:xfrm>
            <a:off x="4288536" y="5202936"/>
            <a:ext cx="1645920" cy="365760"/>
          </a:xfrm>
          <a:prstGeom prst="rect">
            <a:avLst/>
          </a:prstGeom>
          <a:noFill/>
          <a:ln/>
        </p:spPr>
        <p:txBody>
          <a:bodyPr wrap="square" lIns="0" tIns="0" rIns="0" bIns="0" rtlCol="0" anchor="t"/>
          <a:lstStyle/>
          <a:p>
            <a:pPr marL="0" indent="0">
              <a:buNone/>
            </a:pPr>
            <a:r>
              <a:rPr lang="en-US" sz="1000" dirty="0">
                <a:solidFill>
                  <a:srgbClr val="3E3A56"/>
                </a:solidFill>
                <a:latin typeface="Segoe UI" pitchFamily="34" charset="0"/>
                <a:ea typeface="Segoe UI" pitchFamily="34" charset="-122"/>
                <a:cs typeface="Segoe UI" pitchFamily="34" charset="-120"/>
              </a:rPr>
              <a:t>Appels intégrés</a:t>
            </a:r>
            <a:endParaRPr lang="en-US" sz="1000" dirty="0"/>
          </a:p>
        </p:txBody>
      </p:sp>
      <p:sp>
        <p:nvSpPr>
          <p:cNvPr id="38" name="S14_A06_rise_258"/>
          <p:cNvSpPr/>
          <p:nvPr/>
        </p:nvSpPr>
        <p:spPr>
          <a:xfrm>
            <a:off x="6163056" y="4709160"/>
            <a:ext cx="2651760" cy="1005840"/>
          </a:xfrm>
          <a:prstGeom prst="roundRect">
            <a:avLst>
              <a:gd name="adj" fmla="val 14545"/>
            </a:avLst>
          </a:prstGeom>
          <a:solidFill>
            <a:srgbClr val="F5F3FB"/>
          </a:solidFill>
          <a:ln w="12700">
            <a:solidFill>
              <a:srgbClr val="E4DFF2"/>
            </a:solidFill>
            <a:prstDash val="solid"/>
          </a:ln>
        </p:spPr>
      </p:sp>
      <p:sp>
        <p:nvSpPr>
          <p:cNvPr id="39" name="S14_A06_rise_259"/>
          <p:cNvSpPr/>
          <p:nvPr/>
        </p:nvSpPr>
        <p:spPr>
          <a:xfrm>
            <a:off x="6364224" y="4919472"/>
            <a:ext cx="585216" cy="585216"/>
          </a:xfrm>
          <a:prstGeom prst="ellipse">
            <a:avLst/>
          </a:prstGeom>
          <a:solidFill>
            <a:srgbClr val="9BE15D"/>
          </a:solidFill>
          <a:ln w="9525">
            <a:solidFill>
              <a:srgbClr val="7CC63F"/>
            </a:solidFill>
            <a:prstDash val="solid"/>
          </a:ln>
        </p:spPr>
      </p:sp>
      <p:pic>
        <p:nvPicPr>
          <p:cNvPr id="40" name="S14_A06_rise_260" descr="preencoded.png"/>
          <p:cNvPicPr>
            <a:picLocks noChangeAspect="1"/>
          </p:cNvPicPr>
          <p:nvPr/>
        </p:nvPicPr>
        <p:blipFill>
          <a:blip r:embed="rId11"/>
          <a:stretch>
            <a:fillRect/>
          </a:stretch>
        </p:blipFill>
        <p:spPr>
          <a:xfrm>
            <a:off x="6516380" y="5071628"/>
            <a:ext cx="280904" cy="280904"/>
          </a:xfrm>
          <a:prstGeom prst="rect">
            <a:avLst/>
          </a:prstGeom>
        </p:spPr>
      </p:pic>
      <p:sp>
        <p:nvSpPr>
          <p:cNvPr id="41" name="S14_A06_rise_261"/>
          <p:cNvSpPr txBox="1"/>
          <p:nvPr/>
        </p:nvSpPr>
        <p:spPr>
          <a:xfrm>
            <a:off x="7095744" y="4892040"/>
            <a:ext cx="1645920" cy="301752"/>
          </a:xfrm>
          <a:prstGeom prst="rect">
            <a:avLst/>
          </a:prstGeom>
          <a:noFill/>
          <a:ln/>
        </p:spPr>
        <p:txBody>
          <a:bodyPr wrap="square" lIns="0" tIns="0" rIns="0" bIns="0" rtlCol="0" anchor="t"/>
          <a:lstStyle/>
          <a:p>
            <a:pPr marL="0" indent="0">
              <a:buNone/>
            </a:pPr>
            <a:r>
              <a:rPr lang="en-US" sz="1300" dirty="0">
                <a:solidFill>
                  <a:srgbClr val="17132E"/>
                </a:solidFill>
                <a:latin typeface="Segoe UI Semibold" pitchFamily="34" charset="0"/>
                <a:ea typeface="Segoe UI Semibold" pitchFamily="34" charset="-122"/>
                <a:cs typeface="Segoe UI Semibold" pitchFamily="34" charset="-120"/>
              </a:rPr>
              <a:t>API de paiement</a:t>
            </a:r>
            <a:endParaRPr lang="en-US" sz="1300" dirty="0"/>
          </a:p>
        </p:txBody>
      </p:sp>
      <p:sp>
        <p:nvSpPr>
          <p:cNvPr id="42" name="S14_A06_rise_262"/>
          <p:cNvSpPr txBox="1"/>
          <p:nvPr/>
        </p:nvSpPr>
        <p:spPr>
          <a:xfrm>
            <a:off x="7095744" y="5202936"/>
            <a:ext cx="1645920" cy="365760"/>
          </a:xfrm>
          <a:prstGeom prst="rect">
            <a:avLst/>
          </a:prstGeom>
          <a:noFill/>
          <a:ln/>
        </p:spPr>
        <p:txBody>
          <a:bodyPr wrap="square" lIns="0" tIns="0" rIns="0" bIns="0" rtlCol="0" anchor="t"/>
          <a:lstStyle/>
          <a:p>
            <a:pPr marL="0" indent="0">
              <a:buNone/>
            </a:pPr>
            <a:r>
              <a:rPr lang="en-US" sz="1000" dirty="0">
                <a:solidFill>
                  <a:srgbClr val="3E3A56"/>
                </a:solidFill>
                <a:latin typeface="Segoe UI" pitchFamily="34" charset="0"/>
                <a:ea typeface="Segoe UI" pitchFamily="34" charset="-122"/>
                <a:cs typeface="Segoe UI" pitchFamily="34" charset="-120"/>
              </a:rPr>
              <a:t>Orange Money · MTN MoMo</a:t>
            </a:r>
            <a:endParaRPr lang="en-US" sz="1000" dirty="0"/>
          </a:p>
        </p:txBody>
      </p:sp>
      <p:sp>
        <p:nvSpPr>
          <p:cNvPr id="43" name="S14_A07_rise_263"/>
          <p:cNvSpPr/>
          <p:nvPr/>
        </p:nvSpPr>
        <p:spPr>
          <a:xfrm>
            <a:off x="8970264" y="4709160"/>
            <a:ext cx="2651760" cy="1005840"/>
          </a:xfrm>
          <a:prstGeom prst="roundRect">
            <a:avLst>
              <a:gd name="adj" fmla="val 14545"/>
            </a:avLst>
          </a:prstGeom>
          <a:solidFill>
            <a:srgbClr val="F5F3FB"/>
          </a:solidFill>
          <a:ln w="12700">
            <a:solidFill>
              <a:srgbClr val="E4DFF2"/>
            </a:solidFill>
            <a:prstDash val="solid"/>
          </a:ln>
        </p:spPr>
      </p:sp>
      <p:sp>
        <p:nvSpPr>
          <p:cNvPr id="44" name="S14_A07_rise_264"/>
          <p:cNvSpPr/>
          <p:nvPr/>
        </p:nvSpPr>
        <p:spPr>
          <a:xfrm>
            <a:off x="9171432" y="4919472"/>
            <a:ext cx="585216" cy="585216"/>
          </a:xfrm>
          <a:prstGeom prst="ellipse">
            <a:avLst/>
          </a:prstGeom>
          <a:solidFill>
            <a:srgbClr val="9BE15D"/>
          </a:solidFill>
          <a:ln w="9525">
            <a:solidFill>
              <a:srgbClr val="7CC63F"/>
            </a:solidFill>
            <a:prstDash val="solid"/>
          </a:ln>
        </p:spPr>
      </p:sp>
      <p:pic>
        <p:nvPicPr>
          <p:cNvPr id="45" name="S14_A07_rise_265" descr="preencoded.png"/>
          <p:cNvPicPr>
            <a:picLocks noChangeAspect="1"/>
          </p:cNvPicPr>
          <p:nvPr/>
        </p:nvPicPr>
        <p:blipFill>
          <a:blip r:embed="rId12"/>
          <a:stretch>
            <a:fillRect/>
          </a:stretch>
        </p:blipFill>
        <p:spPr>
          <a:xfrm>
            <a:off x="9323588" y="5071628"/>
            <a:ext cx="280904" cy="280904"/>
          </a:xfrm>
          <a:prstGeom prst="rect">
            <a:avLst/>
          </a:prstGeom>
        </p:spPr>
      </p:pic>
      <p:sp>
        <p:nvSpPr>
          <p:cNvPr id="46" name="S14_A07_rise_266"/>
          <p:cNvSpPr txBox="1"/>
          <p:nvPr/>
        </p:nvSpPr>
        <p:spPr>
          <a:xfrm>
            <a:off x="9902952" y="4892040"/>
            <a:ext cx="1645920" cy="301752"/>
          </a:xfrm>
          <a:prstGeom prst="rect">
            <a:avLst/>
          </a:prstGeom>
          <a:noFill/>
          <a:ln/>
        </p:spPr>
        <p:txBody>
          <a:bodyPr wrap="square" lIns="0" tIns="0" rIns="0" bIns="0" rtlCol="0" anchor="t"/>
          <a:lstStyle/>
          <a:p>
            <a:pPr marL="0" indent="0">
              <a:buNone/>
            </a:pPr>
            <a:r>
              <a:rPr lang="en-US" sz="1300" dirty="0">
                <a:solidFill>
                  <a:srgbClr val="17132E"/>
                </a:solidFill>
                <a:latin typeface="Segoe UI Semibold" pitchFamily="34" charset="0"/>
                <a:ea typeface="Segoe UI Semibold" pitchFamily="34" charset="-122"/>
                <a:cs typeface="Segoe UI Semibold" pitchFamily="34" charset="-120"/>
              </a:rPr>
              <a:t>API de notification</a:t>
            </a:r>
            <a:endParaRPr lang="en-US" sz="1300" dirty="0"/>
          </a:p>
        </p:txBody>
      </p:sp>
      <p:sp>
        <p:nvSpPr>
          <p:cNvPr id="47" name="S14_A07_rise_267"/>
          <p:cNvSpPr txBox="1"/>
          <p:nvPr/>
        </p:nvSpPr>
        <p:spPr>
          <a:xfrm>
            <a:off x="9902952" y="5202936"/>
            <a:ext cx="1645920" cy="365760"/>
          </a:xfrm>
          <a:prstGeom prst="rect">
            <a:avLst/>
          </a:prstGeom>
          <a:noFill/>
          <a:ln/>
        </p:spPr>
        <p:txBody>
          <a:bodyPr wrap="square" lIns="0" tIns="0" rIns="0" bIns="0" rtlCol="0" anchor="t"/>
          <a:lstStyle/>
          <a:p>
            <a:pPr marL="0" indent="0">
              <a:buNone/>
            </a:pPr>
            <a:r>
              <a:rPr lang="en-US" sz="1000" dirty="0">
                <a:solidFill>
                  <a:srgbClr val="3E3A56"/>
                </a:solidFill>
                <a:latin typeface="Segoe UI" pitchFamily="34" charset="0"/>
                <a:ea typeface="Segoe UI" pitchFamily="34" charset="-122"/>
                <a:cs typeface="Segoe UI" pitchFamily="34" charset="-120"/>
              </a:rPr>
              <a:t>Alertes en temps réel</a:t>
            </a:r>
            <a:endParaRPr lang="en-US" sz="1000" dirty="0"/>
          </a:p>
        </p:txBody>
      </p:sp>
      <p:sp>
        <p:nvSpPr>
          <p:cNvPr id="48" name="!!NavPill"/>
          <p:cNvSpPr/>
          <p:nvPr/>
        </p:nvSpPr>
        <p:spPr>
          <a:xfrm>
            <a:off x="4059936" y="6382512"/>
            <a:ext cx="1097280" cy="274320"/>
          </a:xfrm>
          <a:prstGeom prst="roundRect">
            <a:avLst>
              <a:gd name="adj" fmla="val 50000"/>
            </a:avLst>
          </a:prstGeom>
          <a:solidFill>
            <a:srgbClr val="5B2FD6"/>
          </a:solidFill>
          <a:ln w="9525">
            <a:solidFill>
              <a:srgbClr val="7C5CFF"/>
            </a:solidFill>
            <a:prstDash val="solid"/>
          </a:ln>
        </p:spPr>
      </p:sp>
      <p:sp>
        <p:nvSpPr>
          <p:cNvPr id="49" name="Text 38"/>
          <p:cNvSpPr txBox="1"/>
          <p:nvPr/>
        </p:nvSpPr>
        <p:spPr>
          <a:xfrm>
            <a:off x="54864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Introduction</a:t>
            </a:r>
            <a:endParaRPr lang="en-US" sz="900" dirty="0"/>
          </a:p>
        </p:txBody>
      </p:sp>
      <p:sp>
        <p:nvSpPr>
          <p:cNvPr id="50" name="Text 39"/>
          <p:cNvSpPr txBox="1"/>
          <p:nvPr/>
        </p:nvSpPr>
        <p:spPr>
          <a:xfrm>
            <a:off x="1719072"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Entreprise</a:t>
            </a:r>
            <a:endParaRPr lang="en-US" sz="900" dirty="0"/>
          </a:p>
        </p:txBody>
      </p:sp>
      <p:sp>
        <p:nvSpPr>
          <p:cNvPr id="51" name="Text 40"/>
          <p:cNvSpPr txBox="1"/>
          <p:nvPr/>
        </p:nvSpPr>
        <p:spPr>
          <a:xfrm>
            <a:off x="2889504"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Contexte</a:t>
            </a:r>
            <a:endParaRPr lang="en-US" sz="900" dirty="0"/>
          </a:p>
        </p:txBody>
      </p:sp>
      <p:sp>
        <p:nvSpPr>
          <p:cNvPr id="52" name="Text 41"/>
          <p:cNvSpPr txBox="1"/>
          <p:nvPr/>
        </p:nvSpPr>
        <p:spPr>
          <a:xfrm>
            <a:off x="4059936" y="6382512"/>
            <a:ext cx="10972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Segoe UI" pitchFamily="34" charset="0"/>
                <a:ea typeface="Segoe UI" pitchFamily="34" charset="-122"/>
                <a:cs typeface="Segoe UI" pitchFamily="34" charset="-120"/>
              </a:rPr>
              <a:t>Méthodologie</a:t>
            </a:r>
            <a:endParaRPr lang="en-US" sz="900" dirty="0"/>
          </a:p>
        </p:txBody>
      </p:sp>
      <p:sp>
        <p:nvSpPr>
          <p:cNvPr id="53" name="Text 42"/>
          <p:cNvSpPr txBox="1"/>
          <p:nvPr/>
        </p:nvSpPr>
        <p:spPr>
          <a:xfrm>
            <a:off x="5230368"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Résultats</a:t>
            </a:r>
            <a:endParaRPr lang="en-US" sz="900" dirty="0"/>
          </a:p>
        </p:txBody>
      </p:sp>
      <p:sp>
        <p:nvSpPr>
          <p:cNvPr id="54" name="Text 43"/>
          <p:cNvSpPr txBox="1"/>
          <p:nvPr/>
        </p:nvSpPr>
        <p:spPr>
          <a:xfrm>
            <a:off x="640080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Conclusion</a:t>
            </a:r>
            <a:endParaRPr lang="en-US" sz="900" dirty="0"/>
          </a:p>
        </p:txBody>
      </p:sp>
      <p:sp>
        <p:nvSpPr>
          <p:cNvPr id="55" name="Text 44"/>
          <p:cNvSpPr txBox="1"/>
          <p:nvPr/>
        </p:nvSpPr>
        <p:spPr>
          <a:xfrm>
            <a:off x="8412480" y="6382512"/>
            <a:ext cx="3227832" cy="274320"/>
          </a:xfrm>
          <a:prstGeom prst="rect">
            <a:avLst/>
          </a:prstGeom>
          <a:noFill/>
          <a:ln/>
        </p:spPr>
        <p:txBody>
          <a:bodyPr wrap="square" lIns="0" tIns="0" rIns="0" bIns="0" rtlCol="0" anchor="ctr"/>
          <a:lstStyle/>
          <a:p>
            <a:pPr marL="0" indent="0" algn="r">
              <a:buNone/>
            </a:pPr>
            <a:r>
              <a:rPr lang="en-US" sz="900" dirty="0">
                <a:solidFill>
                  <a:srgbClr val="6E6A85"/>
                </a:solidFill>
                <a:latin typeface="Segoe UI" pitchFamily="34" charset="0"/>
                <a:ea typeface="Segoe UI" pitchFamily="34" charset="-122"/>
                <a:cs typeface="Segoe UI" pitchFamily="34" charset="-120"/>
              </a:rPr>
              <a:t>FEUNOU FOSSO Otniel</a:t>
            </a:r>
            <a:r>
              <a:rPr lang="en-US" sz="900" b="1" dirty="0">
                <a:solidFill>
                  <a:srgbClr val="5B2FD6"/>
                </a:solidFill>
                <a:latin typeface="Segoe UI" pitchFamily="34" charset="0"/>
                <a:ea typeface="Segoe UI" pitchFamily="34" charset="-122"/>
                <a:cs typeface="Segoe UI" pitchFamily="34" charset="-120"/>
              </a:rPr>
              <a:t>   14</a:t>
            </a:r>
            <a:endParaRPr lang="en-US" sz="900" dirty="0"/>
          </a:p>
        </p:txBody>
      </p:sp>
      <mc:AlternateContent xmlns:mc="http://schemas.openxmlformats.org/markup-compatibility/2006">
        <mc:Choice xmlns:am3d="http://schemas.microsoft.com/office/drawing/2017/model3d" Requires="am3d">
          <p:graphicFrame>
            <p:nvGraphicFramePr>
              <p:cNvPr id="56" name="!!GearBig" descr="Engrenage 3D animé">
                <a:extLst>
                  <a:ext uri="{FF2B5EF4-FFF2-40B4-BE49-F238E27FC236}">
                    <a16:creationId xmlns:a16="http://schemas.microsoft.com/office/drawing/2014/main" id="{BB7B1443-DCED-4764-BEEA-564CD4601184}"/>
                  </a:ext>
                </a:extLst>
              </p:cNvPr>
              <p:cNvGraphicFramePr>
                <a:graphicFrameLocks/>
              </p:cNvGraphicFramePr>
              <p:nvPr>
                <p:extLst>
                  <p:ext uri="{D42A27DB-BD31-4B8C-83A1-F6EECF244321}">
                    <p14:modId xmlns:p14="http://schemas.microsoft.com/office/powerpoint/2010/main" val="4250893132"/>
                  </p:ext>
                </p:extLst>
              </p:nvPr>
            </p:nvGraphicFramePr>
            <p:xfrm>
              <a:off x="10195560" y="320040"/>
              <a:ext cx="1097280" cy="1097280"/>
            </p:xfrm>
            <a:graphic>
              <a:graphicData uri="http://schemas.microsoft.com/office/drawing/2017/model3d">
                <am3d:model3d r:embed="rId13" r:link="rId14">
                  <am3d:spPr>
                    <a:xfrm>
                      <a:off x="0" y="0"/>
                      <a:ext cx="1097280" cy="1097280"/>
                    </a:xfrm>
                    <a:prstGeom prst="rect">
                      <a:avLst/>
                    </a:prstGeom>
                  </am3d:spPr>
                  <am3d:camera>
                    <am3d:pos x="0" y="158400000" z="158400000"/>
                    <am3d:up dx="0" dy="36000000" dz="0"/>
                    <am3d:lookAt x="0" y="0" z="0"/>
                    <am3d:perspective fov="660000"/>
                  </am3d:camera>
                  <am3d:trans>
                    <am3d:meterPerModelUnit n="404766" d="1000000"/>
                    <am3d:preTrans dx="0" dy="0" dz="0"/>
                    <am3d:scale>
                      <am3d:sx n="1000000" d="1000000"/>
                      <am3d:sy n="1000000" d="1000000"/>
                      <am3d:sz n="1000000" d="1000000"/>
                    </am3d:scale>
                    <am3d:rot ay="19200000"/>
                    <am3d:postTrans dx="0" dy="0" dz="0"/>
                  </am3d:trans>
                  <am3d:raster rName="Office3DRenderer" rVer="16.0.8326">
                    <am3d:blip r:embed="rId15"/>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56" name="!!GearBig" descr="Engrenage 3D animé">
                <a:extLst>
                  <a:ext uri="{FF2B5EF4-FFF2-40B4-BE49-F238E27FC236}">
                    <a16:creationId xmlns:a16="http://schemas.microsoft.com/office/drawing/2014/main" id="{BB7B1443-DCED-4764-BEEA-564CD4601184}"/>
                  </a:ext>
                </a:extLst>
              </p:cNvPr>
              <p:cNvPicPr>
                <a:picLocks noGrp="1" noRot="1" noChangeAspect="1" noMove="1" noResize="1" noEditPoints="1" noAdjustHandles="1" noChangeArrowheads="1" noChangeShapeType="1" noCrop="1"/>
              </p:cNvPicPr>
              <p:nvPr/>
            </p:nvPicPr>
            <p:blipFill>
              <a:blip r:embed="rId15"/>
              <a:stretch>
                <a:fillRect/>
              </a:stretch>
            </p:blipFill>
            <p:spPr>
              <a:xfrm>
                <a:off x="10195560" y="320040"/>
                <a:ext cx="1097280" cy="109728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57" name="!!GearSmall" descr="Engrenage 3D animé">
                <a:extLst>
                  <a:ext uri="{FF2B5EF4-FFF2-40B4-BE49-F238E27FC236}">
                    <a16:creationId xmlns:a16="http://schemas.microsoft.com/office/drawing/2014/main" id="{D85EFA5E-D6D3-48D4-B719-319B8FC96534}"/>
                  </a:ext>
                </a:extLst>
              </p:cNvPr>
              <p:cNvGraphicFramePr>
                <a:graphicFrameLocks/>
              </p:cNvGraphicFramePr>
              <p:nvPr>
                <p:extLst>
                  <p:ext uri="{D42A27DB-BD31-4B8C-83A1-F6EECF244321}">
                    <p14:modId xmlns:p14="http://schemas.microsoft.com/office/powerpoint/2010/main" val="1938129580"/>
                  </p:ext>
                </p:extLst>
              </p:nvPr>
            </p:nvGraphicFramePr>
            <p:xfrm>
              <a:off x="11150194" y="742493"/>
              <a:ext cx="779069" cy="779069"/>
            </p:xfrm>
            <a:graphic>
              <a:graphicData uri="http://schemas.microsoft.com/office/drawing/2017/model3d">
                <am3d:model3d r:embed="rId16" r:link="rId17">
                  <am3d:spPr>
                    <a:xfrm>
                      <a:off x="0" y="0"/>
                      <a:ext cx="779069" cy="779069"/>
                    </a:xfrm>
                    <a:prstGeom prst="rect">
                      <a:avLst/>
                    </a:prstGeom>
                  </am3d:spPr>
                  <am3d:camera>
                    <am3d:pos x="0" y="158400000" z="158400000"/>
                    <am3d:up dx="0" dy="36000000" dz="0"/>
                    <am3d:lookAt x="0" y="0" z="0"/>
                    <am3d:perspective fov="660000"/>
                  </am3d:camera>
                  <am3d:trans>
                    <am3d:meterPerModelUnit n="573084" d="1000000"/>
                    <am3d:preTrans dx="0" dy="0" dz="0"/>
                    <am3d:scale>
                      <am3d:sx n="1000000" d="1000000"/>
                      <am3d:sy n="1000000" d="1000000"/>
                      <am3d:sz n="1000000" d="1000000"/>
                    </am3d:scale>
                    <am3d:rot ay="3600000"/>
                    <am3d:postTrans dx="0" dy="0" dz="0"/>
                  </am3d:trans>
                  <am3d:raster rName="Office3DRenderer" rVer="16.0.8326">
                    <am3d:blip r:embed="rId18"/>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57" name="!!GearSmall" descr="Engrenage 3D animé">
                <a:extLst>
                  <a:ext uri="{FF2B5EF4-FFF2-40B4-BE49-F238E27FC236}">
                    <a16:creationId xmlns:a16="http://schemas.microsoft.com/office/drawing/2014/main" id="{D85EFA5E-D6D3-48D4-B719-319B8FC96534}"/>
                  </a:ext>
                </a:extLst>
              </p:cNvPr>
              <p:cNvPicPr>
                <a:picLocks noGrp="1" noRot="1" noChangeAspect="1" noMove="1" noResize="1" noEditPoints="1" noAdjustHandles="1" noChangeArrowheads="1" noChangeShapeType="1" noCrop="1"/>
              </p:cNvPicPr>
              <p:nvPr/>
            </p:nvPicPr>
            <p:blipFill>
              <a:blip r:embed="rId18"/>
              <a:stretch>
                <a:fillRect/>
              </a:stretch>
            </p:blipFill>
            <p:spPr>
              <a:xfrm>
                <a:off x="11150194" y="742493"/>
                <a:ext cx="779069" cy="779069"/>
              </a:xfrm>
              <a:prstGeom prst="rect">
                <a:avLst/>
              </a:prstGeom>
            </p:spPr>
          </p:pic>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mph" presetSubtype="128" repeatCount="indefinite" fill="hold" nodeType="withEffect">
                                  <p:stCondLst>
                                    <p:cond delay="0"/>
                                  </p:stCondLst>
                                  <p:childTnLst>
                                    <p:animRot by="21600000">
                                      <p:cBhvr>
                                        <p:cTn id="6" dur="16000" fill="hold"/>
                                        <p:tgtEl>
                                          <p:spTgt spid="56"/>
                                        </p:tgtEl>
                                        <p:attrNameLst>
                                          <p:attrName>3d.view.rotation.y</p:attrName>
                                        </p:attrNameLst>
                                      </p:cBhvr>
                                    </p:animRot>
                                  </p:childTnLst>
                                </p:cTn>
                              </p:par>
                              <p:par>
                                <p:cTn id="7" presetID="37" presetClass="emph" presetSubtype="128" repeatCount="indefinite" fill="hold" nodeType="withEffect">
                                  <p:stCondLst>
                                    <p:cond delay="0"/>
                                  </p:stCondLst>
                                  <p:childTnLst>
                                    <p:animRot by="-21600000">
                                      <p:cBhvr>
                                        <p:cTn id="8" dur="10667" fill="hold"/>
                                        <p:tgtEl>
                                          <p:spTgt spid="57"/>
                                        </p:tgtEl>
                                        <p:attrNameLst>
                                          <p:attrName>3d.view.rotation.y</p:attrName>
                                        </p:attrNameLst>
                                      </p:cBhvr>
                                    </p:animRot>
                                  </p:childTnLst>
                                </p:cTn>
                              </p:par>
                              <p:par>
                                <p:cTn id="9" presetID="53" presetClass="entr" presetSubtype="16" fill="hold" nodeType="withEffect">
                                  <p:stCondLst>
                                    <p:cond delay="350"/>
                                  </p:stCondLst>
                                  <p:childTnLst>
                                    <p:set>
                                      <p:cBhvr>
                                        <p:cTn id="10" dur="1" fill="hold">
                                          <p:stCondLst>
                                            <p:cond delay="0"/>
                                          </p:stCondLst>
                                        </p:cTn>
                                        <p:tgtEl>
                                          <p:spTgt spid="7"/>
                                        </p:tgtEl>
                                        <p:attrNameLst>
                                          <p:attrName>style.visibility</p:attrName>
                                        </p:attrNameLst>
                                      </p:cBhvr>
                                      <p:to>
                                        <p:strVal val="visible"/>
                                      </p:to>
                                    </p:set>
                                    <p:anim calcmode="lin" valueType="num">
                                      <p:cBhvr>
                                        <p:cTn id="11" dur="550" fill="hold"/>
                                        <p:tgtEl>
                                          <p:spTgt spid="7"/>
                                        </p:tgtEl>
                                        <p:attrNameLst>
                                          <p:attrName>ppt_w</p:attrName>
                                        </p:attrNameLst>
                                      </p:cBhvr>
                                      <p:tavLst>
                                        <p:tav tm="0">
                                          <p:val>
                                            <p:fltVal val="0"/>
                                          </p:val>
                                        </p:tav>
                                        <p:tav tm="100000">
                                          <p:val>
                                            <p:strVal val="#ppt_w"/>
                                          </p:val>
                                        </p:tav>
                                      </p:tavLst>
                                    </p:anim>
                                    <p:anim calcmode="lin" valueType="num">
                                      <p:cBhvr>
                                        <p:cTn id="12" dur="550" fill="hold"/>
                                        <p:tgtEl>
                                          <p:spTgt spid="7"/>
                                        </p:tgtEl>
                                        <p:attrNameLst>
                                          <p:attrName>ppt_h</p:attrName>
                                        </p:attrNameLst>
                                      </p:cBhvr>
                                      <p:tavLst>
                                        <p:tav tm="0">
                                          <p:val>
                                            <p:fltVal val="0"/>
                                          </p:val>
                                        </p:tav>
                                        <p:tav tm="100000">
                                          <p:val>
                                            <p:strVal val="#ppt_h"/>
                                          </p:val>
                                        </p:tav>
                                      </p:tavLst>
                                    </p:anim>
                                    <p:animEffect transition="in" filter="fade">
                                      <p:cBhvr>
                                        <p:cTn id="13" dur="550"/>
                                        <p:tgtEl>
                                          <p:spTgt spid="7"/>
                                        </p:tgtEl>
                                      </p:cBhvr>
                                    </p:animEffect>
                                  </p:childTnLst>
                                </p:cTn>
                              </p:par>
                              <p:par>
                                <p:cTn id="14" presetID="53" presetClass="entr" presetSubtype="16" fill="hold" nodeType="withEffect">
                                  <p:stCondLst>
                                    <p:cond delay="350"/>
                                  </p:stCondLst>
                                  <p:childTnLst>
                                    <p:set>
                                      <p:cBhvr>
                                        <p:cTn id="15" dur="1" fill="hold">
                                          <p:stCondLst>
                                            <p:cond delay="0"/>
                                          </p:stCondLst>
                                        </p:cTn>
                                        <p:tgtEl>
                                          <p:spTgt spid="8"/>
                                        </p:tgtEl>
                                        <p:attrNameLst>
                                          <p:attrName>style.visibility</p:attrName>
                                        </p:attrNameLst>
                                      </p:cBhvr>
                                      <p:to>
                                        <p:strVal val="visible"/>
                                      </p:to>
                                    </p:set>
                                    <p:anim calcmode="lin" valueType="num">
                                      <p:cBhvr>
                                        <p:cTn id="16" dur="550" fill="hold"/>
                                        <p:tgtEl>
                                          <p:spTgt spid="8"/>
                                        </p:tgtEl>
                                        <p:attrNameLst>
                                          <p:attrName>ppt_w</p:attrName>
                                        </p:attrNameLst>
                                      </p:cBhvr>
                                      <p:tavLst>
                                        <p:tav tm="0">
                                          <p:val>
                                            <p:fltVal val="0"/>
                                          </p:val>
                                        </p:tav>
                                        <p:tav tm="100000">
                                          <p:val>
                                            <p:strVal val="#ppt_w"/>
                                          </p:val>
                                        </p:tav>
                                      </p:tavLst>
                                    </p:anim>
                                    <p:anim calcmode="lin" valueType="num">
                                      <p:cBhvr>
                                        <p:cTn id="17" dur="550" fill="hold"/>
                                        <p:tgtEl>
                                          <p:spTgt spid="8"/>
                                        </p:tgtEl>
                                        <p:attrNameLst>
                                          <p:attrName>ppt_h</p:attrName>
                                        </p:attrNameLst>
                                      </p:cBhvr>
                                      <p:tavLst>
                                        <p:tav tm="0">
                                          <p:val>
                                            <p:fltVal val="0"/>
                                          </p:val>
                                        </p:tav>
                                        <p:tav tm="100000">
                                          <p:val>
                                            <p:strVal val="#ppt_h"/>
                                          </p:val>
                                        </p:tav>
                                      </p:tavLst>
                                    </p:anim>
                                    <p:animEffect transition="in" filter="fade">
                                      <p:cBhvr>
                                        <p:cTn id="18" dur="550"/>
                                        <p:tgtEl>
                                          <p:spTgt spid="8"/>
                                        </p:tgtEl>
                                      </p:cBhvr>
                                    </p:animEffect>
                                  </p:childTnLst>
                                </p:cTn>
                              </p:par>
                              <p:par>
                                <p:cTn id="19" presetID="53" presetClass="entr" presetSubtype="16" fill="hold" nodeType="withEffect">
                                  <p:stCondLst>
                                    <p:cond delay="350"/>
                                  </p:stCondLst>
                                  <p:childTnLst>
                                    <p:set>
                                      <p:cBhvr>
                                        <p:cTn id="20" dur="1" fill="hold">
                                          <p:stCondLst>
                                            <p:cond delay="0"/>
                                          </p:stCondLst>
                                        </p:cTn>
                                        <p:tgtEl>
                                          <p:spTgt spid="9"/>
                                        </p:tgtEl>
                                        <p:attrNameLst>
                                          <p:attrName>style.visibility</p:attrName>
                                        </p:attrNameLst>
                                      </p:cBhvr>
                                      <p:to>
                                        <p:strVal val="visible"/>
                                      </p:to>
                                    </p:set>
                                    <p:anim calcmode="lin" valueType="num">
                                      <p:cBhvr>
                                        <p:cTn id="21" dur="550" fill="hold"/>
                                        <p:tgtEl>
                                          <p:spTgt spid="9"/>
                                        </p:tgtEl>
                                        <p:attrNameLst>
                                          <p:attrName>ppt_w</p:attrName>
                                        </p:attrNameLst>
                                      </p:cBhvr>
                                      <p:tavLst>
                                        <p:tav tm="0">
                                          <p:val>
                                            <p:fltVal val="0"/>
                                          </p:val>
                                        </p:tav>
                                        <p:tav tm="100000">
                                          <p:val>
                                            <p:strVal val="#ppt_w"/>
                                          </p:val>
                                        </p:tav>
                                      </p:tavLst>
                                    </p:anim>
                                    <p:anim calcmode="lin" valueType="num">
                                      <p:cBhvr>
                                        <p:cTn id="22" dur="550" fill="hold"/>
                                        <p:tgtEl>
                                          <p:spTgt spid="9"/>
                                        </p:tgtEl>
                                        <p:attrNameLst>
                                          <p:attrName>ppt_h</p:attrName>
                                        </p:attrNameLst>
                                      </p:cBhvr>
                                      <p:tavLst>
                                        <p:tav tm="0">
                                          <p:val>
                                            <p:fltVal val="0"/>
                                          </p:val>
                                        </p:tav>
                                        <p:tav tm="100000">
                                          <p:val>
                                            <p:strVal val="#ppt_h"/>
                                          </p:val>
                                        </p:tav>
                                      </p:tavLst>
                                    </p:anim>
                                    <p:animEffect transition="in" filter="fade">
                                      <p:cBhvr>
                                        <p:cTn id="23" dur="550"/>
                                        <p:tgtEl>
                                          <p:spTgt spid="9"/>
                                        </p:tgtEl>
                                      </p:cBhvr>
                                    </p:animEffect>
                                  </p:childTnLst>
                                </p:cTn>
                              </p:par>
                              <p:par>
                                <p:cTn id="24" presetID="53" presetClass="entr" presetSubtype="16" fill="hold" grpId="0" nodeType="withEffect">
                                  <p:stCondLst>
                                    <p:cond delay="350"/>
                                  </p:stCondLst>
                                  <p:childTnLst>
                                    <p:set>
                                      <p:cBhvr>
                                        <p:cTn id="25" dur="1" fill="hold">
                                          <p:stCondLst>
                                            <p:cond delay="0"/>
                                          </p:stCondLst>
                                        </p:cTn>
                                        <p:tgtEl>
                                          <p:spTgt spid="10"/>
                                        </p:tgtEl>
                                        <p:attrNameLst>
                                          <p:attrName>style.visibility</p:attrName>
                                        </p:attrNameLst>
                                      </p:cBhvr>
                                      <p:to>
                                        <p:strVal val="visible"/>
                                      </p:to>
                                    </p:set>
                                    <p:anim calcmode="lin" valueType="num">
                                      <p:cBhvr>
                                        <p:cTn id="26" dur="550" fill="hold"/>
                                        <p:tgtEl>
                                          <p:spTgt spid="10"/>
                                        </p:tgtEl>
                                        <p:attrNameLst>
                                          <p:attrName>ppt_w</p:attrName>
                                        </p:attrNameLst>
                                      </p:cBhvr>
                                      <p:tavLst>
                                        <p:tav tm="0">
                                          <p:val>
                                            <p:fltVal val="0"/>
                                          </p:val>
                                        </p:tav>
                                        <p:tav tm="100000">
                                          <p:val>
                                            <p:strVal val="#ppt_w"/>
                                          </p:val>
                                        </p:tav>
                                      </p:tavLst>
                                    </p:anim>
                                    <p:anim calcmode="lin" valueType="num">
                                      <p:cBhvr>
                                        <p:cTn id="27" dur="550" fill="hold"/>
                                        <p:tgtEl>
                                          <p:spTgt spid="10"/>
                                        </p:tgtEl>
                                        <p:attrNameLst>
                                          <p:attrName>ppt_h</p:attrName>
                                        </p:attrNameLst>
                                      </p:cBhvr>
                                      <p:tavLst>
                                        <p:tav tm="0">
                                          <p:val>
                                            <p:fltVal val="0"/>
                                          </p:val>
                                        </p:tav>
                                        <p:tav tm="100000">
                                          <p:val>
                                            <p:strVal val="#ppt_h"/>
                                          </p:val>
                                        </p:tav>
                                      </p:tavLst>
                                    </p:anim>
                                    <p:animEffect transition="in" filter="fade">
                                      <p:cBhvr>
                                        <p:cTn id="28" dur="550"/>
                                        <p:tgtEl>
                                          <p:spTgt spid="10"/>
                                        </p:tgtEl>
                                      </p:cBhvr>
                                    </p:animEffect>
                                  </p:childTnLst>
                                </p:cTn>
                              </p:par>
                              <p:par>
                                <p:cTn id="29" presetID="53" presetClass="entr" presetSubtype="16" fill="hold" grpId="0" nodeType="withEffect">
                                  <p:stCondLst>
                                    <p:cond delay="350"/>
                                  </p:stCondLst>
                                  <p:childTnLst>
                                    <p:set>
                                      <p:cBhvr>
                                        <p:cTn id="30" dur="1" fill="hold">
                                          <p:stCondLst>
                                            <p:cond delay="0"/>
                                          </p:stCondLst>
                                        </p:cTn>
                                        <p:tgtEl>
                                          <p:spTgt spid="11"/>
                                        </p:tgtEl>
                                        <p:attrNameLst>
                                          <p:attrName>style.visibility</p:attrName>
                                        </p:attrNameLst>
                                      </p:cBhvr>
                                      <p:to>
                                        <p:strVal val="visible"/>
                                      </p:to>
                                    </p:set>
                                    <p:anim calcmode="lin" valueType="num">
                                      <p:cBhvr>
                                        <p:cTn id="31" dur="550" fill="hold"/>
                                        <p:tgtEl>
                                          <p:spTgt spid="11"/>
                                        </p:tgtEl>
                                        <p:attrNameLst>
                                          <p:attrName>ppt_w</p:attrName>
                                        </p:attrNameLst>
                                      </p:cBhvr>
                                      <p:tavLst>
                                        <p:tav tm="0">
                                          <p:val>
                                            <p:fltVal val="0"/>
                                          </p:val>
                                        </p:tav>
                                        <p:tav tm="100000">
                                          <p:val>
                                            <p:strVal val="#ppt_w"/>
                                          </p:val>
                                        </p:tav>
                                      </p:tavLst>
                                    </p:anim>
                                    <p:anim calcmode="lin" valueType="num">
                                      <p:cBhvr>
                                        <p:cTn id="32" dur="550" fill="hold"/>
                                        <p:tgtEl>
                                          <p:spTgt spid="11"/>
                                        </p:tgtEl>
                                        <p:attrNameLst>
                                          <p:attrName>ppt_h</p:attrName>
                                        </p:attrNameLst>
                                      </p:cBhvr>
                                      <p:tavLst>
                                        <p:tav tm="0">
                                          <p:val>
                                            <p:fltVal val="0"/>
                                          </p:val>
                                        </p:tav>
                                        <p:tav tm="100000">
                                          <p:val>
                                            <p:strVal val="#ppt_h"/>
                                          </p:val>
                                        </p:tav>
                                      </p:tavLst>
                                    </p:anim>
                                    <p:animEffect transition="in" filter="fade">
                                      <p:cBhvr>
                                        <p:cTn id="33" dur="550"/>
                                        <p:tgtEl>
                                          <p:spTgt spid="11"/>
                                        </p:tgtEl>
                                      </p:cBhvr>
                                    </p:animEffect>
                                  </p:childTnLst>
                                </p:cTn>
                              </p:par>
                              <p:par>
                                <p:cTn id="34" presetID="53" presetClass="entr" presetSubtype="16" fill="hold" nodeType="withEffect">
                                  <p:stCondLst>
                                    <p:cond delay="510"/>
                                  </p:stCondLst>
                                  <p:childTnLst>
                                    <p:set>
                                      <p:cBhvr>
                                        <p:cTn id="35" dur="1" fill="hold">
                                          <p:stCondLst>
                                            <p:cond delay="0"/>
                                          </p:stCondLst>
                                        </p:cTn>
                                        <p:tgtEl>
                                          <p:spTgt spid="12"/>
                                        </p:tgtEl>
                                        <p:attrNameLst>
                                          <p:attrName>style.visibility</p:attrName>
                                        </p:attrNameLst>
                                      </p:cBhvr>
                                      <p:to>
                                        <p:strVal val="visible"/>
                                      </p:to>
                                    </p:set>
                                    <p:anim calcmode="lin" valueType="num">
                                      <p:cBhvr>
                                        <p:cTn id="36" dur="550" fill="hold"/>
                                        <p:tgtEl>
                                          <p:spTgt spid="12"/>
                                        </p:tgtEl>
                                        <p:attrNameLst>
                                          <p:attrName>ppt_w</p:attrName>
                                        </p:attrNameLst>
                                      </p:cBhvr>
                                      <p:tavLst>
                                        <p:tav tm="0">
                                          <p:val>
                                            <p:fltVal val="0"/>
                                          </p:val>
                                        </p:tav>
                                        <p:tav tm="100000">
                                          <p:val>
                                            <p:strVal val="#ppt_w"/>
                                          </p:val>
                                        </p:tav>
                                      </p:tavLst>
                                    </p:anim>
                                    <p:anim calcmode="lin" valueType="num">
                                      <p:cBhvr>
                                        <p:cTn id="37" dur="550" fill="hold"/>
                                        <p:tgtEl>
                                          <p:spTgt spid="12"/>
                                        </p:tgtEl>
                                        <p:attrNameLst>
                                          <p:attrName>ppt_h</p:attrName>
                                        </p:attrNameLst>
                                      </p:cBhvr>
                                      <p:tavLst>
                                        <p:tav tm="0">
                                          <p:val>
                                            <p:fltVal val="0"/>
                                          </p:val>
                                        </p:tav>
                                        <p:tav tm="100000">
                                          <p:val>
                                            <p:strVal val="#ppt_h"/>
                                          </p:val>
                                        </p:tav>
                                      </p:tavLst>
                                    </p:anim>
                                    <p:animEffect transition="in" filter="fade">
                                      <p:cBhvr>
                                        <p:cTn id="38" dur="550"/>
                                        <p:tgtEl>
                                          <p:spTgt spid="12"/>
                                        </p:tgtEl>
                                      </p:cBhvr>
                                    </p:animEffect>
                                  </p:childTnLst>
                                </p:cTn>
                              </p:par>
                              <p:par>
                                <p:cTn id="39" presetID="53" presetClass="entr" presetSubtype="16" fill="hold" nodeType="withEffect">
                                  <p:stCondLst>
                                    <p:cond delay="510"/>
                                  </p:stCondLst>
                                  <p:childTnLst>
                                    <p:set>
                                      <p:cBhvr>
                                        <p:cTn id="40" dur="1" fill="hold">
                                          <p:stCondLst>
                                            <p:cond delay="0"/>
                                          </p:stCondLst>
                                        </p:cTn>
                                        <p:tgtEl>
                                          <p:spTgt spid="13"/>
                                        </p:tgtEl>
                                        <p:attrNameLst>
                                          <p:attrName>style.visibility</p:attrName>
                                        </p:attrNameLst>
                                      </p:cBhvr>
                                      <p:to>
                                        <p:strVal val="visible"/>
                                      </p:to>
                                    </p:set>
                                    <p:anim calcmode="lin" valueType="num">
                                      <p:cBhvr>
                                        <p:cTn id="41" dur="550" fill="hold"/>
                                        <p:tgtEl>
                                          <p:spTgt spid="13"/>
                                        </p:tgtEl>
                                        <p:attrNameLst>
                                          <p:attrName>ppt_w</p:attrName>
                                        </p:attrNameLst>
                                      </p:cBhvr>
                                      <p:tavLst>
                                        <p:tav tm="0">
                                          <p:val>
                                            <p:fltVal val="0"/>
                                          </p:val>
                                        </p:tav>
                                        <p:tav tm="100000">
                                          <p:val>
                                            <p:strVal val="#ppt_w"/>
                                          </p:val>
                                        </p:tav>
                                      </p:tavLst>
                                    </p:anim>
                                    <p:anim calcmode="lin" valueType="num">
                                      <p:cBhvr>
                                        <p:cTn id="42" dur="550" fill="hold"/>
                                        <p:tgtEl>
                                          <p:spTgt spid="13"/>
                                        </p:tgtEl>
                                        <p:attrNameLst>
                                          <p:attrName>ppt_h</p:attrName>
                                        </p:attrNameLst>
                                      </p:cBhvr>
                                      <p:tavLst>
                                        <p:tav tm="0">
                                          <p:val>
                                            <p:fltVal val="0"/>
                                          </p:val>
                                        </p:tav>
                                        <p:tav tm="100000">
                                          <p:val>
                                            <p:strVal val="#ppt_h"/>
                                          </p:val>
                                        </p:tav>
                                      </p:tavLst>
                                    </p:anim>
                                    <p:animEffect transition="in" filter="fade">
                                      <p:cBhvr>
                                        <p:cTn id="43" dur="550"/>
                                        <p:tgtEl>
                                          <p:spTgt spid="13"/>
                                        </p:tgtEl>
                                      </p:cBhvr>
                                    </p:animEffect>
                                  </p:childTnLst>
                                </p:cTn>
                              </p:par>
                              <p:par>
                                <p:cTn id="44" presetID="53" presetClass="entr" presetSubtype="16" fill="hold" nodeType="withEffect">
                                  <p:stCondLst>
                                    <p:cond delay="510"/>
                                  </p:stCondLst>
                                  <p:childTnLst>
                                    <p:set>
                                      <p:cBhvr>
                                        <p:cTn id="45" dur="1" fill="hold">
                                          <p:stCondLst>
                                            <p:cond delay="0"/>
                                          </p:stCondLst>
                                        </p:cTn>
                                        <p:tgtEl>
                                          <p:spTgt spid="14"/>
                                        </p:tgtEl>
                                        <p:attrNameLst>
                                          <p:attrName>style.visibility</p:attrName>
                                        </p:attrNameLst>
                                      </p:cBhvr>
                                      <p:to>
                                        <p:strVal val="visible"/>
                                      </p:to>
                                    </p:set>
                                    <p:anim calcmode="lin" valueType="num">
                                      <p:cBhvr>
                                        <p:cTn id="46" dur="550" fill="hold"/>
                                        <p:tgtEl>
                                          <p:spTgt spid="14"/>
                                        </p:tgtEl>
                                        <p:attrNameLst>
                                          <p:attrName>ppt_w</p:attrName>
                                        </p:attrNameLst>
                                      </p:cBhvr>
                                      <p:tavLst>
                                        <p:tav tm="0">
                                          <p:val>
                                            <p:fltVal val="0"/>
                                          </p:val>
                                        </p:tav>
                                        <p:tav tm="100000">
                                          <p:val>
                                            <p:strVal val="#ppt_w"/>
                                          </p:val>
                                        </p:tav>
                                      </p:tavLst>
                                    </p:anim>
                                    <p:anim calcmode="lin" valueType="num">
                                      <p:cBhvr>
                                        <p:cTn id="47" dur="550" fill="hold"/>
                                        <p:tgtEl>
                                          <p:spTgt spid="14"/>
                                        </p:tgtEl>
                                        <p:attrNameLst>
                                          <p:attrName>ppt_h</p:attrName>
                                        </p:attrNameLst>
                                      </p:cBhvr>
                                      <p:tavLst>
                                        <p:tav tm="0">
                                          <p:val>
                                            <p:fltVal val="0"/>
                                          </p:val>
                                        </p:tav>
                                        <p:tav tm="100000">
                                          <p:val>
                                            <p:strVal val="#ppt_h"/>
                                          </p:val>
                                        </p:tav>
                                      </p:tavLst>
                                    </p:anim>
                                    <p:animEffect transition="in" filter="fade">
                                      <p:cBhvr>
                                        <p:cTn id="48" dur="550"/>
                                        <p:tgtEl>
                                          <p:spTgt spid="14"/>
                                        </p:tgtEl>
                                      </p:cBhvr>
                                    </p:animEffect>
                                  </p:childTnLst>
                                </p:cTn>
                              </p:par>
                              <p:par>
                                <p:cTn id="49" presetID="53" presetClass="entr" presetSubtype="16" fill="hold" grpId="0" nodeType="withEffect">
                                  <p:stCondLst>
                                    <p:cond delay="510"/>
                                  </p:stCondLst>
                                  <p:childTnLst>
                                    <p:set>
                                      <p:cBhvr>
                                        <p:cTn id="50" dur="1" fill="hold">
                                          <p:stCondLst>
                                            <p:cond delay="0"/>
                                          </p:stCondLst>
                                        </p:cTn>
                                        <p:tgtEl>
                                          <p:spTgt spid="15"/>
                                        </p:tgtEl>
                                        <p:attrNameLst>
                                          <p:attrName>style.visibility</p:attrName>
                                        </p:attrNameLst>
                                      </p:cBhvr>
                                      <p:to>
                                        <p:strVal val="visible"/>
                                      </p:to>
                                    </p:set>
                                    <p:anim calcmode="lin" valueType="num">
                                      <p:cBhvr>
                                        <p:cTn id="51" dur="550" fill="hold"/>
                                        <p:tgtEl>
                                          <p:spTgt spid="15"/>
                                        </p:tgtEl>
                                        <p:attrNameLst>
                                          <p:attrName>ppt_w</p:attrName>
                                        </p:attrNameLst>
                                      </p:cBhvr>
                                      <p:tavLst>
                                        <p:tav tm="0">
                                          <p:val>
                                            <p:fltVal val="0"/>
                                          </p:val>
                                        </p:tav>
                                        <p:tav tm="100000">
                                          <p:val>
                                            <p:strVal val="#ppt_w"/>
                                          </p:val>
                                        </p:tav>
                                      </p:tavLst>
                                    </p:anim>
                                    <p:anim calcmode="lin" valueType="num">
                                      <p:cBhvr>
                                        <p:cTn id="52" dur="550" fill="hold"/>
                                        <p:tgtEl>
                                          <p:spTgt spid="15"/>
                                        </p:tgtEl>
                                        <p:attrNameLst>
                                          <p:attrName>ppt_h</p:attrName>
                                        </p:attrNameLst>
                                      </p:cBhvr>
                                      <p:tavLst>
                                        <p:tav tm="0">
                                          <p:val>
                                            <p:fltVal val="0"/>
                                          </p:val>
                                        </p:tav>
                                        <p:tav tm="100000">
                                          <p:val>
                                            <p:strVal val="#ppt_h"/>
                                          </p:val>
                                        </p:tav>
                                      </p:tavLst>
                                    </p:anim>
                                    <p:animEffect transition="in" filter="fade">
                                      <p:cBhvr>
                                        <p:cTn id="53" dur="550"/>
                                        <p:tgtEl>
                                          <p:spTgt spid="15"/>
                                        </p:tgtEl>
                                      </p:cBhvr>
                                    </p:animEffect>
                                  </p:childTnLst>
                                </p:cTn>
                              </p:par>
                              <p:par>
                                <p:cTn id="54" presetID="53" presetClass="entr" presetSubtype="16" fill="hold" grpId="0" nodeType="withEffect">
                                  <p:stCondLst>
                                    <p:cond delay="510"/>
                                  </p:stCondLst>
                                  <p:childTnLst>
                                    <p:set>
                                      <p:cBhvr>
                                        <p:cTn id="55" dur="1" fill="hold">
                                          <p:stCondLst>
                                            <p:cond delay="0"/>
                                          </p:stCondLst>
                                        </p:cTn>
                                        <p:tgtEl>
                                          <p:spTgt spid="16"/>
                                        </p:tgtEl>
                                        <p:attrNameLst>
                                          <p:attrName>style.visibility</p:attrName>
                                        </p:attrNameLst>
                                      </p:cBhvr>
                                      <p:to>
                                        <p:strVal val="visible"/>
                                      </p:to>
                                    </p:set>
                                    <p:anim calcmode="lin" valueType="num">
                                      <p:cBhvr>
                                        <p:cTn id="56" dur="550" fill="hold"/>
                                        <p:tgtEl>
                                          <p:spTgt spid="16"/>
                                        </p:tgtEl>
                                        <p:attrNameLst>
                                          <p:attrName>ppt_w</p:attrName>
                                        </p:attrNameLst>
                                      </p:cBhvr>
                                      <p:tavLst>
                                        <p:tav tm="0">
                                          <p:val>
                                            <p:fltVal val="0"/>
                                          </p:val>
                                        </p:tav>
                                        <p:tav tm="100000">
                                          <p:val>
                                            <p:strVal val="#ppt_w"/>
                                          </p:val>
                                        </p:tav>
                                      </p:tavLst>
                                    </p:anim>
                                    <p:anim calcmode="lin" valueType="num">
                                      <p:cBhvr>
                                        <p:cTn id="57" dur="550" fill="hold"/>
                                        <p:tgtEl>
                                          <p:spTgt spid="16"/>
                                        </p:tgtEl>
                                        <p:attrNameLst>
                                          <p:attrName>ppt_h</p:attrName>
                                        </p:attrNameLst>
                                      </p:cBhvr>
                                      <p:tavLst>
                                        <p:tav tm="0">
                                          <p:val>
                                            <p:fltVal val="0"/>
                                          </p:val>
                                        </p:tav>
                                        <p:tav tm="100000">
                                          <p:val>
                                            <p:strVal val="#ppt_h"/>
                                          </p:val>
                                        </p:tav>
                                      </p:tavLst>
                                    </p:anim>
                                    <p:animEffect transition="in" filter="fade">
                                      <p:cBhvr>
                                        <p:cTn id="58" dur="550"/>
                                        <p:tgtEl>
                                          <p:spTgt spid="16"/>
                                        </p:tgtEl>
                                      </p:cBhvr>
                                    </p:animEffect>
                                  </p:childTnLst>
                                </p:cTn>
                              </p:par>
                              <p:par>
                                <p:cTn id="59" presetID="53" presetClass="entr" presetSubtype="16" fill="hold" nodeType="withEffect">
                                  <p:stCondLst>
                                    <p:cond delay="670"/>
                                  </p:stCondLst>
                                  <p:childTnLst>
                                    <p:set>
                                      <p:cBhvr>
                                        <p:cTn id="60" dur="1" fill="hold">
                                          <p:stCondLst>
                                            <p:cond delay="0"/>
                                          </p:stCondLst>
                                        </p:cTn>
                                        <p:tgtEl>
                                          <p:spTgt spid="17"/>
                                        </p:tgtEl>
                                        <p:attrNameLst>
                                          <p:attrName>style.visibility</p:attrName>
                                        </p:attrNameLst>
                                      </p:cBhvr>
                                      <p:to>
                                        <p:strVal val="visible"/>
                                      </p:to>
                                    </p:set>
                                    <p:anim calcmode="lin" valueType="num">
                                      <p:cBhvr>
                                        <p:cTn id="61" dur="550" fill="hold"/>
                                        <p:tgtEl>
                                          <p:spTgt spid="17"/>
                                        </p:tgtEl>
                                        <p:attrNameLst>
                                          <p:attrName>ppt_w</p:attrName>
                                        </p:attrNameLst>
                                      </p:cBhvr>
                                      <p:tavLst>
                                        <p:tav tm="0">
                                          <p:val>
                                            <p:fltVal val="0"/>
                                          </p:val>
                                        </p:tav>
                                        <p:tav tm="100000">
                                          <p:val>
                                            <p:strVal val="#ppt_w"/>
                                          </p:val>
                                        </p:tav>
                                      </p:tavLst>
                                    </p:anim>
                                    <p:anim calcmode="lin" valueType="num">
                                      <p:cBhvr>
                                        <p:cTn id="62" dur="550" fill="hold"/>
                                        <p:tgtEl>
                                          <p:spTgt spid="17"/>
                                        </p:tgtEl>
                                        <p:attrNameLst>
                                          <p:attrName>ppt_h</p:attrName>
                                        </p:attrNameLst>
                                      </p:cBhvr>
                                      <p:tavLst>
                                        <p:tav tm="0">
                                          <p:val>
                                            <p:fltVal val="0"/>
                                          </p:val>
                                        </p:tav>
                                        <p:tav tm="100000">
                                          <p:val>
                                            <p:strVal val="#ppt_h"/>
                                          </p:val>
                                        </p:tav>
                                      </p:tavLst>
                                    </p:anim>
                                    <p:animEffect transition="in" filter="fade">
                                      <p:cBhvr>
                                        <p:cTn id="63" dur="550"/>
                                        <p:tgtEl>
                                          <p:spTgt spid="17"/>
                                        </p:tgtEl>
                                      </p:cBhvr>
                                    </p:animEffect>
                                  </p:childTnLst>
                                </p:cTn>
                              </p:par>
                              <p:par>
                                <p:cTn id="64" presetID="53" presetClass="entr" presetSubtype="16" fill="hold" nodeType="withEffect">
                                  <p:stCondLst>
                                    <p:cond delay="670"/>
                                  </p:stCondLst>
                                  <p:childTnLst>
                                    <p:set>
                                      <p:cBhvr>
                                        <p:cTn id="65" dur="1" fill="hold">
                                          <p:stCondLst>
                                            <p:cond delay="0"/>
                                          </p:stCondLst>
                                        </p:cTn>
                                        <p:tgtEl>
                                          <p:spTgt spid="18"/>
                                        </p:tgtEl>
                                        <p:attrNameLst>
                                          <p:attrName>style.visibility</p:attrName>
                                        </p:attrNameLst>
                                      </p:cBhvr>
                                      <p:to>
                                        <p:strVal val="visible"/>
                                      </p:to>
                                    </p:set>
                                    <p:anim calcmode="lin" valueType="num">
                                      <p:cBhvr>
                                        <p:cTn id="66" dur="550" fill="hold"/>
                                        <p:tgtEl>
                                          <p:spTgt spid="18"/>
                                        </p:tgtEl>
                                        <p:attrNameLst>
                                          <p:attrName>ppt_w</p:attrName>
                                        </p:attrNameLst>
                                      </p:cBhvr>
                                      <p:tavLst>
                                        <p:tav tm="0">
                                          <p:val>
                                            <p:fltVal val="0"/>
                                          </p:val>
                                        </p:tav>
                                        <p:tav tm="100000">
                                          <p:val>
                                            <p:strVal val="#ppt_w"/>
                                          </p:val>
                                        </p:tav>
                                      </p:tavLst>
                                    </p:anim>
                                    <p:anim calcmode="lin" valueType="num">
                                      <p:cBhvr>
                                        <p:cTn id="67" dur="550" fill="hold"/>
                                        <p:tgtEl>
                                          <p:spTgt spid="18"/>
                                        </p:tgtEl>
                                        <p:attrNameLst>
                                          <p:attrName>ppt_h</p:attrName>
                                        </p:attrNameLst>
                                      </p:cBhvr>
                                      <p:tavLst>
                                        <p:tav tm="0">
                                          <p:val>
                                            <p:fltVal val="0"/>
                                          </p:val>
                                        </p:tav>
                                        <p:tav tm="100000">
                                          <p:val>
                                            <p:strVal val="#ppt_h"/>
                                          </p:val>
                                        </p:tav>
                                      </p:tavLst>
                                    </p:anim>
                                    <p:animEffect transition="in" filter="fade">
                                      <p:cBhvr>
                                        <p:cTn id="68" dur="550"/>
                                        <p:tgtEl>
                                          <p:spTgt spid="18"/>
                                        </p:tgtEl>
                                      </p:cBhvr>
                                    </p:animEffect>
                                  </p:childTnLst>
                                </p:cTn>
                              </p:par>
                              <p:par>
                                <p:cTn id="69" presetID="53" presetClass="entr" presetSubtype="16" fill="hold" nodeType="withEffect">
                                  <p:stCondLst>
                                    <p:cond delay="670"/>
                                  </p:stCondLst>
                                  <p:childTnLst>
                                    <p:set>
                                      <p:cBhvr>
                                        <p:cTn id="70" dur="1" fill="hold">
                                          <p:stCondLst>
                                            <p:cond delay="0"/>
                                          </p:stCondLst>
                                        </p:cTn>
                                        <p:tgtEl>
                                          <p:spTgt spid="19"/>
                                        </p:tgtEl>
                                        <p:attrNameLst>
                                          <p:attrName>style.visibility</p:attrName>
                                        </p:attrNameLst>
                                      </p:cBhvr>
                                      <p:to>
                                        <p:strVal val="visible"/>
                                      </p:to>
                                    </p:set>
                                    <p:anim calcmode="lin" valueType="num">
                                      <p:cBhvr>
                                        <p:cTn id="71" dur="550" fill="hold"/>
                                        <p:tgtEl>
                                          <p:spTgt spid="19"/>
                                        </p:tgtEl>
                                        <p:attrNameLst>
                                          <p:attrName>ppt_w</p:attrName>
                                        </p:attrNameLst>
                                      </p:cBhvr>
                                      <p:tavLst>
                                        <p:tav tm="0">
                                          <p:val>
                                            <p:fltVal val="0"/>
                                          </p:val>
                                        </p:tav>
                                        <p:tav tm="100000">
                                          <p:val>
                                            <p:strVal val="#ppt_w"/>
                                          </p:val>
                                        </p:tav>
                                      </p:tavLst>
                                    </p:anim>
                                    <p:anim calcmode="lin" valueType="num">
                                      <p:cBhvr>
                                        <p:cTn id="72" dur="550" fill="hold"/>
                                        <p:tgtEl>
                                          <p:spTgt spid="19"/>
                                        </p:tgtEl>
                                        <p:attrNameLst>
                                          <p:attrName>ppt_h</p:attrName>
                                        </p:attrNameLst>
                                      </p:cBhvr>
                                      <p:tavLst>
                                        <p:tav tm="0">
                                          <p:val>
                                            <p:fltVal val="0"/>
                                          </p:val>
                                        </p:tav>
                                        <p:tav tm="100000">
                                          <p:val>
                                            <p:strVal val="#ppt_h"/>
                                          </p:val>
                                        </p:tav>
                                      </p:tavLst>
                                    </p:anim>
                                    <p:animEffect transition="in" filter="fade">
                                      <p:cBhvr>
                                        <p:cTn id="73" dur="550"/>
                                        <p:tgtEl>
                                          <p:spTgt spid="19"/>
                                        </p:tgtEl>
                                      </p:cBhvr>
                                    </p:animEffect>
                                  </p:childTnLst>
                                </p:cTn>
                              </p:par>
                              <p:par>
                                <p:cTn id="74" presetID="53" presetClass="entr" presetSubtype="16" fill="hold" grpId="0" nodeType="withEffect">
                                  <p:stCondLst>
                                    <p:cond delay="670"/>
                                  </p:stCondLst>
                                  <p:childTnLst>
                                    <p:set>
                                      <p:cBhvr>
                                        <p:cTn id="75" dur="1" fill="hold">
                                          <p:stCondLst>
                                            <p:cond delay="0"/>
                                          </p:stCondLst>
                                        </p:cTn>
                                        <p:tgtEl>
                                          <p:spTgt spid="20"/>
                                        </p:tgtEl>
                                        <p:attrNameLst>
                                          <p:attrName>style.visibility</p:attrName>
                                        </p:attrNameLst>
                                      </p:cBhvr>
                                      <p:to>
                                        <p:strVal val="visible"/>
                                      </p:to>
                                    </p:set>
                                    <p:anim calcmode="lin" valueType="num">
                                      <p:cBhvr>
                                        <p:cTn id="76" dur="550" fill="hold"/>
                                        <p:tgtEl>
                                          <p:spTgt spid="20"/>
                                        </p:tgtEl>
                                        <p:attrNameLst>
                                          <p:attrName>ppt_w</p:attrName>
                                        </p:attrNameLst>
                                      </p:cBhvr>
                                      <p:tavLst>
                                        <p:tav tm="0">
                                          <p:val>
                                            <p:fltVal val="0"/>
                                          </p:val>
                                        </p:tav>
                                        <p:tav tm="100000">
                                          <p:val>
                                            <p:strVal val="#ppt_w"/>
                                          </p:val>
                                        </p:tav>
                                      </p:tavLst>
                                    </p:anim>
                                    <p:anim calcmode="lin" valueType="num">
                                      <p:cBhvr>
                                        <p:cTn id="77" dur="550" fill="hold"/>
                                        <p:tgtEl>
                                          <p:spTgt spid="20"/>
                                        </p:tgtEl>
                                        <p:attrNameLst>
                                          <p:attrName>ppt_h</p:attrName>
                                        </p:attrNameLst>
                                      </p:cBhvr>
                                      <p:tavLst>
                                        <p:tav tm="0">
                                          <p:val>
                                            <p:fltVal val="0"/>
                                          </p:val>
                                        </p:tav>
                                        <p:tav tm="100000">
                                          <p:val>
                                            <p:strVal val="#ppt_h"/>
                                          </p:val>
                                        </p:tav>
                                      </p:tavLst>
                                    </p:anim>
                                    <p:animEffect transition="in" filter="fade">
                                      <p:cBhvr>
                                        <p:cTn id="78" dur="550"/>
                                        <p:tgtEl>
                                          <p:spTgt spid="20"/>
                                        </p:tgtEl>
                                      </p:cBhvr>
                                    </p:animEffect>
                                  </p:childTnLst>
                                </p:cTn>
                              </p:par>
                              <p:par>
                                <p:cTn id="79" presetID="53" presetClass="entr" presetSubtype="16" fill="hold" grpId="0" nodeType="withEffect">
                                  <p:stCondLst>
                                    <p:cond delay="670"/>
                                  </p:stCondLst>
                                  <p:childTnLst>
                                    <p:set>
                                      <p:cBhvr>
                                        <p:cTn id="80" dur="1" fill="hold">
                                          <p:stCondLst>
                                            <p:cond delay="0"/>
                                          </p:stCondLst>
                                        </p:cTn>
                                        <p:tgtEl>
                                          <p:spTgt spid="21"/>
                                        </p:tgtEl>
                                        <p:attrNameLst>
                                          <p:attrName>style.visibility</p:attrName>
                                        </p:attrNameLst>
                                      </p:cBhvr>
                                      <p:to>
                                        <p:strVal val="visible"/>
                                      </p:to>
                                    </p:set>
                                    <p:anim calcmode="lin" valueType="num">
                                      <p:cBhvr>
                                        <p:cTn id="81" dur="550" fill="hold"/>
                                        <p:tgtEl>
                                          <p:spTgt spid="21"/>
                                        </p:tgtEl>
                                        <p:attrNameLst>
                                          <p:attrName>ppt_w</p:attrName>
                                        </p:attrNameLst>
                                      </p:cBhvr>
                                      <p:tavLst>
                                        <p:tav tm="0">
                                          <p:val>
                                            <p:fltVal val="0"/>
                                          </p:val>
                                        </p:tav>
                                        <p:tav tm="100000">
                                          <p:val>
                                            <p:strVal val="#ppt_w"/>
                                          </p:val>
                                        </p:tav>
                                      </p:tavLst>
                                    </p:anim>
                                    <p:anim calcmode="lin" valueType="num">
                                      <p:cBhvr>
                                        <p:cTn id="82" dur="550" fill="hold"/>
                                        <p:tgtEl>
                                          <p:spTgt spid="21"/>
                                        </p:tgtEl>
                                        <p:attrNameLst>
                                          <p:attrName>ppt_h</p:attrName>
                                        </p:attrNameLst>
                                      </p:cBhvr>
                                      <p:tavLst>
                                        <p:tav tm="0">
                                          <p:val>
                                            <p:fltVal val="0"/>
                                          </p:val>
                                        </p:tav>
                                        <p:tav tm="100000">
                                          <p:val>
                                            <p:strVal val="#ppt_h"/>
                                          </p:val>
                                        </p:tav>
                                      </p:tavLst>
                                    </p:anim>
                                    <p:animEffect transition="in" filter="fade">
                                      <p:cBhvr>
                                        <p:cTn id="83" dur="550"/>
                                        <p:tgtEl>
                                          <p:spTgt spid="21"/>
                                        </p:tgtEl>
                                      </p:cBhvr>
                                    </p:animEffect>
                                  </p:childTnLst>
                                </p:cTn>
                              </p:par>
                              <p:par>
                                <p:cTn id="84" presetID="53" presetClass="entr" presetSubtype="16" fill="hold" nodeType="withEffect">
                                  <p:stCondLst>
                                    <p:cond delay="830"/>
                                  </p:stCondLst>
                                  <p:childTnLst>
                                    <p:set>
                                      <p:cBhvr>
                                        <p:cTn id="85" dur="1" fill="hold">
                                          <p:stCondLst>
                                            <p:cond delay="0"/>
                                          </p:stCondLst>
                                        </p:cTn>
                                        <p:tgtEl>
                                          <p:spTgt spid="22"/>
                                        </p:tgtEl>
                                        <p:attrNameLst>
                                          <p:attrName>style.visibility</p:attrName>
                                        </p:attrNameLst>
                                      </p:cBhvr>
                                      <p:to>
                                        <p:strVal val="visible"/>
                                      </p:to>
                                    </p:set>
                                    <p:anim calcmode="lin" valueType="num">
                                      <p:cBhvr>
                                        <p:cTn id="86" dur="550" fill="hold"/>
                                        <p:tgtEl>
                                          <p:spTgt spid="22"/>
                                        </p:tgtEl>
                                        <p:attrNameLst>
                                          <p:attrName>ppt_w</p:attrName>
                                        </p:attrNameLst>
                                      </p:cBhvr>
                                      <p:tavLst>
                                        <p:tav tm="0">
                                          <p:val>
                                            <p:fltVal val="0"/>
                                          </p:val>
                                        </p:tav>
                                        <p:tav tm="100000">
                                          <p:val>
                                            <p:strVal val="#ppt_w"/>
                                          </p:val>
                                        </p:tav>
                                      </p:tavLst>
                                    </p:anim>
                                    <p:anim calcmode="lin" valueType="num">
                                      <p:cBhvr>
                                        <p:cTn id="87" dur="550" fill="hold"/>
                                        <p:tgtEl>
                                          <p:spTgt spid="22"/>
                                        </p:tgtEl>
                                        <p:attrNameLst>
                                          <p:attrName>ppt_h</p:attrName>
                                        </p:attrNameLst>
                                      </p:cBhvr>
                                      <p:tavLst>
                                        <p:tav tm="0">
                                          <p:val>
                                            <p:fltVal val="0"/>
                                          </p:val>
                                        </p:tav>
                                        <p:tav tm="100000">
                                          <p:val>
                                            <p:strVal val="#ppt_h"/>
                                          </p:val>
                                        </p:tav>
                                      </p:tavLst>
                                    </p:anim>
                                    <p:animEffect transition="in" filter="fade">
                                      <p:cBhvr>
                                        <p:cTn id="88" dur="550"/>
                                        <p:tgtEl>
                                          <p:spTgt spid="22"/>
                                        </p:tgtEl>
                                      </p:cBhvr>
                                    </p:animEffect>
                                  </p:childTnLst>
                                </p:cTn>
                              </p:par>
                              <p:par>
                                <p:cTn id="89" presetID="53" presetClass="entr" presetSubtype="16" fill="hold" nodeType="withEffect">
                                  <p:stCondLst>
                                    <p:cond delay="830"/>
                                  </p:stCondLst>
                                  <p:childTnLst>
                                    <p:set>
                                      <p:cBhvr>
                                        <p:cTn id="90" dur="1" fill="hold">
                                          <p:stCondLst>
                                            <p:cond delay="0"/>
                                          </p:stCondLst>
                                        </p:cTn>
                                        <p:tgtEl>
                                          <p:spTgt spid="23"/>
                                        </p:tgtEl>
                                        <p:attrNameLst>
                                          <p:attrName>style.visibility</p:attrName>
                                        </p:attrNameLst>
                                      </p:cBhvr>
                                      <p:to>
                                        <p:strVal val="visible"/>
                                      </p:to>
                                    </p:set>
                                    <p:anim calcmode="lin" valueType="num">
                                      <p:cBhvr>
                                        <p:cTn id="91" dur="550" fill="hold"/>
                                        <p:tgtEl>
                                          <p:spTgt spid="23"/>
                                        </p:tgtEl>
                                        <p:attrNameLst>
                                          <p:attrName>ppt_w</p:attrName>
                                        </p:attrNameLst>
                                      </p:cBhvr>
                                      <p:tavLst>
                                        <p:tav tm="0">
                                          <p:val>
                                            <p:fltVal val="0"/>
                                          </p:val>
                                        </p:tav>
                                        <p:tav tm="100000">
                                          <p:val>
                                            <p:strVal val="#ppt_w"/>
                                          </p:val>
                                        </p:tav>
                                      </p:tavLst>
                                    </p:anim>
                                    <p:anim calcmode="lin" valueType="num">
                                      <p:cBhvr>
                                        <p:cTn id="92" dur="550" fill="hold"/>
                                        <p:tgtEl>
                                          <p:spTgt spid="23"/>
                                        </p:tgtEl>
                                        <p:attrNameLst>
                                          <p:attrName>ppt_h</p:attrName>
                                        </p:attrNameLst>
                                      </p:cBhvr>
                                      <p:tavLst>
                                        <p:tav tm="0">
                                          <p:val>
                                            <p:fltVal val="0"/>
                                          </p:val>
                                        </p:tav>
                                        <p:tav tm="100000">
                                          <p:val>
                                            <p:strVal val="#ppt_h"/>
                                          </p:val>
                                        </p:tav>
                                      </p:tavLst>
                                    </p:anim>
                                    <p:animEffect transition="in" filter="fade">
                                      <p:cBhvr>
                                        <p:cTn id="93" dur="550"/>
                                        <p:tgtEl>
                                          <p:spTgt spid="23"/>
                                        </p:tgtEl>
                                      </p:cBhvr>
                                    </p:animEffect>
                                  </p:childTnLst>
                                </p:cTn>
                              </p:par>
                              <p:par>
                                <p:cTn id="94" presetID="53" presetClass="entr" presetSubtype="16" fill="hold" nodeType="withEffect">
                                  <p:stCondLst>
                                    <p:cond delay="830"/>
                                  </p:stCondLst>
                                  <p:childTnLst>
                                    <p:set>
                                      <p:cBhvr>
                                        <p:cTn id="95" dur="1" fill="hold">
                                          <p:stCondLst>
                                            <p:cond delay="0"/>
                                          </p:stCondLst>
                                        </p:cTn>
                                        <p:tgtEl>
                                          <p:spTgt spid="24"/>
                                        </p:tgtEl>
                                        <p:attrNameLst>
                                          <p:attrName>style.visibility</p:attrName>
                                        </p:attrNameLst>
                                      </p:cBhvr>
                                      <p:to>
                                        <p:strVal val="visible"/>
                                      </p:to>
                                    </p:set>
                                    <p:anim calcmode="lin" valueType="num">
                                      <p:cBhvr>
                                        <p:cTn id="96" dur="550" fill="hold"/>
                                        <p:tgtEl>
                                          <p:spTgt spid="24"/>
                                        </p:tgtEl>
                                        <p:attrNameLst>
                                          <p:attrName>ppt_w</p:attrName>
                                        </p:attrNameLst>
                                      </p:cBhvr>
                                      <p:tavLst>
                                        <p:tav tm="0">
                                          <p:val>
                                            <p:fltVal val="0"/>
                                          </p:val>
                                        </p:tav>
                                        <p:tav tm="100000">
                                          <p:val>
                                            <p:strVal val="#ppt_w"/>
                                          </p:val>
                                        </p:tav>
                                      </p:tavLst>
                                    </p:anim>
                                    <p:anim calcmode="lin" valueType="num">
                                      <p:cBhvr>
                                        <p:cTn id="97" dur="550" fill="hold"/>
                                        <p:tgtEl>
                                          <p:spTgt spid="24"/>
                                        </p:tgtEl>
                                        <p:attrNameLst>
                                          <p:attrName>ppt_h</p:attrName>
                                        </p:attrNameLst>
                                      </p:cBhvr>
                                      <p:tavLst>
                                        <p:tav tm="0">
                                          <p:val>
                                            <p:fltVal val="0"/>
                                          </p:val>
                                        </p:tav>
                                        <p:tav tm="100000">
                                          <p:val>
                                            <p:strVal val="#ppt_h"/>
                                          </p:val>
                                        </p:tav>
                                      </p:tavLst>
                                    </p:anim>
                                    <p:animEffect transition="in" filter="fade">
                                      <p:cBhvr>
                                        <p:cTn id="98" dur="550"/>
                                        <p:tgtEl>
                                          <p:spTgt spid="24"/>
                                        </p:tgtEl>
                                      </p:cBhvr>
                                    </p:animEffect>
                                  </p:childTnLst>
                                </p:cTn>
                              </p:par>
                              <p:par>
                                <p:cTn id="99" presetID="53" presetClass="entr" presetSubtype="16" fill="hold" grpId="0" nodeType="withEffect">
                                  <p:stCondLst>
                                    <p:cond delay="830"/>
                                  </p:stCondLst>
                                  <p:childTnLst>
                                    <p:set>
                                      <p:cBhvr>
                                        <p:cTn id="100" dur="1" fill="hold">
                                          <p:stCondLst>
                                            <p:cond delay="0"/>
                                          </p:stCondLst>
                                        </p:cTn>
                                        <p:tgtEl>
                                          <p:spTgt spid="25"/>
                                        </p:tgtEl>
                                        <p:attrNameLst>
                                          <p:attrName>style.visibility</p:attrName>
                                        </p:attrNameLst>
                                      </p:cBhvr>
                                      <p:to>
                                        <p:strVal val="visible"/>
                                      </p:to>
                                    </p:set>
                                    <p:anim calcmode="lin" valueType="num">
                                      <p:cBhvr>
                                        <p:cTn id="101" dur="550" fill="hold"/>
                                        <p:tgtEl>
                                          <p:spTgt spid="25"/>
                                        </p:tgtEl>
                                        <p:attrNameLst>
                                          <p:attrName>ppt_w</p:attrName>
                                        </p:attrNameLst>
                                      </p:cBhvr>
                                      <p:tavLst>
                                        <p:tav tm="0">
                                          <p:val>
                                            <p:fltVal val="0"/>
                                          </p:val>
                                        </p:tav>
                                        <p:tav tm="100000">
                                          <p:val>
                                            <p:strVal val="#ppt_w"/>
                                          </p:val>
                                        </p:tav>
                                      </p:tavLst>
                                    </p:anim>
                                    <p:anim calcmode="lin" valueType="num">
                                      <p:cBhvr>
                                        <p:cTn id="102" dur="550" fill="hold"/>
                                        <p:tgtEl>
                                          <p:spTgt spid="25"/>
                                        </p:tgtEl>
                                        <p:attrNameLst>
                                          <p:attrName>ppt_h</p:attrName>
                                        </p:attrNameLst>
                                      </p:cBhvr>
                                      <p:tavLst>
                                        <p:tav tm="0">
                                          <p:val>
                                            <p:fltVal val="0"/>
                                          </p:val>
                                        </p:tav>
                                        <p:tav tm="100000">
                                          <p:val>
                                            <p:strVal val="#ppt_h"/>
                                          </p:val>
                                        </p:tav>
                                      </p:tavLst>
                                    </p:anim>
                                    <p:animEffect transition="in" filter="fade">
                                      <p:cBhvr>
                                        <p:cTn id="103" dur="550"/>
                                        <p:tgtEl>
                                          <p:spTgt spid="25"/>
                                        </p:tgtEl>
                                      </p:cBhvr>
                                    </p:animEffect>
                                  </p:childTnLst>
                                </p:cTn>
                              </p:par>
                              <p:par>
                                <p:cTn id="104" presetID="53" presetClass="entr" presetSubtype="16" fill="hold" grpId="0" nodeType="withEffect">
                                  <p:stCondLst>
                                    <p:cond delay="830"/>
                                  </p:stCondLst>
                                  <p:childTnLst>
                                    <p:set>
                                      <p:cBhvr>
                                        <p:cTn id="105" dur="1" fill="hold">
                                          <p:stCondLst>
                                            <p:cond delay="0"/>
                                          </p:stCondLst>
                                        </p:cTn>
                                        <p:tgtEl>
                                          <p:spTgt spid="26"/>
                                        </p:tgtEl>
                                        <p:attrNameLst>
                                          <p:attrName>style.visibility</p:attrName>
                                        </p:attrNameLst>
                                      </p:cBhvr>
                                      <p:to>
                                        <p:strVal val="visible"/>
                                      </p:to>
                                    </p:set>
                                    <p:anim calcmode="lin" valueType="num">
                                      <p:cBhvr>
                                        <p:cTn id="106" dur="550" fill="hold"/>
                                        <p:tgtEl>
                                          <p:spTgt spid="26"/>
                                        </p:tgtEl>
                                        <p:attrNameLst>
                                          <p:attrName>ppt_w</p:attrName>
                                        </p:attrNameLst>
                                      </p:cBhvr>
                                      <p:tavLst>
                                        <p:tav tm="0">
                                          <p:val>
                                            <p:fltVal val="0"/>
                                          </p:val>
                                        </p:tav>
                                        <p:tav tm="100000">
                                          <p:val>
                                            <p:strVal val="#ppt_w"/>
                                          </p:val>
                                        </p:tav>
                                      </p:tavLst>
                                    </p:anim>
                                    <p:anim calcmode="lin" valueType="num">
                                      <p:cBhvr>
                                        <p:cTn id="107" dur="550" fill="hold"/>
                                        <p:tgtEl>
                                          <p:spTgt spid="26"/>
                                        </p:tgtEl>
                                        <p:attrNameLst>
                                          <p:attrName>ppt_h</p:attrName>
                                        </p:attrNameLst>
                                      </p:cBhvr>
                                      <p:tavLst>
                                        <p:tav tm="0">
                                          <p:val>
                                            <p:fltVal val="0"/>
                                          </p:val>
                                        </p:tav>
                                        <p:tav tm="100000">
                                          <p:val>
                                            <p:strVal val="#ppt_h"/>
                                          </p:val>
                                        </p:tav>
                                      </p:tavLst>
                                    </p:anim>
                                    <p:animEffect transition="in" filter="fade">
                                      <p:cBhvr>
                                        <p:cTn id="108" dur="550"/>
                                        <p:tgtEl>
                                          <p:spTgt spid="26"/>
                                        </p:tgtEl>
                                      </p:cBhvr>
                                    </p:animEffect>
                                  </p:childTnLst>
                                </p:cTn>
                              </p:par>
                              <p:par>
                                <p:cTn id="109" presetID="42" presetClass="entr" presetSubtype="0" fill="hold" nodeType="withEffect">
                                  <p:stCondLst>
                                    <p:cond delay="990"/>
                                  </p:stCondLst>
                                  <p:childTnLst>
                                    <p:set>
                                      <p:cBhvr>
                                        <p:cTn id="110" dur="1" fill="hold">
                                          <p:stCondLst>
                                            <p:cond delay="0"/>
                                          </p:stCondLst>
                                        </p:cTn>
                                        <p:tgtEl>
                                          <p:spTgt spid="28"/>
                                        </p:tgtEl>
                                        <p:attrNameLst>
                                          <p:attrName>style.visibility</p:attrName>
                                        </p:attrNameLst>
                                      </p:cBhvr>
                                      <p:to>
                                        <p:strVal val="visible"/>
                                      </p:to>
                                    </p:set>
                                    <p:animEffect transition="in" filter="fade">
                                      <p:cBhvr>
                                        <p:cTn id="111" dur="550"/>
                                        <p:tgtEl>
                                          <p:spTgt spid="28"/>
                                        </p:tgtEl>
                                      </p:cBhvr>
                                    </p:animEffect>
                                    <p:anim calcmode="lin" valueType="num">
                                      <p:cBhvr>
                                        <p:cTn id="112" dur="550" fill="hold"/>
                                        <p:tgtEl>
                                          <p:spTgt spid="28"/>
                                        </p:tgtEl>
                                        <p:attrNameLst>
                                          <p:attrName>ppt_x</p:attrName>
                                        </p:attrNameLst>
                                      </p:cBhvr>
                                      <p:tavLst>
                                        <p:tav tm="0">
                                          <p:val>
                                            <p:strVal val="#ppt_x"/>
                                          </p:val>
                                        </p:tav>
                                        <p:tav tm="100000">
                                          <p:val>
                                            <p:strVal val="#ppt_x"/>
                                          </p:val>
                                        </p:tav>
                                      </p:tavLst>
                                    </p:anim>
                                    <p:anim calcmode="lin" valueType="num">
                                      <p:cBhvr>
                                        <p:cTn id="113" dur="550" fill="hold"/>
                                        <p:tgtEl>
                                          <p:spTgt spid="28"/>
                                        </p:tgtEl>
                                        <p:attrNameLst>
                                          <p:attrName>ppt_y</p:attrName>
                                        </p:attrNameLst>
                                      </p:cBhvr>
                                      <p:tavLst>
                                        <p:tav tm="0">
                                          <p:val>
                                            <p:strVal val="#ppt_y+.1"/>
                                          </p:val>
                                        </p:tav>
                                        <p:tav tm="100000">
                                          <p:val>
                                            <p:strVal val="#ppt_y"/>
                                          </p:val>
                                        </p:tav>
                                      </p:tavLst>
                                    </p:anim>
                                  </p:childTnLst>
                                </p:cTn>
                              </p:par>
                              <p:par>
                                <p:cTn id="114" presetID="42" presetClass="entr" presetSubtype="0" fill="hold" nodeType="withEffect">
                                  <p:stCondLst>
                                    <p:cond delay="990"/>
                                  </p:stCondLst>
                                  <p:childTnLst>
                                    <p:set>
                                      <p:cBhvr>
                                        <p:cTn id="115" dur="1" fill="hold">
                                          <p:stCondLst>
                                            <p:cond delay="0"/>
                                          </p:stCondLst>
                                        </p:cTn>
                                        <p:tgtEl>
                                          <p:spTgt spid="29"/>
                                        </p:tgtEl>
                                        <p:attrNameLst>
                                          <p:attrName>style.visibility</p:attrName>
                                        </p:attrNameLst>
                                      </p:cBhvr>
                                      <p:to>
                                        <p:strVal val="visible"/>
                                      </p:to>
                                    </p:set>
                                    <p:animEffect transition="in" filter="fade">
                                      <p:cBhvr>
                                        <p:cTn id="116" dur="550"/>
                                        <p:tgtEl>
                                          <p:spTgt spid="29"/>
                                        </p:tgtEl>
                                      </p:cBhvr>
                                    </p:animEffect>
                                    <p:anim calcmode="lin" valueType="num">
                                      <p:cBhvr>
                                        <p:cTn id="117" dur="550" fill="hold"/>
                                        <p:tgtEl>
                                          <p:spTgt spid="29"/>
                                        </p:tgtEl>
                                        <p:attrNameLst>
                                          <p:attrName>ppt_x</p:attrName>
                                        </p:attrNameLst>
                                      </p:cBhvr>
                                      <p:tavLst>
                                        <p:tav tm="0">
                                          <p:val>
                                            <p:strVal val="#ppt_x"/>
                                          </p:val>
                                        </p:tav>
                                        <p:tav tm="100000">
                                          <p:val>
                                            <p:strVal val="#ppt_x"/>
                                          </p:val>
                                        </p:tav>
                                      </p:tavLst>
                                    </p:anim>
                                    <p:anim calcmode="lin" valueType="num">
                                      <p:cBhvr>
                                        <p:cTn id="118" dur="550" fill="hold"/>
                                        <p:tgtEl>
                                          <p:spTgt spid="29"/>
                                        </p:tgtEl>
                                        <p:attrNameLst>
                                          <p:attrName>ppt_y</p:attrName>
                                        </p:attrNameLst>
                                      </p:cBhvr>
                                      <p:tavLst>
                                        <p:tav tm="0">
                                          <p:val>
                                            <p:strVal val="#ppt_y+.1"/>
                                          </p:val>
                                        </p:tav>
                                        <p:tav tm="100000">
                                          <p:val>
                                            <p:strVal val="#ppt_y"/>
                                          </p:val>
                                        </p:tav>
                                      </p:tavLst>
                                    </p:anim>
                                  </p:childTnLst>
                                </p:cTn>
                              </p:par>
                              <p:par>
                                <p:cTn id="119" presetID="42" presetClass="entr" presetSubtype="0" fill="hold" nodeType="withEffect">
                                  <p:stCondLst>
                                    <p:cond delay="990"/>
                                  </p:stCondLst>
                                  <p:childTnLst>
                                    <p:set>
                                      <p:cBhvr>
                                        <p:cTn id="120" dur="1" fill="hold">
                                          <p:stCondLst>
                                            <p:cond delay="0"/>
                                          </p:stCondLst>
                                        </p:cTn>
                                        <p:tgtEl>
                                          <p:spTgt spid="30"/>
                                        </p:tgtEl>
                                        <p:attrNameLst>
                                          <p:attrName>style.visibility</p:attrName>
                                        </p:attrNameLst>
                                      </p:cBhvr>
                                      <p:to>
                                        <p:strVal val="visible"/>
                                      </p:to>
                                    </p:set>
                                    <p:animEffect transition="in" filter="fade">
                                      <p:cBhvr>
                                        <p:cTn id="121" dur="550"/>
                                        <p:tgtEl>
                                          <p:spTgt spid="30"/>
                                        </p:tgtEl>
                                      </p:cBhvr>
                                    </p:animEffect>
                                    <p:anim calcmode="lin" valueType="num">
                                      <p:cBhvr>
                                        <p:cTn id="122" dur="550" fill="hold"/>
                                        <p:tgtEl>
                                          <p:spTgt spid="30"/>
                                        </p:tgtEl>
                                        <p:attrNameLst>
                                          <p:attrName>ppt_x</p:attrName>
                                        </p:attrNameLst>
                                      </p:cBhvr>
                                      <p:tavLst>
                                        <p:tav tm="0">
                                          <p:val>
                                            <p:strVal val="#ppt_x"/>
                                          </p:val>
                                        </p:tav>
                                        <p:tav tm="100000">
                                          <p:val>
                                            <p:strVal val="#ppt_x"/>
                                          </p:val>
                                        </p:tav>
                                      </p:tavLst>
                                    </p:anim>
                                    <p:anim calcmode="lin" valueType="num">
                                      <p:cBhvr>
                                        <p:cTn id="123" dur="550" fill="hold"/>
                                        <p:tgtEl>
                                          <p:spTgt spid="30"/>
                                        </p:tgtEl>
                                        <p:attrNameLst>
                                          <p:attrName>ppt_y</p:attrName>
                                        </p:attrNameLst>
                                      </p:cBhvr>
                                      <p:tavLst>
                                        <p:tav tm="0">
                                          <p:val>
                                            <p:strVal val="#ppt_y+.1"/>
                                          </p:val>
                                        </p:tav>
                                        <p:tav tm="100000">
                                          <p:val>
                                            <p:strVal val="#ppt_y"/>
                                          </p:val>
                                        </p:tav>
                                      </p:tavLst>
                                    </p:anim>
                                  </p:childTnLst>
                                </p:cTn>
                              </p:par>
                              <p:par>
                                <p:cTn id="124" presetID="42" presetClass="entr" presetSubtype="0" fill="hold" grpId="0" nodeType="withEffect">
                                  <p:stCondLst>
                                    <p:cond delay="990"/>
                                  </p:stCondLst>
                                  <p:childTnLst>
                                    <p:set>
                                      <p:cBhvr>
                                        <p:cTn id="125" dur="1" fill="hold">
                                          <p:stCondLst>
                                            <p:cond delay="0"/>
                                          </p:stCondLst>
                                        </p:cTn>
                                        <p:tgtEl>
                                          <p:spTgt spid="31"/>
                                        </p:tgtEl>
                                        <p:attrNameLst>
                                          <p:attrName>style.visibility</p:attrName>
                                        </p:attrNameLst>
                                      </p:cBhvr>
                                      <p:to>
                                        <p:strVal val="visible"/>
                                      </p:to>
                                    </p:set>
                                    <p:animEffect transition="in" filter="fade">
                                      <p:cBhvr>
                                        <p:cTn id="126" dur="550"/>
                                        <p:tgtEl>
                                          <p:spTgt spid="31"/>
                                        </p:tgtEl>
                                      </p:cBhvr>
                                    </p:animEffect>
                                    <p:anim calcmode="lin" valueType="num">
                                      <p:cBhvr>
                                        <p:cTn id="127" dur="550" fill="hold"/>
                                        <p:tgtEl>
                                          <p:spTgt spid="31"/>
                                        </p:tgtEl>
                                        <p:attrNameLst>
                                          <p:attrName>ppt_x</p:attrName>
                                        </p:attrNameLst>
                                      </p:cBhvr>
                                      <p:tavLst>
                                        <p:tav tm="0">
                                          <p:val>
                                            <p:strVal val="#ppt_x"/>
                                          </p:val>
                                        </p:tav>
                                        <p:tav tm="100000">
                                          <p:val>
                                            <p:strVal val="#ppt_x"/>
                                          </p:val>
                                        </p:tav>
                                      </p:tavLst>
                                    </p:anim>
                                    <p:anim calcmode="lin" valueType="num">
                                      <p:cBhvr>
                                        <p:cTn id="128" dur="550" fill="hold"/>
                                        <p:tgtEl>
                                          <p:spTgt spid="31"/>
                                        </p:tgtEl>
                                        <p:attrNameLst>
                                          <p:attrName>ppt_y</p:attrName>
                                        </p:attrNameLst>
                                      </p:cBhvr>
                                      <p:tavLst>
                                        <p:tav tm="0">
                                          <p:val>
                                            <p:strVal val="#ppt_y+.1"/>
                                          </p:val>
                                        </p:tav>
                                        <p:tav tm="100000">
                                          <p:val>
                                            <p:strVal val="#ppt_y"/>
                                          </p:val>
                                        </p:tav>
                                      </p:tavLst>
                                    </p:anim>
                                  </p:childTnLst>
                                </p:cTn>
                              </p:par>
                              <p:par>
                                <p:cTn id="129" presetID="42" presetClass="entr" presetSubtype="0" fill="hold" grpId="0" nodeType="withEffect">
                                  <p:stCondLst>
                                    <p:cond delay="990"/>
                                  </p:stCondLst>
                                  <p:childTnLst>
                                    <p:set>
                                      <p:cBhvr>
                                        <p:cTn id="130" dur="1" fill="hold">
                                          <p:stCondLst>
                                            <p:cond delay="0"/>
                                          </p:stCondLst>
                                        </p:cTn>
                                        <p:tgtEl>
                                          <p:spTgt spid="32"/>
                                        </p:tgtEl>
                                        <p:attrNameLst>
                                          <p:attrName>style.visibility</p:attrName>
                                        </p:attrNameLst>
                                      </p:cBhvr>
                                      <p:to>
                                        <p:strVal val="visible"/>
                                      </p:to>
                                    </p:set>
                                    <p:animEffect transition="in" filter="fade">
                                      <p:cBhvr>
                                        <p:cTn id="131" dur="550"/>
                                        <p:tgtEl>
                                          <p:spTgt spid="32"/>
                                        </p:tgtEl>
                                      </p:cBhvr>
                                    </p:animEffect>
                                    <p:anim calcmode="lin" valueType="num">
                                      <p:cBhvr>
                                        <p:cTn id="132" dur="550" fill="hold"/>
                                        <p:tgtEl>
                                          <p:spTgt spid="32"/>
                                        </p:tgtEl>
                                        <p:attrNameLst>
                                          <p:attrName>ppt_x</p:attrName>
                                        </p:attrNameLst>
                                      </p:cBhvr>
                                      <p:tavLst>
                                        <p:tav tm="0">
                                          <p:val>
                                            <p:strVal val="#ppt_x"/>
                                          </p:val>
                                        </p:tav>
                                        <p:tav tm="100000">
                                          <p:val>
                                            <p:strVal val="#ppt_x"/>
                                          </p:val>
                                        </p:tav>
                                      </p:tavLst>
                                    </p:anim>
                                    <p:anim calcmode="lin" valueType="num">
                                      <p:cBhvr>
                                        <p:cTn id="133" dur="550" fill="hold"/>
                                        <p:tgtEl>
                                          <p:spTgt spid="32"/>
                                        </p:tgtEl>
                                        <p:attrNameLst>
                                          <p:attrName>ppt_y</p:attrName>
                                        </p:attrNameLst>
                                      </p:cBhvr>
                                      <p:tavLst>
                                        <p:tav tm="0">
                                          <p:val>
                                            <p:strVal val="#ppt_y+.1"/>
                                          </p:val>
                                        </p:tav>
                                        <p:tav tm="100000">
                                          <p:val>
                                            <p:strVal val="#ppt_y"/>
                                          </p:val>
                                        </p:tav>
                                      </p:tavLst>
                                    </p:anim>
                                  </p:childTnLst>
                                </p:cTn>
                              </p:par>
                              <p:par>
                                <p:cTn id="134" presetID="42" presetClass="entr" presetSubtype="0" fill="hold" nodeType="withEffect">
                                  <p:stCondLst>
                                    <p:cond delay="1150"/>
                                  </p:stCondLst>
                                  <p:childTnLst>
                                    <p:set>
                                      <p:cBhvr>
                                        <p:cTn id="135" dur="1" fill="hold">
                                          <p:stCondLst>
                                            <p:cond delay="0"/>
                                          </p:stCondLst>
                                        </p:cTn>
                                        <p:tgtEl>
                                          <p:spTgt spid="33"/>
                                        </p:tgtEl>
                                        <p:attrNameLst>
                                          <p:attrName>style.visibility</p:attrName>
                                        </p:attrNameLst>
                                      </p:cBhvr>
                                      <p:to>
                                        <p:strVal val="visible"/>
                                      </p:to>
                                    </p:set>
                                    <p:animEffect transition="in" filter="fade">
                                      <p:cBhvr>
                                        <p:cTn id="136" dur="550"/>
                                        <p:tgtEl>
                                          <p:spTgt spid="33"/>
                                        </p:tgtEl>
                                      </p:cBhvr>
                                    </p:animEffect>
                                    <p:anim calcmode="lin" valueType="num">
                                      <p:cBhvr>
                                        <p:cTn id="137" dur="550" fill="hold"/>
                                        <p:tgtEl>
                                          <p:spTgt spid="33"/>
                                        </p:tgtEl>
                                        <p:attrNameLst>
                                          <p:attrName>ppt_x</p:attrName>
                                        </p:attrNameLst>
                                      </p:cBhvr>
                                      <p:tavLst>
                                        <p:tav tm="0">
                                          <p:val>
                                            <p:strVal val="#ppt_x"/>
                                          </p:val>
                                        </p:tav>
                                        <p:tav tm="100000">
                                          <p:val>
                                            <p:strVal val="#ppt_x"/>
                                          </p:val>
                                        </p:tav>
                                      </p:tavLst>
                                    </p:anim>
                                    <p:anim calcmode="lin" valueType="num">
                                      <p:cBhvr>
                                        <p:cTn id="138" dur="550" fill="hold"/>
                                        <p:tgtEl>
                                          <p:spTgt spid="33"/>
                                        </p:tgtEl>
                                        <p:attrNameLst>
                                          <p:attrName>ppt_y</p:attrName>
                                        </p:attrNameLst>
                                      </p:cBhvr>
                                      <p:tavLst>
                                        <p:tav tm="0">
                                          <p:val>
                                            <p:strVal val="#ppt_y+.1"/>
                                          </p:val>
                                        </p:tav>
                                        <p:tav tm="100000">
                                          <p:val>
                                            <p:strVal val="#ppt_y"/>
                                          </p:val>
                                        </p:tav>
                                      </p:tavLst>
                                    </p:anim>
                                  </p:childTnLst>
                                </p:cTn>
                              </p:par>
                              <p:par>
                                <p:cTn id="139" presetID="42" presetClass="entr" presetSubtype="0" fill="hold" nodeType="withEffect">
                                  <p:stCondLst>
                                    <p:cond delay="1150"/>
                                  </p:stCondLst>
                                  <p:childTnLst>
                                    <p:set>
                                      <p:cBhvr>
                                        <p:cTn id="140" dur="1" fill="hold">
                                          <p:stCondLst>
                                            <p:cond delay="0"/>
                                          </p:stCondLst>
                                        </p:cTn>
                                        <p:tgtEl>
                                          <p:spTgt spid="34"/>
                                        </p:tgtEl>
                                        <p:attrNameLst>
                                          <p:attrName>style.visibility</p:attrName>
                                        </p:attrNameLst>
                                      </p:cBhvr>
                                      <p:to>
                                        <p:strVal val="visible"/>
                                      </p:to>
                                    </p:set>
                                    <p:animEffect transition="in" filter="fade">
                                      <p:cBhvr>
                                        <p:cTn id="141" dur="550"/>
                                        <p:tgtEl>
                                          <p:spTgt spid="34"/>
                                        </p:tgtEl>
                                      </p:cBhvr>
                                    </p:animEffect>
                                    <p:anim calcmode="lin" valueType="num">
                                      <p:cBhvr>
                                        <p:cTn id="142" dur="550" fill="hold"/>
                                        <p:tgtEl>
                                          <p:spTgt spid="34"/>
                                        </p:tgtEl>
                                        <p:attrNameLst>
                                          <p:attrName>ppt_x</p:attrName>
                                        </p:attrNameLst>
                                      </p:cBhvr>
                                      <p:tavLst>
                                        <p:tav tm="0">
                                          <p:val>
                                            <p:strVal val="#ppt_x"/>
                                          </p:val>
                                        </p:tav>
                                        <p:tav tm="100000">
                                          <p:val>
                                            <p:strVal val="#ppt_x"/>
                                          </p:val>
                                        </p:tav>
                                      </p:tavLst>
                                    </p:anim>
                                    <p:anim calcmode="lin" valueType="num">
                                      <p:cBhvr>
                                        <p:cTn id="143" dur="550" fill="hold"/>
                                        <p:tgtEl>
                                          <p:spTgt spid="34"/>
                                        </p:tgtEl>
                                        <p:attrNameLst>
                                          <p:attrName>ppt_y</p:attrName>
                                        </p:attrNameLst>
                                      </p:cBhvr>
                                      <p:tavLst>
                                        <p:tav tm="0">
                                          <p:val>
                                            <p:strVal val="#ppt_y+.1"/>
                                          </p:val>
                                        </p:tav>
                                        <p:tav tm="100000">
                                          <p:val>
                                            <p:strVal val="#ppt_y"/>
                                          </p:val>
                                        </p:tav>
                                      </p:tavLst>
                                    </p:anim>
                                  </p:childTnLst>
                                </p:cTn>
                              </p:par>
                              <p:par>
                                <p:cTn id="144" presetID="42" presetClass="entr" presetSubtype="0" fill="hold" nodeType="withEffect">
                                  <p:stCondLst>
                                    <p:cond delay="1150"/>
                                  </p:stCondLst>
                                  <p:childTnLst>
                                    <p:set>
                                      <p:cBhvr>
                                        <p:cTn id="145" dur="1" fill="hold">
                                          <p:stCondLst>
                                            <p:cond delay="0"/>
                                          </p:stCondLst>
                                        </p:cTn>
                                        <p:tgtEl>
                                          <p:spTgt spid="35"/>
                                        </p:tgtEl>
                                        <p:attrNameLst>
                                          <p:attrName>style.visibility</p:attrName>
                                        </p:attrNameLst>
                                      </p:cBhvr>
                                      <p:to>
                                        <p:strVal val="visible"/>
                                      </p:to>
                                    </p:set>
                                    <p:animEffect transition="in" filter="fade">
                                      <p:cBhvr>
                                        <p:cTn id="146" dur="550"/>
                                        <p:tgtEl>
                                          <p:spTgt spid="35"/>
                                        </p:tgtEl>
                                      </p:cBhvr>
                                    </p:animEffect>
                                    <p:anim calcmode="lin" valueType="num">
                                      <p:cBhvr>
                                        <p:cTn id="147" dur="550" fill="hold"/>
                                        <p:tgtEl>
                                          <p:spTgt spid="35"/>
                                        </p:tgtEl>
                                        <p:attrNameLst>
                                          <p:attrName>ppt_x</p:attrName>
                                        </p:attrNameLst>
                                      </p:cBhvr>
                                      <p:tavLst>
                                        <p:tav tm="0">
                                          <p:val>
                                            <p:strVal val="#ppt_x"/>
                                          </p:val>
                                        </p:tav>
                                        <p:tav tm="100000">
                                          <p:val>
                                            <p:strVal val="#ppt_x"/>
                                          </p:val>
                                        </p:tav>
                                      </p:tavLst>
                                    </p:anim>
                                    <p:anim calcmode="lin" valueType="num">
                                      <p:cBhvr>
                                        <p:cTn id="148" dur="550" fill="hold"/>
                                        <p:tgtEl>
                                          <p:spTgt spid="35"/>
                                        </p:tgtEl>
                                        <p:attrNameLst>
                                          <p:attrName>ppt_y</p:attrName>
                                        </p:attrNameLst>
                                      </p:cBhvr>
                                      <p:tavLst>
                                        <p:tav tm="0">
                                          <p:val>
                                            <p:strVal val="#ppt_y+.1"/>
                                          </p:val>
                                        </p:tav>
                                        <p:tav tm="100000">
                                          <p:val>
                                            <p:strVal val="#ppt_y"/>
                                          </p:val>
                                        </p:tav>
                                      </p:tavLst>
                                    </p:anim>
                                  </p:childTnLst>
                                </p:cTn>
                              </p:par>
                              <p:par>
                                <p:cTn id="149" presetID="42" presetClass="entr" presetSubtype="0" fill="hold" grpId="0" nodeType="withEffect">
                                  <p:stCondLst>
                                    <p:cond delay="1150"/>
                                  </p:stCondLst>
                                  <p:childTnLst>
                                    <p:set>
                                      <p:cBhvr>
                                        <p:cTn id="150" dur="1" fill="hold">
                                          <p:stCondLst>
                                            <p:cond delay="0"/>
                                          </p:stCondLst>
                                        </p:cTn>
                                        <p:tgtEl>
                                          <p:spTgt spid="36"/>
                                        </p:tgtEl>
                                        <p:attrNameLst>
                                          <p:attrName>style.visibility</p:attrName>
                                        </p:attrNameLst>
                                      </p:cBhvr>
                                      <p:to>
                                        <p:strVal val="visible"/>
                                      </p:to>
                                    </p:set>
                                    <p:animEffect transition="in" filter="fade">
                                      <p:cBhvr>
                                        <p:cTn id="151" dur="550"/>
                                        <p:tgtEl>
                                          <p:spTgt spid="36"/>
                                        </p:tgtEl>
                                      </p:cBhvr>
                                    </p:animEffect>
                                    <p:anim calcmode="lin" valueType="num">
                                      <p:cBhvr>
                                        <p:cTn id="152" dur="550" fill="hold"/>
                                        <p:tgtEl>
                                          <p:spTgt spid="36"/>
                                        </p:tgtEl>
                                        <p:attrNameLst>
                                          <p:attrName>ppt_x</p:attrName>
                                        </p:attrNameLst>
                                      </p:cBhvr>
                                      <p:tavLst>
                                        <p:tav tm="0">
                                          <p:val>
                                            <p:strVal val="#ppt_x"/>
                                          </p:val>
                                        </p:tav>
                                        <p:tav tm="100000">
                                          <p:val>
                                            <p:strVal val="#ppt_x"/>
                                          </p:val>
                                        </p:tav>
                                      </p:tavLst>
                                    </p:anim>
                                    <p:anim calcmode="lin" valueType="num">
                                      <p:cBhvr>
                                        <p:cTn id="153" dur="550" fill="hold"/>
                                        <p:tgtEl>
                                          <p:spTgt spid="36"/>
                                        </p:tgtEl>
                                        <p:attrNameLst>
                                          <p:attrName>ppt_y</p:attrName>
                                        </p:attrNameLst>
                                      </p:cBhvr>
                                      <p:tavLst>
                                        <p:tav tm="0">
                                          <p:val>
                                            <p:strVal val="#ppt_y+.1"/>
                                          </p:val>
                                        </p:tav>
                                        <p:tav tm="100000">
                                          <p:val>
                                            <p:strVal val="#ppt_y"/>
                                          </p:val>
                                        </p:tav>
                                      </p:tavLst>
                                    </p:anim>
                                  </p:childTnLst>
                                </p:cTn>
                              </p:par>
                              <p:par>
                                <p:cTn id="154" presetID="42" presetClass="entr" presetSubtype="0" fill="hold" grpId="0" nodeType="withEffect">
                                  <p:stCondLst>
                                    <p:cond delay="1150"/>
                                  </p:stCondLst>
                                  <p:childTnLst>
                                    <p:set>
                                      <p:cBhvr>
                                        <p:cTn id="155" dur="1" fill="hold">
                                          <p:stCondLst>
                                            <p:cond delay="0"/>
                                          </p:stCondLst>
                                        </p:cTn>
                                        <p:tgtEl>
                                          <p:spTgt spid="37"/>
                                        </p:tgtEl>
                                        <p:attrNameLst>
                                          <p:attrName>style.visibility</p:attrName>
                                        </p:attrNameLst>
                                      </p:cBhvr>
                                      <p:to>
                                        <p:strVal val="visible"/>
                                      </p:to>
                                    </p:set>
                                    <p:animEffect transition="in" filter="fade">
                                      <p:cBhvr>
                                        <p:cTn id="156" dur="550"/>
                                        <p:tgtEl>
                                          <p:spTgt spid="37"/>
                                        </p:tgtEl>
                                      </p:cBhvr>
                                    </p:animEffect>
                                    <p:anim calcmode="lin" valueType="num">
                                      <p:cBhvr>
                                        <p:cTn id="157" dur="550" fill="hold"/>
                                        <p:tgtEl>
                                          <p:spTgt spid="37"/>
                                        </p:tgtEl>
                                        <p:attrNameLst>
                                          <p:attrName>ppt_x</p:attrName>
                                        </p:attrNameLst>
                                      </p:cBhvr>
                                      <p:tavLst>
                                        <p:tav tm="0">
                                          <p:val>
                                            <p:strVal val="#ppt_x"/>
                                          </p:val>
                                        </p:tav>
                                        <p:tav tm="100000">
                                          <p:val>
                                            <p:strVal val="#ppt_x"/>
                                          </p:val>
                                        </p:tav>
                                      </p:tavLst>
                                    </p:anim>
                                    <p:anim calcmode="lin" valueType="num">
                                      <p:cBhvr>
                                        <p:cTn id="158" dur="550" fill="hold"/>
                                        <p:tgtEl>
                                          <p:spTgt spid="37"/>
                                        </p:tgtEl>
                                        <p:attrNameLst>
                                          <p:attrName>ppt_y</p:attrName>
                                        </p:attrNameLst>
                                      </p:cBhvr>
                                      <p:tavLst>
                                        <p:tav tm="0">
                                          <p:val>
                                            <p:strVal val="#ppt_y+.1"/>
                                          </p:val>
                                        </p:tav>
                                        <p:tav tm="100000">
                                          <p:val>
                                            <p:strVal val="#ppt_y"/>
                                          </p:val>
                                        </p:tav>
                                      </p:tavLst>
                                    </p:anim>
                                  </p:childTnLst>
                                </p:cTn>
                              </p:par>
                              <p:par>
                                <p:cTn id="159" presetID="42" presetClass="entr" presetSubtype="0" fill="hold" nodeType="withEffect">
                                  <p:stCondLst>
                                    <p:cond delay="1310"/>
                                  </p:stCondLst>
                                  <p:childTnLst>
                                    <p:set>
                                      <p:cBhvr>
                                        <p:cTn id="160" dur="1" fill="hold">
                                          <p:stCondLst>
                                            <p:cond delay="0"/>
                                          </p:stCondLst>
                                        </p:cTn>
                                        <p:tgtEl>
                                          <p:spTgt spid="38"/>
                                        </p:tgtEl>
                                        <p:attrNameLst>
                                          <p:attrName>style.visibility</p:attrName>
                                        </p:attrNameLst>
                                      </p:cBhvr>
                                      <p:to>
                                        <p:strVal val="visible"/>
                                      </p:to>
                                    </p:set>
                                    <p:animEffect transition="in" filter="fade">
                                      <p:cBhvr>
                                        <p:cTn id="161" dur="550"/>
                                        <p:tgtEl>
                                          <p:spTgt spid="38"/>
                                        </p:tgtEl>
                                      </p:cBhvr>
                                    </p:animEffect>
                                    <p:anim calcmode="lin" valueType="num">
                                      <p:cBhvr>
                                        <p:cTn id="162" dur="550" fill="hold"/>
                                        <p:tgtEl>
                                          <p:spTgt spid="38"/>
                                        </p:tgtEl>
                                        <p:attrNameLst>
                                          <p:attrName>ppt_x</p:attrName>
                                        </p:attrNameLst>
                                      </p:cBhvr>
                                      <p:tavLst>
                                        <p:tav tm="0">
                                          <p:val>
                                            <p:strVal val="#ppt_x"/>
                                          </p:val>
                                        </p:tav>
                                        <p:tav tm="100000">
                                          <p:val>
                                            <p:strVal val="#ppt_x"/>
                                          </p:val>
                                        </p:tav>
                                      </p:tavLst>
                                    </p:anim>
                                    <p:anim calcmode="lin" valueType="num">
                                      <p:cBhvr>
                                        <p:cTn id="163" dur="550" fill="hold"/>
                                        <p:tgtEl>
                                          <p:spTgt spid="38"/>
                                        </p:tgtEl>
                                        <p:attrNameLst>
                                          <p:attrName>ppt_y</p:attrName>
                                        </p:attrNameLst>
                                      </p:cBhvr>
                                      <p:tavLst>
                                        <p:tav tm="0">
                                          <p:val>
                                            <p:strVal val="#ppt_y+.1"/>
                                          </p:val>
                                        </p:tav>
                                        <p:tav tm="100000">
                                          <p:val>
                                            <p:strVal val="#ppt_y"/>
                                          </p:val>
                                        </p:tav>
                                      </p:tavLst>
                                    </p:anim>
                                  </p:childTnLst>
                                </p:cTn>
                              </p:par>
                              <p:par>
                                <p:cTn id="164" presetID="42" presetClass="entr" presetSubtype="0" fill="hold" nodeType="withEffect">
                                  <p:stCondLst>
                                    <p:cond delay="1310"/>
                                  </p:stCondLst>
                                  <p:childTnLst>
                                    <p:set>
                                      <p:cBhvr>
                                        <p:cTn id="165" dur="1" fill="hold">
                                          <p:stCondLst>
                                            <p:cond delay="0"/>
                                          </p:stCondLst>
                                        </p:cTn>
                                        <p:tgtEl>
                                          <p:spTgt spid="39"/>
                                        </p:tgtEl>
                                        <p:attrNameLst>
                                          <p:attrName>style.visibility</p:attrName>
                                        </p:attrNameLst>
                                      </p:cBhvr>
                                      <p:to>
                                        <p:strVal val="visible"/>
                                      </p:to>
                                    </p:set>
                                    <p:animEffect transition="in" filter="fade">
                                      <p:cBhvr>
                                        <p:cTn id="166" dur="550"/>
                                        <p:tgtEl>
                                          <p:spTgt spid="39"/>
                                        </p:tgtEl>
                                      </p:cBhvr>
                                    </p:animEffect>
                                    <p:anim calcmode="lin" valueType="num">
                                      <p:cBhvr>
                                        <p:cTn id="167" dur="550" fill="hold"/>
                                        <p:tgtEl>
                                          <p:spTgt spid="39"/>
                                        </p:tgtEl>
                                        <p:attrNameLst>
                                          <p:attrName>ppt_x</p:attrName>
                                        </p:attrNameLst>
                                      </p:cBhvr>
                                      <p:tavLst>
                                        <p:tav tm="0">
                                          <p:val>
                                            <p:strVal val="#ppt_x"/>
                                          </p:val>
                                        </p:tav>
                                        <p:tav tm="100000">
                                          <p:val>
                                            <p:strVal val="#ppt_x"/>
                                          </p:val>
                                        </p:tav>
                                      </p:tavLst>
                                    </p:anim>
                                    <p:anim calcmode="lin" valueType="num">
                                      <p:cBhvr>
                                        <p:cTn id="168" dur="550" fill="hold"/>
                                        <p:tgtEl>
                                          <p:spTgt spid="39"/>
                                        </p:tgtEl>
                                        <p:attrNameLst>
                                          <p:attrName>ppt_y</p:attrName>
                                        </p:attrNameLst>
                                      </p:cBhvr>
                                      <p:tavLst>
                                        <p:tav tm="0">
                                          <p:val>
                                            <p:strVal val="#ppt_y+.1"/>
                                          </p:val>
                                        </p:tav>
                                        <p:tav tm="100000">
                                          <p:val>
                                            <p:strVal val="#ppt_y"/>
                                          </p:val>
                                        </p:tav>
                                      </p:tavLst>
                                    </p:anim>
                                  </p:childTnLst>
                                </p:cTn>
                              </p:par>
                              <p:par>
                                <p:cTn id="169" presetID="42" presetClass="entr" presetSubtype="0" fill="hold" nodeType="withEffect">
                                  <p:stCondLst>
                                    <p:cond delay="1310"/>
                                  </p:stCondLst>
                                  <p:childTnLst>
                                    <p:set>
                                      <p:cBhvr>
                                        <p:cTn id="170" dur="1" fill="hold">
                                          <p:stCondLst>
                                            <p:cond delay="0"/>
                                          </p:stCondLst>
                                        </p:cTn>
                                        <p:tgtEl>
                                          <p:spTgt spid="40"/>
                                        </p:tgtEl>
                                        <p:attrNameLst>
                                          <p:attrName>style.visibility</p:attrName>
                                        </p:attrNameLst>
                                      </p:cBhvr>
                                      <p:to>
                                        <p:strVal val="visible"/>
                                      </p:to>
                                    </p:set>
                                    <p:animEffect transition="in" filter="fade">
                                      <p:cBhvr>
                                        <p:cTn id="171" dur="550"/>
                                        <p:tgtEl>
                                          <p:spTgt spid="40"/>
                                        </p:tgtEl>
                                      </p:cBhvr>
                                    </p:animEffect>
                                    <p:anim calcmode="lin" valueType="num">
                                      <p:cBhvr>
                                        <p:cTn id="172" dur="550" fill="hold"/>
                                        <p:tgtEl>
                                          <p:spTgt spid="40"/>
                                        </p:tgtEl>
                                        <p:attrNameLst>
                                          <p:attrName>ppt_x</p:attrName>
                                        </p:attrNameLst>
                                      </p:cBhvr>
                                      <p:tavLst>
                                        <p:tav tm="0">
                                          <p:val>
                                            <p:strVal val="#ppt_x"/>
                                          </p:val>
                                        </p:tav>
                                        <p:tav tm="100000">
                                          <p:val>
                                            <p:strVal val="#ppt_x"/>
                                          </p:val>
                                        </p:tav>
                                      </p:tavLst>
                                    </p:anim>
                                    <p:anim calcmode="lin" valueType="num">
                                      <p:cBhvr>
                                        <p:cTn id="173" dur="550" fill="hold"/>
                                        <p:tgtEl>
                                          <p:spTgt spid="40"/>
                                        </p:tgtEl>
                                        <p:attrNameLst>
                                          <p:attrName>ppt_y</p:attrName>
                                        </p:attrNameLst>
                                      </p:cBhvr>
                                      <p:tavLst>
                                        <p:tav tm="0">
                                          <p:val>
                                            <p:strVal val="#ppt_y+.1"/>
                                          </p:val>
                                        </p:tav>
                                        <p:tav tm="100000">
                                          <p:val>
                                            <p:strVal val="#ppt_y"/>
                                          </p:val>
                                        </p:tav>
                                      </p:tavLst>
                                    </p:anim>
                                  </p:childTnLst>
                                </p:cTn>
                              </p:par>
                              <p:par>
                                <p:cTn id="174" presetID="42" presetClass="entr" presetSubtype="0" fill="hold" grpId="0" nodeType="withEffect">
                                  <p:stCondLst>
                                    <p:cond delay="1310"/>
                                  </p:stCondLst>
                                  <p:childTnLst>
                                    <p:set>
                                      <p:cBhvr>
                                        <p:cTn id="175" dur="1" fill="hold">
                                          <p:stCondLst>
                                            <p:cond delay="0"/>
                                          </p:stCondLst>
                                        </p:cTn>
                                        <p:tgtEl>
                                          <p:spTgt spid="41"/>
                                        </p:tgtEl>
                                        <p:attrNameLst>
                                          <p:attrName>style.visibility</p:attrName>
                                        </p:attrNameLst>
                                      </p:cBhvr>
                                      <p:to>
                                        <p:strVal val="visible"/>
                                      </p:to>
                                    </p:set>
                                    <p:animEffect transition="in" filter="fade">
                                      <p:cBhvr>
                                        <p:cTn id="176" dur="550"/>
                                        <p:tgtEl>
                                          <p:spTgt spid="41"/>
                                        </p:tgtEl>
                                      </p:cBhvr>
                                    </p:animEffect>
                                    <p:anim calcmode="lin" valueType="num">
                                      <p:cBhvr>
                                        <p:cTn id="177" dur="550" fill="hold"/>
                                        <p:tgtEl>
                                          <p:spTgt spid="41"/>
                                        </p:tgtEl>
                                        <p:attrNameLst>
                                          <p:attrName>ppt_x</p:attrName>
                                        </p:attrNameLst>
                                      </p:cBhvr>
                                      <p:tavLst>
                                        <p:tav tm="0">
                                          <p:val>
                                            <p:strVal val="#ppt_x"/>
                                          </p:val>
                                        </p:tav>
                                        <p:tav tm="100000">
                                          <p:val>
                                            <p:strVal val="#ppt_x"/>
                                          </p:val>
                                        </p:tav>
                                      </p:tavLst>
                                    </p:anim>
                                    <p:anim calcmode="lin" valueType="num">
                                      <p:cBhvr>
                                        <p:cTn id="178" dur="550" fill="hold"/>
                                        <p:tgtEl>
                                          <p:spTgt spid="41"/>
                                        </p:tgtEl>
                                        <p:attrNameLst>
                                          <p:attrName>ppt_y</p:attrName>
                                        </p:attrNameLst>
                                      </p:cBhvr>
                                      <p:tavLst>
                                        <p:tav tm="0">
                                          <p:val>
                                            <p:strVal val="#ppt_y+.1"/>
                                          </p:val>
                                        </p:tav>
                                        <p:tav tm="100000">
                                          <p:val>
                                            <p:strVal val="#ppt_y"/>
                                          </p:val>
                                        </p:tav>
                                      </p:tavLst>
                                    </p:anim>
                                  </p:childTnLst>
                                </p:cTn>
                              </p:par>
                              <p:par>
                                <p:cTn id="179" presetID="42" presetClass="entr" presetSubtype="0" fill="hold" grpId="0" nodeType="withEffect">
                                  <p:stCondLst>
                                    <p:cond delay="1310"/>
                                  </p:stCondLst>
                                  <p:childTnLst>
                                    <p:set>
                                      <p:cBhvr>
                                        <p:cTn id="180" dur="1" fill="hold">
                                          <p:stCondLst>
                                            <p:cond delay="0"/>
                                          </p:stCondLst>
                                        </p:cTn>
                                        <p:tgtEl>
                                          <p:spTgt spid="42"/>
                                        </p:tgtEl>
                                        <p:attrNameLst>
                                          <p:attrName>style.visibility</p:attrName>
                                        </p:attrNameLst>
                                      </p:cBhvr>
                                      <p:to>
                                        <p:strVal val="visible"/>
                                      </p:to>
                                    </p:set>
                                    <p:animEffect transition="in" filter="fade">
                                      <p:cBhvr>
                                        <p:cTn id="181" dur="550"/>
                                        <p:tgtEl>
                                          <p:spTgt spid="42"/>
                                        </p:tgtEl>
                                      </p:cBhvr>
                                    </p:animEffect>
                                    <p:anim calcmode="lin" valueType="num">
                                      <p:cBhvr>
                                        <p:cTn id="182" dur="550" fill="hold"/>
                                        <p:tgtEl>
                                          <p:spTgt spid="42"/>
                                        </p:tgtEl>
                                        <p:attrNameLst>
                                          <p:attrName>ppt_x</p:attrName>
                                        </p:attrNameLst>
                                      </p:cBhvr>
                                      <p:tavLst>
                                        <p:tav tm="0">
                                          <p:val>
                                            <p:strVal val="#ppt_x"/>
                                          </p:val>
                                        </p:tav>
                                        <p:tav tm="100000">
                                          <p:val>
                                            <p:strVal val="#ppt_x"/>
                                          </p:val>
                                        </p:tav>
                                      </p:tavLst>
                                    </p:anim>
                                    <p:anim calcmode="lin" valueType="num">
                                      <p:cBhvr>
                                        <p:cTn id="183" dur="550" fill="hold"/>
                                        <p:tgtEl>
                                          <p:spTgt spid="42"/>
                                        </p:tgtEl>
                                        <p:attrNameLst>
                                          <p:attrName>ppt_y</p:attrName>
                                        </p:attrNameLst>
                                      </p:cBhvr>
                                      <p:tavLst>
                                        <p:tav tm="0">
                                          <p:val>
                                            <p:strVal val="#ppt_y+.1"/>
                                          </p:val>
                                        </p:tav>
                                        <p:tav tm="100000">
                                          <p:val>
                                            <p:strVal val="#ppt_y"/>
                                          </p:val>
                                        </p:tav>
                                      </p:tavLst>
                                    </p:anim>
                                  </p:childTnLst>
                                </p:cTn>
                              </p:par>
                              <p:par>
                                <p:cTn id="184" presetID="42" presetClass="entr" presetSubtype="0" fill="hold" nodeType="withEffect">
                                  <p:stCondLst>
                                    <p:cond delay="1470"/>
                                  </p:stCondLst>
                                  <p:childTnLst>
                                    <p:set>
                                      <p:cBhvr>
                                        <p:cTn id="185" dur="1" fill="hold">
                                          <p:stCondLst>
                                            <p:cond delay="0"/>
                                          </p:stCondLst>
                                        </p:cTn>
                                        <p:tgtEl>
                                          <p:spTgt spid="43"/>
                                        </p:tgtEl>
                                        <p:attrNameLst>
                                          <p:attrName>style.visibility</p:attrName>
                                        </p:attrNameLst>
                                      </p:cBhvr>
                                      <p:to>
                                        <p:strVal val="visible"/>
                                      </p:to>
                                    </p:set>
                                    <p:animEffect transition="in" filter="fade">
                                      <p:cBhvr>
                                        <p:cTn id="186" dur="550"/>
                                        <p:tgtEl>
                                          <p:spTgt spid="43"/>
                                        </p:tgtEl>
                                      </p:cBhvr>
                                    </p:animEffect>
                                    <p:anim calcmode="lin" valueType="num">
                                      <p:cBhvr>
                                        <p:cTn id="187" dur="550" fill="hold"/>
                                        <p:tgtEl>
                                          <p:spTgt spid="43"/>
                                        </p:tgtEl>
                                        <p:attrNameLst>
                                          <p:attrName>ppt_x</p:attrName>
                                        </p:attrNameLst>
                                      </p:cBhvr>
                                      <p:tavLst>
                                        <p:tav tm="0">
                                          <p:val>
                                            <p:strVal val="#ppt_x"/>
                                          </p:val>
                                        </p:tav>
                                        <p:tav tm="100000">
                                          <p:val>
                                            <p:strVal val="#ppt_x"/>
                                          </p:val>
                                        </p:tav>
                                      </p:tavLst>
                                    </p:anim>
                                    <p:anim calcmode="lin" valueType="num">
                                      <p:cBhvr>
                                        <p:cTn id="188" dur="550" fill="hold"/>
                                        <p:tgtEl>
                                          <p:spTgt spid="43"/>
                                        </p:tgtEl>
                                        <p:attrNameLst>
                                          <p:attrName>ppt_y</p:attrName>
                                        </p:attrNameLst>
                                      </p:cBhvr>
                                      <p:tavLst>
                                        <p:tav tm="0">
                                          <p:val>
                                            <p:strVal val="#ppt_y+.1"/>
                                          </p:val>
                                        </p:tav>
                                        <p:tav tm="100000">
                                          <p:val>
                                            <p:strVal val="#ppt_y"/>
                                          </p:val>
                                        </p:tav>
                                      </p:tavLst>
                                    </p:anim>
                                  </p:childTnLst>
                                </p:cTn>
                              </p:par>
                              <p:par>
                                <p:cTn id="189" presetID="42" presetClass="entr" presetSubtype="0" fill="hold" nodeType="withEffect">
                                  <p:stCondLst>
                                    <p:cond delay="1470"/>
                                  </p:stCondLst>
                                  <p:childTnLst>
                                    <p:set>
                                      <p:cBhvr>
                                        <p:cTn id="190" dur="1" fill="hold">
                                          <p:stCondLst>
                                            <p:cond delay="0"/>
                                          </p:stCondLst>
                                        </p:cTn>
                                        <p:tgtEl>
                                          <p:spTgt spid="44"/>
                                        </p:tgtEl>
                                        <p:attrNameLst>
                                          <p:attrName>style.visibility</p:attrName>
                                        </p:attrNameLst>
                                      </p:cBhvr>
                                      <p:to>
                                        <p:strVal val="visible"/>
                                      </p:to>
                                    </p:set>
                                    <p:animEffect transition="in" filter="fade">
                                      <p:cBhvr>
                                        <p:cTn id="191" dur="550"/>
                                        <p:tgtEl>
                                          <p:spTgt spid="44"/>
                                        </p:tgtEl>
                                      </p:cBhvr>
                                    </p:animEffect>
                                    <p:anim calcmode="lin" valueType="num">
                                      <p:cBhvr>
                                        <p:cTn id="192" dur="550" fill="hold"/>
                                        <p:tgtEl>
                                          <p:spTgt spid="44"/>
                                        </p:tgtEl>
                                        <p:attrNameLst>
                                          <p:attrName>ppt_x</p:attrName>
                                        </p:attrNameLst>
                                      </p:cBhvr>
                                      <p:tavLst>
                                        <p:tav tm="0">
                                          <p:val>
                                            <p:strVal val="#ppt_x"/>
                                          </p:val>
                                        </p:tav>
                                        <p:tav tm="100000">
                                          <p:val>
                                            <p:strVal val="#ppt_x"/>
                                          </p:val>
                                        </p:tav>
                                      </p:tavLst>
                                    </p:anim>
                                    <p:anim calcmode="lin" valueType="num">
                                      <p:cBhvr>
                                        <p:cTn id="193" dur="550" fill="hold"/>
                                        <p:tgtEl>
                                          <p:spTgt spid="44"/>
                                        </p:tgtEl>
                                        <p:attrNameLst>
                                          <p:attrName>ppt_y</p:attrName>
                                        </p:attrNameLst>
                                      </p:cBhvr>
                                      <p:tavLst>
                                        <p:tav tm="0">
                                          <p:val>
                                            <p:strVal val="#ppt_y+.1"/>
                                          </p:val>
                                        </p:tav>
                                        <p:tav tm="100000">
                                          <p:val>
                                            <p:strVal val="#ppt_y"/>
                                          </p:val>
                                        </p:tav>
                                      </p:tavLst>
                                    </p:anim>
                                  </p:childTnLst>
                                </p:cTn>
                              </p:par>
                              <p:par>
                                <p:cTn id="194" presetID="42" presetClass="entr" presetSubtype="0" fill="hold" nodeType="withEffect">
                                  <p:stCondLst>
                                    <p:cond delay="1470"/>
                                  </p:stCondLst>
                                  <p:childTnLst>
                                    <p:set>
                                      <p:cBhvr>
                                        <p:cTn id="195" dur="1" fill="hold">
                                          <p:stCondLst>
                                            <p:cond delay="0"/>
                                          </p:stCondLst>
                                        </p:cTn>
                                        <p:tgtEl>
                                          <p:spTgt spid="45"/>
                                        </p:tgtEl>
                                        <p:attrNameLst>
                                          <p:attrName>style.visibility</p:attrName>
                                        </p:attrNameLst>
                                      </p:cBhvr>
                                      <p:to>
                                        <p:strVal val="visible"/>
                                      </p:to>
                                    </p:set>
                                    <p:animEffect transition="in" filter="fade">
                                      <p:cBhvr>
                                        <p:cTn id="196" dur="550"/>
                                        <p:tgtEl>
                                          <p:spTgt spid="45"/>
                                        </p:tgtEl>
                                      </p:cBhvr>
                                    </p:animEffect>
                                    <p:anim calcmode="lin" valueType="num">
                                      <p:cBhvr>
                                        <p:cTn id="197" dur="550" fill="hold"/>
                                        <p:tgtEl>
                                          <p:spTgt spid="45"/>
                                        </p:tgtEl>
                                        <p:attrNameLst>
                                          <p:attrName>ppt_x</p:attrName>
                                        </p:attrNameLst>
                                      </p:cBhvr>
                                      <p:tavLst>
                                        <p:tav tm="0">
                                          <p:val>
                                            <p:strVal val="#ppt_x"/>
                                          </p:val>
                                        </p:tav>
                                        <p:tav tm="100000">
                                          <p:val>
                                            <p:strVal val="#ppt_x"/>
                                          </p:val>
                                        </p:tav>
                                      </p:tavLst>
                                    </p:anim>
                                    <p:anim calcmode="lin" valueType="num">
                                      <p:cBhvr>
                                        <p:cTn id="198" dur="550" fill="hold"/>
                                        <p:tgtEl>
                                          <p:spTgt spid="45"/>
                                        </p:tgtEl>
                                        <p:attrNameLst>
                                          <p:attrName>ppt_y</p:attrName>
                                        </p:attrNameLst>
                                      </p:cBhvr>
                                      <p:tavLst>
                                        <p:tav tm="0">
                                          <p:val>
                                            <p:strVal val="#ppt_y+.1"/>
                                          </p:val>
                                        </p:tav>
                                        <p:tav tm="100000">
                                          <p:val>
                                            <p:strVal val="#ppt_y"/>
                                          </p:val>
                                        </p:tav>
                                      </p:tavLst>
                                    </p:anim>
                                  </p:childTnLst>
                                </p:cTn>
                              </p:par>
                              <p:par>
                                <p:cTn id="199" presetID="42" presetClass="entr" presetSubtype="0" fill="hold" grpId="0" nodeType="withEffect">
                                  <p:stCondLst>
                                    <p:cond delay="1470"/>
                                  </p:stCondLst>
                                  <p:childTnLst>
                                    <p:set>
                                      <p:cBhvr>
                                        <p:cTn id="200" dur="1" fill="hold">
                                          <p:stCondLst>
                                            <p:cond delay="0"/>
                                          </p:stCondLst>
                                        </p:cTn>
                                        <p:tgtEl>
                                          <p:spTgt spid="46"/>
                                        </p:tgtEl>
                                        <p:attrNameLst>
                                          <p:attrName>style.visibility</p:attrName>
                                        </p:attrNameLst>
                                      </p:cBhvr>
                                      <p:to>
                                        <p:strVal val="visible"/>
                                      </p:to>
                                    </p:set>
                                    <p:animEffect transition="in" filter="fade">
                                      <p:cBhvr>
                                        <p:cTn id="201" dur="550"/>
                                        <p:tgtEl>
                                          <p:spTgt spid="46"/>
                                        </p:tgtEl>
                                      </p:cBhvr>
                                    </p:animEffect>
                                    <p:anim calcmode="lin" valueType="num">
                                      <p:cBhvr>
                                        <p:cTn id="202" dur="550" fill="hold"/>
                                        <p:tgtEl>
                                          <p:spTgt spid="46"/>
                                        </p:tgtEl>
                                        <p:attrNameLst>
                                          <p:attrName>ppt_x</p:attrName>
                                        </p:attrNameLst>
                                      </p:cBhvr>
                                      <p:tavLst>
                                        <p:tav tm="0">
                                          <p:val>
                                            <p:strVal val="#ppt_x"/>
                                          </p:val>
                                        </p:tav>
                                        <p:tav tm="100000">
                                          <p:val>
                                            <p:strVal val="#ppt_x"/>
                                          </p:val>
                                        </p:tav>
                                      </p:tavLst>
                                    </p:anim>
                                    <p:anim calcmode="lin" valueType="num">
                                      <p:cBhvr>
                                        <p:cTn id="203" dur="550" fill="hold"/>
                                        <p:tgtEl>
                                          <p:spTgt spid="46"/>
                                        </p:tgtEl>
                                        <p:attrNameLst>
                                          <p:attrName>ppt_y</p:attrName>
                                        </p:attrNameLst>
                                      </p:cBhvr>
                                      <p:tavLst>
                                        <p:tav tm="0">
                                          <p:val>
                                            <p:strVal val="#ppt_y+.1"/>
                                          </p:val>
                                        </p:tav>
                                        <p:tav tm="100000">
                                          <p:val>
                                            <p:strVal val="#ppt_y"/>
                                          </p:val>
                                        </p:tav>
                                      </p:tavLst>
                                    </p:anim>
                                  </p:childTnLst>
                                </p:cTn>
                              </p:par>
                              <p:par>
                                <p:cTn id="204" presetID="42" presetClass="entr" presetSubtype="0" fill="hold" grpId="0" nodeType="withEffect">
                                  <p:stCondLst>
                                    <p:cond delay="1470"/>
                                  </p:stCondLst>
                                  <p:childTnLst>
                                    <p:set>
                                      <p:cBhvr>
                                        <p:cTn id="205" dur="1" fill="hold">
                                          <p:stCondLst>
                                            <p:cond delay="0"/>
                                          </p:stCondLst>
                                        </p:cTn>
                                        <p:tgtEl>
                                          <p:spTgt spid="47"/>
                                        </p:tgtEl>
                                        <p:attrNameLst>
                                          <p:attrName>style.visibility</p:attrName>
                                        </p:attrNameLst>
                                      </p:cBhvr>
                                      <p:to>
                                        <p:strVal val="visible"/>
                                      </p:to>
                                    </p:set>
                                    <p:animEffect transition="in" filter="fade">
                                      <p:cBhvr>
                                        <p:cTn id="206" dur="550"/>
                                        <p:tgtEl>
                                          <p:spTgt spid="47"/>
                                        </p:tgtEl>
                                      </p:cBhvr>
                                    </p:animEffect>
                                    <p:anim calcmode="lin" valueType="num">
                                      <p:cBhvr>
                                        <p:cTn id="207" dur="550" fill="hold"/>
                                        <p:tgtEl>
                                          <p:spTgt spid="47"/>
                                        </p:tgtEl>
                                        <p:attrNameLst>
                                          <p:attrName>ppt_x</p:attrName>
                                        </p:attrNameLst>
                                      </p:cBhvr>
                                      <p:tavLst>
                                        <p:tav tm="0">
                                          <p:val>
                                            <p:strVal val="#ppt_x"/>
                                          </p:val>
                                        </p:tav>
                                        <p:tav tm="100000">
                                          <p:val>
                                            <p:strVal val="#ppt_x"/>
                                          </p:val>
                                        </p:tav>
                                      </p:tavLst>
                                    </p:anim>
                                    <p:anim calcmode="lin" valueType="num">
                                      <p:cBhvr>
                                        <p:cTn id="208" dur="550" fill="hold"/>
                                        <p:tgtEl>
                                          <p:spTgt spid="4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P spid="25" grpId="0" animBg="1"/>
      <p:bldP spid="26" grpId="0" animBg="1"/>
      <p:bldP spid="31" grpId="0" animBg="1"/>
      <p:bldP spid="32" grpId="0" animBg="1"/>
      <p:bldP spid="36" grpId="0" animBg="1"/>
      <p:bldP spid="37" grpId="0" animBg="1"/>
      <p:bldP spid="41" grpId="0" animBg="1"/>
      <p:bldP spid="42" grpId="0" animBg="1"/>
      <p:bldP spid="46" grpId="0" animBg="1"/>
      <p:bldP spid="4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Glow" descr="assets/glow_soft.png"/>
          <p:cNvPicPr>
            <a:picLocks noChangeAspect="1"/>
          </p:cNvPicPr>
          <p:nvPr/>
        </p:nvPicPr>
        <p:blipFill>
          <a:blip r:embed="rId4"/>
          <a:stretch>
            <a:fillRect/>
          </a:stretch>
        </p:blipFill>
        <p:spPr>
          <a:xfrm>
            <a:off x="9767621" y="-371246"/>
            <a:ext cx="2743200" cy="2743200"/>
          </a:xfrm>
          <a:prstGeom prst="rect">
            <a:avLst/>
          </a:prstGeom>
        </p:spPr>
      </p:pic>
      <p:sp>
        <p:nvSpPr>
          <p:cNvPr id="3" name="Text 0"/>
          <p:cNvSpPr txBox="1"/>
          <p:nvPr/>
        </p:nvSpPr>
        <p:spPr>
          <a:xfrm>
            <a:off x="548640" y="274320"/>
            <a:ext cx="9692640" cy="256032"/>
          </a:xfrm>
          <a:prstGeom prst="rect">
            <a:avLst/>
          </a:prstGeom>
          <a:noFill/>
          <a:ln/>
        </p:spPr>
        <p:txBody>
          <a:bodyPr wrap="square" lIns="0" tIns="0" rIns="0" bIns="0" rtlCol="0" anchor="t"/>
          <a:lstStyle/>
          <a:p>
            <a:pPr marL="0" indent="0">
              <a:buNone/>
            </a:pPr>
            <a:r>
              <a:rPr lang="en-US" sz="950" i="1" dirty="0">
                <a:solidFill>
                  <a:srgbClr val="6E6A85"/>
                </a:solidFill>
                <a:latin typeface="Segoe UI" pitchFamily="34" charset="0"/>
                <a:ea typeface="Segoe UI" pitchFamily="34" charset="-122"/>
                <a:cs typeface="Segoe UI" pitchFamily="34" charset="-120"/>
              </a:rPr>
              <a:t>Mise en place d’une plateforme intelligente d’assistance au dépannage et de mise en relation avec des techniciens</a:t>
            </a:r>
            <a:endParaRPr lang="en-US" sz="950" dirty="0"/>
          </a:p>
        </p:txBody>
      </p:sp>
      <p:sp>
        <p:nvSpPr>
          <p:cNvPr id="4" name="!!Kicker"/>
          <p:cNvSpPr txBox="1"/>
          <p:nvPr/>
        </p:nvSpPr>
        <p:spPr>
          <a:xfrm>
            <a:off x="548640" y="713232"/>
            <a:ext cx="9692640" cy="274320"/>
          </a:xfrm>
          <a:prstGeom prst="rect">
            <a:avLst/>
          </a:prstGeom>
          <a:noFill/>
          <a:ln/>
        </p:spPr>
        <p:txBody>
          <a:bodyPr wrap="square" lIns="0" tIns="0" rIns="0" bIns="0" rtlCol="0" anchor="t"/>
          <a:lstStyle/>
          <a:p>
            <a:pPr marL="0" indent="0">
              <a:buNone/>
            </a:pPr>
            <a:r>
              <a:rPr lang="en-US" sz="1100" b="1" kern="0" spc="200" dirty="0">
                <a:solidFill>
                  <a:srgbClr val="5B2FD6"/>
                </a:solidFill>
                <a:latin typeface="Segoe UI" pitchFamily="34" charset="0"/>
                <a:ea typeface="Segoe UI" pitchFamily="34" charset="-122"/>
                <a:cs typeface="Segoe UI" pitchFamily="34" charset="-120"/>
              </a:rPr>
              <a:t>04 · DIAGRAMME DE CAS D’UTILISATION</a:t>
            </a:r>
            <a:endParaRPr lang="en-US" sz="1100" dirty="0"/>
          </a:p>
        </p:txBody>
      </p:sp>
      <p:sp>
        <p:nvSpPr>
          <p:cNvPr id="5" name="!!Title"/>
          <p:cNvSpPr txBox="1"/>
          <p:nvPr/>
        </p:nvSpPr>
        <p:spPr>
          <a:xfrm>
            <a:off x="548640" y="987552"/>
            <a:ext cx="9692640" cy="658368"/>
          </a:xfrm>
          <a:prstGeom prst="rect">
            <a:avLst/>
          </a:prstGeom>
          <a:noFill/>
          <a:ln/>
        </p:spPr>
        <p:txBody>
          <a:bodyPr wrap="square" lIns="0" tIns="0" rIns="0" bIns="0" rtlCol="0" anchor="ctr"/>
          <a:lstStyle/>
          <a:p>
            <a:pPr marL="0" indent="0">
              <a:buNone/>
            </a:pPr>
            <a:r>
              <a:rPr lang="en-US" sz="2800" dirty="0">
                <a:solidFill>
                  <a:srgbClr val="17132E"/>
                </a:solidFill>
                <a:latin typeface="Segoe UI Semibold" pitchFamily="34" charset="0"/>
                <a:ea typeface="Segoe UI Semibold" pitchFamily="34" charset="-122"/>
                <a:cs typeface="Segoe UI Semibold" pitchFamily="34" charset="-120"/>
              </a:rPr>
              <a:t>Ce que chaque acteur peut faire</a:t>
            </a:r>
            <a:endParaRPr lang="en-US" sz="2800" dirty="0"/>
          </a:p>
        </p:txBody>
      </p:sp>
      <p:sp>
        <p:nvSpPr>
          <p:cNvPr id="6" name="S15_A00_zoom_268"/>
          <p:cNvSpPr/>
          <p:nvPr/>
        </p:nvSpPr>
        <p:spPr>
          <a:xfrm>
            <a:off x="548640" y="1783080"/>
            <a:ext cx="4846320" cy="4434840"/>
          </a:xfrm>
          <a:prstGeom prst="roundRect">
            <a:avLst>
              <a:gd name="adj" fmla="val 2887"/>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pic>
        <p:nvPicPr>
          <p:cNvPr id="7" name="S15_A00_zoom_269" descr="assets/usecase.png"/>
          <p:cNvPicPr>
            <a:picLocks noChangeAspect="1"/>
          </p:cNvPicPr>
          <p:nvPr/>
        </p:nvPicPr>
        <p:blipFill>
          <a:blip r:embed="rId5"/>
          <a:stretch>
            <a:fillRect/>
          </a:stretch>
        </p:blipFill>
        <p:spPr>
          <a:xfrm>
            <a:off x="932688" y="1856232"/>
            <a:ext cx="4078224" cy="4288536"/>
          </a:xfrm>
          <a:prstGeom prst="rect">
            <a:avLst/>
          </a:prstGeom>
        </p:spPr>
      </p:pic>
      <p:sp>
        <p:nvSpPr>
          <p:cNvPr id="8" name="S15_A01_fly_270"/>
          <p:cNvSpPr/>
          <p:nvPr/>
        </p:nvSpPr>
        <p:spPr>
          <a:xfrm>
            <a:off x="5669280" y="1783080"/>
            <a:ext cx="5971032" cy="1005840"/>
          </a:xfrm>
          <a:prstGeom prst="roundRect">
            <a:avLst>
              <a:gd name="adj" fmla="val 14545"/>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9" name="S15_A01_fly_271"/>
          <p:cNvSpPr/>
          <p:nvPr/>
        </p:nvSpPr>
        <p:spPr>
          <a:xfrm>
            <a:off x="5870448" y="2084832"/>
            <a:ext cx="1600200" cy="402336"/>
          </a:xfrm>
          <a:prstGeom prst="roundRect">
            <a:avLst>
              <a:gd name="adj" fmla="val 50000"/>
            </a:avLst>
          </a:prstGeom>
          <a:solidFill>
            <a:srgbClr val="EEE9FD"/>
          </a:solidFill>
          <a:ln w="9525">
            <a:solidFill>
              <a:srgbClr val="7C5CFF">
                <a:alpha val="50000"/>
              </a:srgbClr>
            </a:solidFill>
            <a:prstDash val="solid"/>
          </a:ln>
        </p:spPr>
      </p:sp>
      <p:sp>
        <p:nvSpPr>
          <p:cNvPr id="10" name="S15_A01_fly_272"/>
          <p:cNvSpPr txBox="1"/>
          <p:nvPr/>
        </p:nvSpPr>
        <p:spPr>
          <a:xfrm>
            <a:off x="5870448" y="2084832"/>
            <a:ext cx="1600200" cy="402336"/>
          </a:xfrm>
          <a:prstGeom prst="rect">
            <a:avLst/>
          </a:prstGeom>
          <a:noFill/>
          <a:ln/>
        </p:spPr>
        <p:txBody>
          <a:bodyPr wrap="square" lIns="0" tIns="0" rIns="0" bIns="0" rtlCol="0" anchor="ctr"/>
          <a:lstStyle/>
          <a:p>
            <a:pPr marL="0" indent="0" algn="ctr">
              <a:buNone/>
            </a:pPr>
            <a:r>
              <a:rPr lang="en-US" sz="1100" b="1" dirty="0">
                <a:solidFill>
                  <a:srgbClr val="17132E"/>
                </a:solidFill>
                <a:latin typeface="Segoe UI" pitchFamily="34" charset="0"/>
                <a:ea typeface="Segoe UI" pitchFamily="34" charset="-122"/>
                <a:cs typeface="Segoe UI" pitchFamily="34" charset="-120"/>
              </a:rPr>
              <a:t>Client</a:t>
            </a:r>
            <a:endParaRPr lang="en-US" sz="1100" dirty="0"/>
          </a:p>
        </p:txBody>
      </p:sp>
      <p:sp>
        <p:nvSpPr>
          <p:cNvPr id="11" name="S15_A01_fly_273"/>
          <p:cNvSpPr txBox="1"/>
          <p:nvPr/>
        </p:nvSpPr>
        <p:spPr>
          <a:xfrm>
            <a:off x="7680960" y="1874520"/>
            <a:ext cx="3794760" cy="822960"/>
          </a:xfrm>
          <a:prstGeom prst="rect">
            <a:avLst/>
          </a:prstGeom>
          <a:noFill/>
          <a:ln/>
        </p:spPr>
        <p:txBody>
          <a:bodyPr wrap="square" lIns="0" tIns="0" rIns="0" bIns="0" rtlCol="0" anchor="ctr"/>
          <a:lstStyle/>
          <a:p>
            <a:pPr marL="0" indent="0">
              <a:buNone/>
            </a:pPr>
            <a:r>
              <a:rPr lang="en-US" sz="1150" dirty="0">
                <a:solidFill>
                  <a:srgbClr val="3E3A56"/>
                </a:solidFill>
                <a:latin typeface="Segoe UI" pitchFamily="34" charset="0"/>
                <a:ea typeface="Segoe UI" pitchFamily="34" charset="-122"/>
                <a:cs typeface="Segoe UI" pitchFamily="34" charset="-120"/>
              </a:rPr>
              <a:t>Soumettre une demande · Trouver un technicien · Gérer ses missions</a:t>
            </a:r>
            <a:endParaRPr lang="en-US" sz="1150" dirty="0"/>
          </a:p>
        </p:txBody>
      </p:sp>
      <p:sp>
        <p:nvSpPr>
          <p:cNvPr id="12" name="S15_A02_fly_274"/>
          <p:cNvSpPr/>
          <p:nvPr/>
        </p:nvSpPr>
        <p:spPr>
          <a:xfrm>
            <a:off x="5669280" y="2907792"/>
            <a:ext cx="5971032" cy="1005840"/>
          </a:xfrm>
          <a:prstGeom prst="roundRect">
            <a:avLst>
              <a:gd name="adj" fmla="val 14545"/>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13" name="S15_A02_fly_275"/>
          <p:cNvSpPr/>
          <p:nvPr/>
        </p:nvSpPr>
        <p:spPr>
          <a:xfrm>
            <a:off x="5870448" y="3209544"/>
            <a:ext cx="1600200" cy="402336"/>
          </a:xfrm>
          <a:prstGeom prst="roundRect">
            <a:avLst>
              <a:gd name="adj" fmla="val 50000"/>
            </a:avLst>
          </a:prstGeom>
          <a:solidFill>
            <a:srgbClr val="EEE9FD"/>
          </a:solidFill>
          <a:ln w="9525">
            <a:solidFill>
              <a:srgbClr val="7C5CFF">
                <a:alpha val="50000"/>
              </a:srgbClr>
            </a:solidFill>
            <a:prstDash val="solid"/>
          </a:ln>
        </p:spPr>
      </p:sp>
      <p:sp>
        <p:nvSpPr>
          <p:cNvPr id="14" name="S15_A02_fly_276"/>
          <p:cNvSpPr txBox="1"/>
          <p:nvPr/>
        </p:nvSpPr>
        <p:spPr>
          <a:xfrm>
            <a:off x="5870448" y="3209544"/>
            <a:ext cx="1600200" cy="402336"/>
          </a:xfrm>
          <a:prstGeom prst="rect">
            <a:avLst/>
          </a:prstGeom>
          <a:noFill/>
          <a:ln/>
        </p:spPr>
        <p:txBody>
          <a:bodyPr wrap="square" lIns="0" tIns="0" rIns="0" bIns="0" rtlCol="0" anchor="ctr"/>
          <a:lstStyle/>
          <a:p>
            <a:pPr marL="0" indent="0" algn="ctr">
              <a:buNone/>
            </a:pPr>
            <a:r>
              <a:rPr lang="en-US" sz="1100" b="1" dirty="0">
                <a:solidFill>
                  <a:srgbClr val="17132E"/>
                </a:solidFill>
                <a:latin typeface="Segoe UI" pitchFamily="34" charset="0"/>
                <a:ea typeface="Segoe UI" pitchFamily="34" charset="-122"/>
                <a:cs typeface="Segoe UI" pitchFamily="34" charset="-120"/>
              </a:rPr>
              <a:t>Technicien</a:t>
            </a:r>
            <a:endParaRPr lang="en-US" sz="1100" dirty="0"/>
          </a:p>
        </p:txBody>
      </p:sp>
      <p:sp>
        <p:nvSpPr>
          <p:cNvPr id="15" name="S15_A02_fly_277"/>
          <p:cNvSpPr txBox="1"/>
          <p:nvPr/>
        </p:nvSpPr>
        <p:spPr>
          <a:xfrm>
            <a:off x="7680960" y="2999232"/>
            <a:ext cx="3794760" cy="822960"/>
          </a:xfrm>
          <a:prstGeom prst="rect">
            <a:avLst/>
          </a:prstGeom>
          <a:noFill/>
          <a:ln/>
        </p:spPr>
        <p:txBody>
          <a:bodyPr wrap="square" lIns="0" tIns="0" rIns="0" bIns="0" rtlCol="0" anchor="ctr"/>
          <a:lstStyle/>
          <a:p>
            <a:pPr marL="0" indent="0">
              <a:buNone/>
            </a:pPr>
            <a:r>
              <a:rPr lang="en-US" sz="1150" dirty="0">
                <a:solidFill>
                  <a:srgbClr val="3E3A56"/>
                </a:solidFill>
                <a:latin typeface="Segoe UI" pitchFamily="34" charset="0"/>
                <a:ea typeface="Segoe UI" pitchFamily="34" charset="-122"/>
                <a:cs typeface="Segoe UI" pitchFamily="34" charset="-120"/>
              </a:rPr>
              <a:t>Gérer ses missions attribuées · S’abonner · Effectuer un paiement</a:t>
            </a:r>
            <a:endParaRPr lang="en-US" sz="1150" dirty="0"/>
          </a:p>
        </p:txBody>
      </p:sp>
      <p:sp>
        <p:nvSpPr>
          <p:cNvPr id="16" name="S15_A03_fly_278"/>
          <p:cNvSpPr/>
          <p:nvPr/>
        </p:nvSpPr>
        <p:spPr>
          <a:xfrm>
            <a:off x="5669280" y="4032504"/>
            <a:ext cx="5971032" cy="1005840"/>
          </a:xfrm>
          <a:prstGeom prst="roundRect">
            <a:avLst>
              <a:gd name="adj" fmla="val 14545"/>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17" name="S15_A03_fly_279"/>
          <p:cNvSpPr/>
          <p:nvPr/>
        </p:nvSpPr>
        <p:spPr>
          <a:xfrm>
            <a:off x="5870448" y="4334256"/>
            <a:ext cx="1600200" cy="402336"/>
          </a:xfrm>
          <a:prstGeom prst="roundRect">
            <a:avLst>
              <a:gd name="adj" fmla="val 50000"/>
            </a:avLst>
          </a:prstGeom>
          <a:solidFill>
            <a:srgbClr val="EEE9FD"/>
          </a:solidFill>
          <a:ln w="9525">
            <a:solidFill>
              <a:srgbClr val="7C5CFF">
                <a:alpha val="50000"/>
              </a:srgbClr>
            </a:solidFill>
            <a:prstDash val="solid"/>
          </a:ln>
        </p:spPr>
      </p:sp>
      <p:sp>
        <p:nvSpPr>
          <p:cNvPr id="18" name="S15_A03_fly_280"/>
          <p:cNvSpPr txBox="1"/>
          <p:nvPr/>
        </p:nvSpPr>
        <p:spPr>
          <a:xfrm>
            <a:off x="5870448" y="4334256"/>
            <a:ext cx="1600200" cy="402336"/>
          </a:xfrm>
          <a:prstGeom prst="rect">
            <a:avLst/>
          </a:prstGeom>
          <a:noFill/>
          <a:ln/>
        </p:spPr>
        <p:txBody>
          <a:bodyPr wrap="square" lIns="0" tIns="0" rIns="0" bIns="0" rtlCol="0" anchor="ctr"/>
          <a:lstStyle/>
          <a:p>
            <a:pPr marL="0" indent="0" algn="ctr">
              <a:buNone/>
            </a:pPr>
            <a:r>
              <a:rPr lang="en-US" sz="1100" b="1" dirty="0">
                <a:solidFill>
                  <a:srgbClr val="17132E"/>
                </a:solidFill>
                <a:latin typeface="Segoe UI" pitchFamily="34" charset="0"/>
                <a:ea typeface="Segoe UI" pitchFamily="34" charset="-122"/>
                <a:cs typeface="Segoe UI" pitchFamily="34" charset="-120"/>
              </a:rPr>
              <a:t>Administrateur</a:t>
            </a:r>
            <a:endParaRPr lang="en-US" sz="1100" dirty="0"/>
          </a:p>
        </p:txBody>
      </p:sp>
      <p:sp>
        <p:nvSpPr>
          <p:cNvPr id="19" name="S15_A03_fly_281"/>
          <p:cNvSpPr txBox="1"/>
          <p:nvPr/>
        </p:nvSpPr>
        <p:spPr>
          <a:xfrm>
            <a:off x="7680960" y="4123944"/>
            <a:ext cx="3794760" cy="822960"/>
          </a:xfrm>
          <a:prstGeom prst="rect">
            <a:avLst/>
          </a:prstGeom>
          <a:noFill/>
          <a:ln/>
        </p:spPr>
        <p:txBody>
          <a:bodyPr wrap="square" lIns="0" tIns="0" rIns="0" bIns="0" rtlCol="0" anchor="ctr"/>
          <a:lstStyle/>
          <a:p>
            <a:pPr marL="0" indent="0">
              <a:buNone/>
            </a:pPr>
            <a:r>
              <a:rPr lang="en-US" sz="1150" dirty="0">
                <a:solidFill>
                  <a:srgbClr val="3E3A56"/>
                </a:solidFill>
                <a:latin typeface="Segoe UI" pitchFamily="34" charset="0"/>
                <a:ea typeface="Segoe UI" pitchFamily="34" charset="-122"/>
                <a:cs typeface="Segoe UI" pitchFamily="34" charset="-120"/>
              </a:rPr>
              <a:t>Gérer les utilisateurs · Gérer les litiges · Contacter les utilisateurs</a:t>
            </a:r>
            <a:endParaRPr lang="en-US" sz="1150" dirty="0"/>
          </a:p>
        </p:txBody>
      </p:sp>
      <p:sp>
        <p:nvSpPr>
          <p:cNvPr id="20" name="S15_A04_fly_282"/>
          <p:cNvSpPr/>
          <p:nvPr/>
        </p:nvSpPr>
        <p:spPr>
          <a:xfrm>
            <a:off x="5669280" y="5157216"/>
            <a:ext cx="5971032" cy="1005840"/>
          </a:xfrm>
          <a:prstGeom prst="roundRect">
            <a:avLst>
              <a:gd name="adj" fmla="val 14545"/>
            </a:avLst>
          </a:prstGeom>
          <a:solidFill>
            <a:srgbClr val="F3EFFF"/>
          </a:solidFill>
          <a:ln w="12700">
            <a:solidFill>
              <a:srgbClr val="C9B8FF"/>
            </a:solidFill>
            <a:prstDash val="solid"/>
          </a:ln>
        </p:spPr>
      </p:sp>
      <p:sp>
        <p:nvSpPr>
          <p:cNvPr id="21" name="S15_A04_fly_283"/>
          <p:cNvSpPr/>
          <p:nvPr/>
        </p:nvSpPr>
        <p:spPr>
          <a:xfrm>
            <a:off x="5870448" y="5458968"/>
            <a:ext cx="1600200" cy="402336"/>
          </a:xfrm>
          <a:prstGeom prst="roundRect">
            <a:avLst>
              <a:gd name="adj" fmla="val 50000"/>
            </a:avLst>
          </a:prstGeom>
          <a:solidFill>
            <a:srgbClr val="9BE15D"/>
          </a:solidFill>
          <a:ln w="9525">
            <a:solidFill>
              <a:srgbClr val="7C5CFF">
                <a:alpha val="50000"/>
              </a:srgbClr>
            </a:solidFill>
            <a:prstDash val="solid"/>
          </a:ln>
        </p:spPr>
      </p:sp>
      <p:sp>
        <p:nvSpPr>
          <p:cNvPr id="22" name="S15_A04_fly_284"/>
          <p:cNvSpPr txBox="1"/>
          <p:nvPr/>
        </p:nvSpPr>
        <p:spPr>
          <a:xfrm>
            <a:off x="5870448" y="5458968"/>
            <a:ext cx="1600200" cy="402336"/>
          </a:xfrm>
          <a:prstGeom prst="rect">
            <a:avLst/>
          </a:prstGeom>
          <a:noFill/>
          <a:ln/>
        </p:spPr>
        <p:txBody>
          <a:bodyPr wrap="square" lIns="0" tIns="0" rIns="0" bIns="0" rtlCol="0" anchor="ctr"/>
          <a:lstStyle/>
          <a:p>
            <a:pPr marL="0" indent="0" algn="ctr">
              <a:buNone/>
            </a:pPr>
            <a:r>
              <a:rPr lang="en-US" sz="1100" b="1" dirty="0">
                <a:solidFill>
                  <a:srgbClr val="17132E"/>
                </a:solidFill>
                <a:latin typeface="Segoe UI" pitchFamily="34" charset="0"/>
                <a:ea typeface="Segoe UI" pitchFamily="34" charset="-122"/>
                <a:cs typeface="Segoe UI" pitchFamily="34" charset="-120"/>
              </a:rPr>
              <a:t>Tout utilisateur</a:t>
            </a:r>
            <a:endParaRPr lang="en-US" sz="1100" dirty="0"/>
          </a:p>
        </p:txBody>
      </p:sp>
      <p:sp>
        <p:nvSpPr>
          <p:cNvPr id="23" name="S15_A04_fly_285"/>
          <p:cNvSpPr txBox="1"/>
          <p:nvPr/>
        </p:nvSpPr>
        <p:spPr>
          <a:xfrm>
            <a:off x="7680960" y="5248656"/>
            <a:ext cx="3794760" cy="822960"/>
          </a:xfrm>
          <a:prstGeom prst="rect">
            <a:avLst/>
          </a:prstGeom>
          <a:noFill/>
          <a:ln/>
        </p:spPr>
        <p:txBody>
          <a:bodyPr wrap="square" lIns="0" tIns="0" rIns="0" bIns="0" rtlCol="0" anchor="ctr"/>
          <a:lstStyle/>
          <a:p>
            <a:pPr marL="0" indent="0">
              <a:buNone/>
            </a:pPr>
            <a:r>
              <a:rPr lang="en-US" sz="1150" dirty="0">
                <a:solidFill>
                  <a:srgbClr val="3E3A56"/>
                </a:solidFill>
                <a:latin typeface="Segoe UI" pitchFamily="34" charset="0"/>
                <a:ea typeface="Segoe UI" pitchFamily="34" charset="-122"/>
                <a:cs typeface="Segoe UI" pitchFamily="34" charset="-120"/>
              </a:rPr>
              <a:t>S’authentifier · Contacter (message, appel) · Signaler un litige · Notifications · Historique de paiement</a:t>
            </a:r>
            <a:endParaRPr lang="en-US" sz="1150" dirty="0"/>
          </a:p>
        </p:txBody>
      </p:sp>
      <p:sp>
        <p:nvSpPr>
          <p:cNvPr id="24" name="!!NavPill"/>
          <p:cNvSpPr/>
          <p:nvPr/>
        </p:nvSpPr>
        <p:spPr>
          <a:xfrm>
            <a:off x="4059936" y="6382512"/>
            <a:ext cx="1097280" cy="274320"/>
          </a:xfrm>
          <a:prstGeom prst="roundRect">
            <a:avLst>
              <a:gd name="adj" fmla="val 50000"/>
            </a:avLst>
          </a:prstGeom>
          <a:solidFill>
            <a:srgbClr val="5B2FD6"/>
          </a:solidFill>
          <a:ln w="9525">
            <a:solidFill>
              <a:srgbClr val="7C5CFF"/>
            </a:solidFill>
            <a:prstDash val="solid"/>
          </a:ln>
        </p:spPr>
      </p:sp>
      <p:sp>
        <p:nvSpPr>
          <p:cNvPr id="25" name="Text 21"/>
          <p:cNvSpPr txBox="1"/>
          <p:nvPr/>
        </p:nvSpPr>
        <p:spPr>
          <a:xfrm>
            <a:off x="54864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Introduction</a:t>
            </a:r>
            <a:endParaRPr lang="en-US" sz="900" dirty="0"/>
          </a:p>
        </p:txBody>
      </p:sp>
      <p:sp>
        <p:nvSpPr>
          <p:cNvPr id="26" name="Text 22"/>
          <p:cNvSpPr txBox="1"/>
          <p:nvPr/>
        </p:nvSpPr>
        <p:spPr>
          <a:xfrm>
            <a:off x="1719072"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Entreprise</a:t>
            </a:r>
            <a:endParaRPr lang="en-US" sz="900" dirty="0"/>
          </a:p>
        </p:txBody>
      </p:sp>
      <p:sp>
        <p:nvSpPr>
          <p:cNvPr id="27" name="Text 23"/>
          <p:cNvSpPr txBox="1"/>
          <p:nvPr/>
        </p:nvSpPr>
        <p:spPr>
          <a:xfrm>
            <a:off x="2889504"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Contexte</a:t>
            </a:r>
            <a:endParaRPr lang="en-US" sz="900" dirty="0"/>
          </a:p>
        </p:txBody>
      </p:sp>
      <p:sp>
        <p:nvSpPr>
          <p:cNvPr id="28" name="Text 24"/>
          <p:cNvSpPr txBox="1"/>
          <p:nvPr/>
        </p:nvSpPr>
        <p:spPr>
          <a:xfrm>
            <a:off x="4059936" y="6382512"/>
            <a:ext cx="10972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Segoe UI" pitchFamily="34" charset="0"/>
                <a:ea typeface="Segoe UI" pitchFamily="34" charset="-122"/>
                <a:cs typeface="Segoe UI" pitchFamily="34" charset="-120"/>
              </a:rPr>
              <a:t>Méthodologie</a:t>
            </a:r>
            <a:endParaRPr lang="en-US" sz="900" dirty="0"/>
          </a:p>
        </p:txBody>
      </p:sp>
      <p:sp>
        <p:nvSpPr>
          <p:cNvPr id="29" name="Text 25"/>
          <p:cNvSpPr txBox="1"/>
          <p:nvPr/>
        </p:nvSpPr>
        <p:spPr>
          <a:xfrm>
            <a:off x="5230368"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Résultats</a:t>
            </a:r>
            <a:endParaRPr lang="en-US" sz="900" dirty="0"/>
          </a:p>
        </p:txBody>
      </p:sp>
      <p:sp>
        <p:nvSpPr>
          <p:cNvPr id="30" name="Text 26"/>
          <p:cNvSpPr txBox="1"/>
          <p:nvPr/>
        </p:nvSpPr>
        <p:spPr>
          <a:xfrm>
            <a:off x="640080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Conclusion</a:t>
            </a:r>
            <a:endParaRPr lang="en-US" sz="900" dirty="0"/>
          </a:p>
        </p:txBody>
      </p:sp>
      <p:sp>
        <p:nvSpPr>
          <p:cNvPr id="31" name="Text 27"/>
          <p:cNvSpPr txBox="1"/>
          <p:nvPr/>
        </p:nvSpPr>
        <p:spPr>
          <a:xfrm>
            <a:off x="8412480" y="6382512"/>
            <a:ext cx="3227832" cy="274320"/>
          </a:xfrm>
          <a:prstGeom prst="rect">
            <a:avLst/>
          </a:prstGeom>
          <a:noFill/>
          <a:ln/>
        </p:spPr>
        <p:txBody>
          <a:bodyPr wrap="square" lIns="0" tIns="0" rIns="0" bIns="0" rtlCol="0" anchor="ctr"/>
          <a:lstStyle/>
          <a:p>
            <a:pPr marL="0" indent="0" algn="r">
              <a:buNone/>
            </a:pPr>
            <a:r>
              <a:rPr lang="en-US" sz="900" dirty="0">
                <a:solidFill>
                  <a:srgbClr val="6E6A85"/>
                </a:solidFill>
                <a:latin typeface="Segoe UI" pitchFamily="34" charset="0"/>
                <a:ea typeface="Segoe UI" pitchFamily="34" charset="-122"/>
                <a:cs typeface="Segoe UI" pitchFamily="34" charset="-120"/>
              </a:rPr>
              <a:t>FEUNOU FOSSO Otniel</a:t>
            </a:r>
            <a:r>
              <a:rPr lang="en-US" sz="900" b="1" dirty="0">
                <a:solidFill>
                  <a:srgbClr val="5B2FD6"/>
                </a:solidFill>
                <a:latin typeface="Segoe UI" pitchFamily="34" charset="0"/>
                <a:ea typeface="Segoe UI" pitchFamily="34" charset="-122"/>
                <a:cs typeface="Segoe UI" pitchFamily="34" charset="-120"/>
              </a:rPr>
              <a:t>   15</a:t>
            </a:r>
            <a:endParaRPr lang="en-US" sz="900" dirty="0"/>
          </a:p>
        </p:txBody>
      </p:sp>
      <mc:AlternateContent xmlns:mc="http://schemas.openxmlformats.org/markup-compatibility/2006">
        <mc:Choice xmlns:am3d="http://schemas.microsoft.com/office/drawing/2017/model3d" Requires="am3d">
          <p:graphicFrame>
            <p:nvGraphicFramePr>
              <p:cNvPr id="32" name="!!GearBig" descr="Engrenage 3D animé">
                <a:extLst>
                  <a:ext uri="{FF2B5EF4-FFF2-40B4-BE49-F238E27FC236}">
                    <a16:creationId xmlns:a16="http://schemas.microsoft.com/office/drawing/2014/main" id="{116EB535-0AA0-46C4-9E5C-3B98B9F3E51C}"/>
                  </a:ext>
                </a:extLst>
              </p:cNvPr>
              <p:cNvGraphicFramePr>
                <a:graphicFrameLocks/>
              </p:cNvGraphicFramePr>
              <p:nvPr>
                <p:extLst>
                  <p:ext uri="{D42A27DB-BD31-4B8C-83A1-F6EECF244321}">
                    <p14:modId xmlns:p14="http://schemas.microsoft.com/office/powerpoint/2010/main" val="1742706098"/>
                  </p:ext>
                </p:extLst>
              </p:nvPr>
            </p:nvGraphicFramePr>
            <p:xfrm>
              <a:off x="10195560" y="320040"/>
              <a:ext cx="1097280" cy="1097280"/>
            </p:xfrm>
            <a:graphic>
              <a:graphicData uri="http://schemas.microsoft.com/office/drawing/2017/model3d">
                <am3d:model3d r:embed="rId6" r:link="rId7">
                  <am3d:spPr>
                    <a:xfrm>
                      <a:off x="0" y="0"/>
                      <a:ext cx="1097280" cy="1097280"/>
                    </a:xfrm>
                    <a:prstGeom prst="rect">
                      <a:avLst/>
                    </a:prstGeom>
                  </am3d:spPr>
                  <am3d:camera>
                    <am3d:pos x="0" y="158400000" z="158400000"/>
                    <am3d:up dx="0" dy="36000000" dz="0"/>
                    <am3d:lookAt x="0" y="0" z="0"/>
                    <am3d:perspective fov="660000"/>
                  </am3d:camera>
                  <am3d:trans>
                    <am3d:meterPerModelUnit n="404766" d="1000000"/>
                    <am3d:preTrans dx="0" dy="0" dz="0"/>
                    <am3d:scale>
                      <am3d:sx n="1000000" d="1000000"/>
                      <am3d:sy n="1000000" d="1000000"/>
                      <am3d:sz n="1000000" d="1000000"/>
                    </am3d:scale>
                    <am3d:rot ay="3600000"/>
                    <am3d:postTrans dx="0" dy="0" dz="0"/>
                  </am3d:trans>
                  <am3d:raster rName="Office3DRenderer" rVer="16.0.8326">
                    <am3d:blip r:embed="rId8"/>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2" name="!!GearBig" descr="Engrenage 3D animé">
                <a:extLst>
                  <a:ext uri="{FF2B5EF4-FFF2-40B4-BE49-F238E27FC236}">
                    <a16:creationId xmlns:a16="http://schemas.microsoft.com/office/drawing/2014/main" id="{116EB535-0AA0-46C4-9E5C-3B98B9F3E51C}"/>
                  </a:ext>
                </a:extLst>
              </p:cNvPr>
              <p:cNvPicPr>
                <a:picLocks noGrp="1" noRot="1" noChangeAspect="1" noMove="1" noResize="1" noEditPoints="1" noAdjustHandles="1" noChangeArrowheads="1" noChangeShapeType="1" noCrop="1"/>
              </p:cNvPicPr>
              <p:nvPr/>
            </p:nvPicPr>
            <p:blipFill>
              <a:blip r:embed="rId8"/>
              <a:stretch>
                <a:fillRect/>
              </a:stretch>
            </p:blipFill>
            <p:spPr>
              <a:xfrm>
                <a:off x="10195560" y="320040"/>
                <a:ext cx="1097280" cy="109728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33" name="!!GearSmall" descr="Engrenage 3D animé">
                <a:extLst>
                  <a:ext uri="{FF2B5EF4-FFF2-40B4-BE49-F238E27FC236}">
                    <a16:creationId xmlns:a16="http://schemas.microsoft.com/office/drawing/2014/main" id="{94916D85-E5BF-458D-8AF0-7CC3E3DF83B7}"/>
                  </a:ext>
                </a:extLst>
              </p:cNvPr>
              <p:cNvGraphicFramePr>
                <a:graphicFrameLocks/>
              </p:cNvGraphicFramePr>
              <p:nvPr>
                <p:extLst>
                  <p:ext uri="{D42A27DB-BD31-4B8C-83A1-F6EECF244321}">
                    <p14:modId xmlns:p14="http://schemas.microsoft.com/office/powerpoint/2010/main" val="4096243495"/>
                  </p:ext>
                </p:extLst>
              </p:nvPr>
            </p:nvGraphicFramePr>
            <p:xfrm>
              <a:off x="11150194" y="742493"/>
              <a:ext cx="779069" cy="779069"/>
            </p:xfrm>
            <a:graphic>
              <a:graphicData uri="http://schemas.microsoft.com/office/drawing/2017/model3d">
                <am3d:model3d r:embed="rId9" r:link="rId10">
                  <am3d:spPr>
                    <a:xfrm>
                      <a:off x="0" y="0"/>
                      <a:ext cx="779069" cy="779069"/>
                    </a:xfrm>
                    <a:prstGeom prst="rect">
                      <a:avLst/>
                    </a:prstGeom>
                  </am3d:spPr>
                  <am3d:camera>
                    <am3d:pos x="0" y="158400000" z="158400000"/>
                    <am3d:up dx="0" dy="36000000" dz="0"/>
                    <am3d:lookAt x="0" y="0" z="0"/>
                    <am3d:perspective fov="660000"/>
                  </am3d:camera>
                  <am3d:trans>
                    <am3d:meterPerModelUnit n="573084" d="1000000"/>
                    <am3d:preTrans dx="0" dy="0" dz="0"/>
                    <am3d:scale>
                      <am3d:sx n="1000000" d="1000000"/>
                      <am3d:sy n="1000000" d="1000000"/>
                      <am3d:sz n="1000000" d="1000000"/>
                    </am3d:scale>
                    <am3d:rot ay="16200000"/>
                    <am3d:postTrans dx="0" dy="0" dz="0"/>
                  </am3d:trans>
                  <am3d:raster rName="Office3DRenderer" rVer="16.0.8326">
                    <am3d:blip r:embed="rId11"/>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3" name="!!GearSmall" descr="Engrenage 3D animé">
                <a:extLst>
                  <a:ext uri="{FF2B5EF4-FFF2-40B4-BE49-F238E27FC236}">
                    <a16:creationId xmlns:a16="http://schemas.microsoft.com/office/drawing/2014/main" id="{94916D85-E5BF-458D-8AF0-7CC3E3DF83B7}"/>
                  </a:ext>
                </a:extLst>
              </p:cNvPr>
              <p:cNvPicPr>
                <a:picLocks noGrp="1" noRot="1" noChangeAspect="1" noMove="1" noResize="1" noEditPoints="1" noAdjustHandles="1" noChangeArrowheads="1" noChangeShapeType="1" noCrop="1"/>
              </p:cNvPicPr>
              <p:nvPr/>
            </p:nvPicPr>
            <p:blipFill>
              <a:blip r:embed="rId11"/>
              <a:stretch>
                <a:fillRect/>
              </a:stretch>
            </p:blipFill>
            <p:spPr>
              <a:xfrm>
                <a:off x="11150194" y="742493"/>
                <a:ext cx="779069" cy="779069"/>
              </a:xfrm>
              <a:prstGeom prst="rect">
                <a:avLst/>
              </a:prstGeom>
            </p:spPr>
          </p:pic>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mph" presetSubtype="128" repeatCount="indefinite" fill="hold" nodeType="withEffect">
                                  <p:stCondLst>
                                    <p:cond delay="0"/>
                                  </p:stCondLst>
                                  <p:childTnLst>
                                    <p:animRot by="21600000">
                                      <p:cBhvr>
                                        <p:cTn id="6" dur="16000" fill="hold"/>
                                        <p:tgtEl>
                                          <p:spTgt spid="32"/>
                                        </p:tgtEl>
                                        <p:attrNameLst>
                                          <p:attrName>3d.view.rotation.y</p:attrName>
                                        </p:attrNameLst>
                                      </p:cBhvr>
                                    </p:animRot>
                                  </p:childTnLst>
                                </p:cTn>
                              </p:par>
                              <p:par>
                                <p:cTn id="7" presetID="37" presetClass="emph" presetSubtype="128" repeatCount="indefinite" fill="hold" nodeType="withEffect">
                                  <p:stCondLst>
                                    <p:cond delay="0"/>
                                  </p:stCondLst>
                                  <p:childTnLst>
                                    <p:animRot by="-21600000">
                                      <p:cBhvr>
                                        <p:cTn id="8" dur="10667" fill="hold"/>
                                        <p:tgtEl>
                                          <p:spTgt spid="33"/>
                                        </p:tgtEl>
                                        <p:attrNameLst>
                                          <p:attrName>3d.view.rotation.y</p:attrName>
                                        </p:attrNameLst>
                                      </p:cBhvr>
                                    </p:animRot>
                                  </p:childTnLst>
                                </p:cTn>
                              </p:par>
                              <p:par>
                                <p:cTn id="9" presetID="53" presetClass="entr" presetSubtype="16" fill="hold" nodeType="withEffect">
                                  <p:stCondLst>
                                    <p:cond delay="350"/>
                                  </p:stCondLst>
                                  <p:childTnLst>
                                    <p:set>
                                      <p:cBhvr>
                                        <p:cTn id="10" dur="1" fill="hold">
                                          <p:stCondLst>
                                            <p:cond delay="0"/>
                                          </p:stCondLst>
                                        </p:cTn>
                                        <p:tgtEl>
                                          <p:spTgt spid="6"/>
                                        </p:tgtEl>
                                        <p:attrNameLst>
                                          <p:attrName>style.visibility</p:attrName>
                                        </p:attrNameLst>
                                      </p:cBhvr>
                                      <p:to>
                                        <p:strVal val="visible"/>
                                      </p:to>
                                    </p:set>
                                    <p:anim calcmode="lin" valueType="num">
                                      <p:cBhvr>
                                        <p:cTn id="11" dur="550" fill="hold"/>
                                        <p:tgtEl>
                                          <p:spTgt spid="6"/>
                                        </p:tgtEl>
                                        <p:attrNameLst>
                                          <p:attrName>ppt_w</p:attrName>
                                        </p:attrNameLst>
                                      </p:cBhvr>
                                      <p:tavLst>
                                        <p:tav tm="0">
                                          <p:val>
                                            <p:fltVal val="0"/>
                                          </p:val>
                                        </p:tav>
                                        <p:tav tm="100000">
                                          <p:val>
                                            <p:strVal val="#ppt_w"/>
                                          </p:val>
                                        </p:tav>
                                      </p:tavLst>
                                    </p:anim>
                                    <p:anim calcmode="lin" valueType="num">
                                      <p:cBhvr>
                                        <p:cTn id="12" dur="550" fill="hold"/>
                                        <p:tgtEl>
                                          <p:spTgt spid="6"/>
                                        </p:tgtEl>
                                        <p:attrNameLst>
                                          <p:attrName>ppt_h</p:attrName>
                                        </p:attrNameLst>
                                      </p:cBhvr>
                                      <p:tavLst>
                                        <p:tav tm="0">
                                          <p:val>
                                            <p:fltVal val="0"/>
                                          </p:val>
                                        </p:tav>
                                        <p:tav tm="100000">
                                          <p:val>
                                            <p:strVal val="#ppt_h"/>
                                          </p:val>
                                        </p:tav>
                                      </p:tavLst>
                                    </p:anim>
                                    <p:animEffect transition="in" filter="fade">
                                      <p:cBhvr>
                                        <p:cTn id="13" dur="550"/>
                                        <p:tgtEl>
                                          <p:spTgt spid="6"/>
                                        </p:tgtEl>
                                      </p:cBhvr>
                                    </p:animEffect>
                                  </p:childTnLst>
                                </p:cTn>
                              </p:par>
                              <p:par>
                                <p:cTn id="14" presetID="53" presetClass="entr" presetSubtype="16" fill="hold" nodeType="withEffect">
                                  <p:stCondLst>
                                    <p:cond delay="350"/>
                                  </p:stCondLst>
                                  <p:childTnLst>
                                    <p:set>
                                      <p:cBhvr>
                                        <p:cTn id="15" dur="1" fill="hold">
                                          <p:stCondLst>
                                            <p:cond delay="0"/>
                                          </p:stCondLst>
                                        </p:cTn>
                                        <p:tgtEl>
                                          <p:spTgt spid="7"/>
                                        </p:tgtEl>
                                        <p:attrNameLst>
                                          <p:attrName>style.visibility</p:attrName>
                                        </p:attrNameLst>
                                      </p:cBhvr>
                                      <p:to>
                                        <p:strVal val="visible"/>
                                      </p:to>
                                    </p:set>
                                    <p:anim calcmode="lin" valueType="num">
                                      <p:cBhvr>
                                        <p:cTn id="16" dur="550" fill="hold"/>
                                        <p:tgtEl>
                                          <p:spTgt spid="7"/>
                                        </p:tgtEl>
                                        <p:attrNameLst>
                                          <p:attrName>ppt_w</p:attrName>
                                        </p:attrNameLst>
                                      </p:cBhvr>
                                      <p:tavLst>
                                        <p:tav tm="0">
                                          <p:val>
                                            <p:fltVal val="0"/>
                                          </p:val>
                                        </p:tav>
                                        <p:tav tm="100000">
                                          <p:val>
                                            <p:strVal val="#ppt_w"/>
                                          </p:val>
                                        </p:tav>
                                      </p:tavLst>
                                    </p:anim>
                                    <p:anim calcmode="lin" valueType="num">
                                      <p:cBhvr>
                                        <p:cTn id="17" dur="550" fill="hold"/>
                                        <p:tgtEl>
                                          <p:spTgt spid="7"/>
                                        </p:tgtEl>
                                        <p:attrNameLst>
                                          <p:attrName>ppt_h</p:attrName>
                                        </p:attrNameLst>
                                      </p:cBhvr>
                                      <p:tavLst>
                                        <p:tav tm="0">
                                          <p:val>
                                            <p:fltVal val="0"/>
                                          </p:val>
                                        </p:tav>
                                        <p:tav tm="100000">
                                          <p:val>
                                            <p:strVal val="#ppt_h"/>
                                          </p:val>
                                        </p:tav>
                                      </p:tavLst>
                                    </p:anim>
                                    <p:animEffect transition="in" filter="fade">
                                      <p:cBhvr>
                                        <p:cTn id="18" dur="550"/>
                                        <p:tgtEl>
                                          <p:spTgt spid="7"/>
                                        </p:tgtEl>
                                      </p:cBhvr>
                                    </p:animEffect>
                                  </p:childTnLst>
                                </p:cTn>
                              </p:par>
                              <p:par>
                                <p:cTn id="19" presetID="2" presetClass="entr" presetSubtype="2" fill="hold" nodeType="withEffect">
                                  <p:stCondLst>
                                    <p:cond delay="51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1+#ppt_w/2"/>
                                          </p:val>
                                        </p:tav>
                                        <p:tav tm="100000">
                                          <p:val>
                                            <p:strVal val="#ppt_x"/>
                                          </p:val>
                                        </p:tav>
                                      </p:tavLst>
                                    </p:anim>
                                    <p:anim calcmode="lin" valueType="num">
                                      <p:cBhvr additive="base">
                                        <p:cTn id="22" dur="500" fill="hold"/>
                                        <p:tgtEl>
                                          <p:spTgt spid="8"/>
                                        </p:tgtEl>
                                        <p:attrNameLst>
                                          <p:attrName>ppt_y</p:attrName>
                                        </p:attrNameLst>
                                      </p:cBhvr>
                                      <p:tavLst>
                                        <p:tav tm="0">
                                          <p:val>
                                            <p:strVal val="#ppt_y"/>
                                          </p:val>
                                        </p:tav>
                                        <p:tav tm="100000">
                                          <p:val>
                                            <p:strVal val="#ppt_y"/>
                                          </p:val>
                                        </p:tav>
                                      </p:tavLst>
                                    </p:anim>
                                  </p:childTnLst>
                                </p:cTn>
                              </p:par>
                              <p:par>
                                <p:cTn id="23" presetID="2" presetClass="entr" presetSubtype="2" fill="hold" nodeType="withEffect">
                                  <p:stCondLst>
                                    <p:cond delay="51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1+#ppt_w/2"/>
                                          </p:val>
                                        </p:tav>
                                        <p:tav tm="100000">
                                          <p:val>
                                            <p:strVal val="#ppt_x"/>
                                          </p:val>
                                        </p:tav>
                                      </p:tavLst>
                                    </p:anim>
                                    <p:anim calcmode="lin" valueType="num">
                                      <p:cBhvr additive="base">
                                        <p:cTn id="26" dur="500" fill="hold"/>
                                        <p:tgtEl>
                                          <p:spTgt spid="9"/>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510"/>
                                  </p:stCondLst>
                                  <p:childTnLst>
                                    <p:set>
                                      <p:cBhvr>
                                        <p:cTn id="28" dur="1" fill="hold">
                                          <p:stCondLst>
                                            <p:cond delay="0"/>
                                          </p:stCondLst>
                                        </p:cTn>
                                        <p:tgtEl>
                                          <p:spTgt spid="10"/>
                                        </p:tgtEl>
                                        <p:attrNameLst>
                                          <p:attrName>style.visibility</p:attrName>
                                        </p:attrNameLst>
                                      </p:cBhvr>
                                      <p:to>
                                        <p:strVal val="visible"/>
                                      </p:to>
                                    </p:set>
                                    <p:anim calcmode="lin" valueType="num">
                                      <p:cBhvr additive="base">
                                        <p:cTn id="29" dur="500" fill="hold"/>
                                        <p:tgtEl>
                                          <p:spTgt spid="10"/>
                                        </p:tgtEl>
                                        <p:attrNameLst>
                                          <p:attrName>ppt_x</p:attrName>
                                        </p:attrNameLst>
                                      </p:cBhvr>
                                      <p:tavLst>
                                        <p:tav tm="0">
                                          <p:val>
                                            <p:strVal val="1+#ppt_w/2"/>
                                          </p:val>
                                        </p:tav>
                                        <p:tav tm="100000">
                                          <p:val>
                                            <p:strVal val="#ppt_x"/>
                                          </p:val>
                                        </p:tav>
                                      </p:tavLst>
                                    </p:anim>
                                    <p:anim calcmode="lin" valueType="num">
                                      <p:cBhvr additive="base">
                                        <p:cTn id="30" dur="500" fill="hold"/>
                                        <p:tgtEl>
                                          <p:spTgt spid="10"/>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510"/>
                                  </p:stCondLst>
                                  <p:childTnLst>
                                    <p:set>
                                      <p:cBhvr>
                                        <p:cTn id="32" dur="1" fill="hold">
                                          <p:stCondLst>
                                            <p:cond delay="0"/>
                                          </p:stCondLst>
                                        </p:cTn>
                                        <p:tgtEl>
                                          <p:spTgt spid="11"/>
                                        </p:tgtEl>
                                        <p:attrNameLst>
                                          <p:attrName>style.visibility</p:attrName>
                                        </p:attrNameLst>
                                      </p:cBhvr>
                                      <p:to>
                                        <p:strVal val="visible"/>
                                      </p:to>
                                    </p:set>
                                    <p:anim calcmode="lin" valueType="num">
                                      <p:cBhvr additive="base">
                                        <p:cTn id="33" dur="500" fill="hold"/>
                                        <p:tgtEl>
                                          <p:spTgt spid="11"/>
                                        </p:tgtEl>
                                        <p:attrNameLst>
                                          <p:attrName>ppt_x</p:attrName>
                                        </p:attrNameLst>
                                      </p:cBhvr>
                                      <p:tavLst>
                                        <p:tav tm="0">
                                          <p:val>
                                            <p:strVal val="1+#ppt_w/2"/>
                                          </p:val>
                                        </p:tav>
                                        <p:tav tm="100000">
                                          <p:val>
                                            <p:strVal val="#ppt_x"/>
                                          </p:val>
                                        </p:tav>
                                      </p:tavLst>
                                    </p:anim>
                                    <p:anim calcmode="lin" valueType="num">
                                      <p:cBhvr additive="base">
                                        <p:cTn id="34" dur="500" fill="hold"/>
                                        <p:tgtEl>
                                          <p:spTgt spid="11"/>
                                        </p:tgtEl>
                                        <p:attrNameLst>
                                          <p:attrName>ppt_y</p:attrName>
                                        </p:attrNameLst>
                                      </p:cBhvr>
                                      <p:tavLst>
                                        <p:tav tm="0">
                                          <p:val>
                                            <p:strVal val="#ppt_y"/>
                                          </p:val>
                                        </p:tav>
                                        <p:tav tm="100000">
                                          <p:val>
                                            <p:strVal val="#ppt_y"/>
                                          </p:val>
                                        </p:tav>
                                      </p:tavLst>
                                    </p:anim>
                                  </p:childTnLst>
                                </p:cTn>
                              </p:par>
                              <p:par>
                                <p:cTn id="35" presetID="2" presetClass="entr" presetSubtype="2" fill="hold" nodeType="withEffect">
                                  <p:stCondLst>
                                    <p:cond delay="670"/>
                                  </p:stCondLst>
                                  <p:childTnLst>
                                    <p:set>
                                      <p:cBhvr>
                                        <p:cTn id="36" dur="1" fill="hold">
                                          <p:stCondLst>
                                            <p:cond delay="0"/>
                                          </p:stCondLst>
                                        </p:cTn>
                                        <p:tgtEl>
                                          <p:spTgt spid="12"/>
                                        </p:tgtEl>
                                        <p:attrNameLst>
                                          <p:attrName>style.visibility</p:attrName>
                                        </p:attrNameLst>
                                      </p:cBhvr>
                                      <p:to>
                                        <p:strVal val="visible"/>
                                      </p:to>
                                    </p:set>
                                    <p:anim calcmode="lin" valueType="num">
                                      <p:cBhvr additive="base">
                                        <p:cTn id="37" dur="500" fill="hold"/>
                                        <p:tgtEl>
                                          <p:spTgt spid="12"/>
                                        </p:tgtEl>
                                        <p:attrNameLst>
                                          <p:attrName>ppt_x</p:attrName>
                                        </p:attrNameLst>
                                      </p:cBhvr>
                                      <p:tavLst>
                                        <p:tav tm="0">
                                          <p:val>
                                            <p:strVal val="1+#ppt_w/2"/>
                                          </p:val>
                                        </p:tav>
                                        <p:tav tm="100000">
                                          <p:val>
                                            <p:strVal val="#ppt_x"/>
                                          </p:val>
                                        </p:tav>
                                      </p:tavLst>
                                    </p:anim>
                                    <p:anim calcmode="lin" valueType="num">
                                      <p:cBhvr additive="base">
                                        <p:cTn id="38" dur="500" fill="hold"/>
                                        <p:tgtEl>
                                          <p:spTgt spid="12"/>
                                        </p:tgtEl>
                                        <p:attrNameLst>
                                          <p:attrName>ppt_y</p:attrName>
                                        </p:attrNameLst>
                                      </p:cBhvr>
                                      <p:tavLst>
                                        <p:tav tm="0">
                                          <p:val>
                                            <p:strVal val="#ppt_y"/>
                                          </p:val>
                                        </p:tav>
                                        <p:tav tm="100000">
                                          <p:val>
                                            <p:strVal val="#ppt_y"/>
                                          </p:val>
                                        </p:tav>
                                      </p:tavLst>
                                    </p:anim>
                                  </p:childTnLst>
                                </p:cTn>
                              </p:par>
                              <p:par>
                                <p:cTn id="39" presetID="2" presetClass="entr" presetSubtype="2" fill="hold" nodeType="withEffect">
                                  <p:stCondLst>
                                    <p:cond delay="670"/>
                                  </p:stCondLst>
                                  <p:childTnLst>
                                    <p:set>
                                      <p:cBhvr>
                                        <p:cTn id="40" dur="1" fill="hold">
                                          <p:stCondLst>
                                            <p:cond delay="0"/>
                                          </p:stCondLst>
                                        </p:cTn>
                                        <p:tgtEl>
                                          <p:spTgt spid="13"/>
                                        </p:tgtEl>
                                        <p:attrNameLst>
                                          <p:attrName>style.visibility</p:attrName>
                                        </p:attrNameLst>
                                      </p:cBhvr>
                                      <p:to>
                                        <p:strVal val="visible"/>
                                      </p:to>
                                    </p:set>
                                    <p:anim calcmode="lin" valueType="num">
                                      <p:cBhvr additive="base">
                                        <p:cTn id="41" dur="500" fill="hold"/>
                                        <p:tgtEl>
                                          <p:spTgt spid="13"/>
                                        </p:tgtEl>
                                        <p:attrNameLst>
                                          <p:attrName>ppt_x</p:attrName>
                                        </p:attrNameLst>
                                      </p:cBhvr>
                                      <p:tavLst>
                                        <p:tav tm="0">
                                          <p:val>
                                            <p:strVal val="1+#ppt_w/2"/>
                                          </p:val>
                                        </p:tav>
                                        <p:tav tm="100000">
                                          <p:val>
                                            <p:strVal val="#ppt_x"/>
                                          </p:val>
                                        </p:tav>
                                      </p:tavLst>
                                    </p:anim>
                                    <p:anim calcmode="lin" valueType="num">
                                      <p:cBhvr additive="base">
                                        <p:cTn id="42" dur="500" fill="hold"/>
                                        <p:tgtEl>
                                          <p:spTgt spid="13"/>
                                        </p:tgtEl>
                                        <p:attrNameLst>
                                          <p:attrName>ppt_y</p:attrName>
                                        </p:attrNameLst>
                                      </p:cBhvr>
                                      <p:tavLst>
                                        <p:tav tm="0">
                                          <p:val>
                                            <p:strVal val="#ppt_y"/>
                                          </p:val>
                                        </p:tav>
                                        <p:tav tm="100000">
                                          <p:val>
                                            <p:strVal val="#ppt_y"/>
                                          </p:val>
                                        </p:tav>
                                      </p:tavLst>
                                    </p:anim>
                                  </p:childTnLst>
                                </p:cTn>
                              </p:par>
                              <p:par>
                                <p:cTn id="43" presetID="2" presetClass="entr" presetSubtype="2" fill="hold" grpId="0" nodeType="withEffect">
                                  <p:stCondLst>
                                    <p:cond delay="670"/>
                                  </p:stCondLst>
                                  <p:childTnLst>
                                    <p:set>
                                      <p:cBhvr>
                                        <p:cTn id="44" dur="1" fill="hold">
                                          <p:stCondLst>
                                            <p:cond delay="0"/>
                                          </p:stCondLst>
                                        </p:cTn>
                                        <p:tgtEl>
                                          <p:spTgt spid="14"/>
                                        </p:tgtEl>
                                        <p:attrNameLst>
                                          <p:attrName>style.visibility</p:attrName>
                                        </p:attrNameLst>
                                      </p:cBhvr>
                                      <p:to>
                                        <p:strVal val="visible"/>
                                      </p:to>
                                    </p:set>
                                    <p:anim calcmode="lin" valueType="num">
                                      <p:cBhvr additive="base">
                                        <p:cTn id="45" dur="500" fill="hold"/>
                                        <p:tgtEl>
                                          <p:spTgt spid="14"/>
                                        </p:tgtEl>
                                        <p:attrNameLst>
                                          <p:attrName>ppt_x</p:attrName>
                                        </p:attrNameLst>
                                      </p:cBhvr>
                                      <p:tavLst>
                                        <p:tav tm="0">
                                          <p:val>
                                            <p:strVal val="1+#ppt_w/2"/>
                                          </p:val>
                                        </p:tav>
                                        <p:tav tm="100000">
                                          <p:val>
                                            <p:strVal val="#ppt_x"/>
                                          </p:val>
                                        </p:tav>
                                      </p:tavLst>
                                    </p:anim>
                                    <p:anim calcmode="lin" valueType="num">
                                      <p:cBhvr additive="base">
                                        <p:cTn id="46" dur="500" fill="hold"/>
                                        <p:tgtEl>
                                          <p:spTgt spid="14"/>
                                        </p:tgtEl>
                                        <p:attrNameLst>
                                          <p:attrName>ppt_y</p:attrName>
                                        </p:attrNameLst>
                                      </p:cBhvr>
                                      <p:tavLst>
                                        <p:tav tm="0">
                                          <p:val>
                                            <p:strVal val="#ppt_y"/>
                                          </p:val>
                                        </p:tav>
                                        <p:tav tm="100000">
                                          <p:val>
                                            <p:strVal val="#ppt_y"/>
                                          </p:val>
                                        </p:tav>
                                      </p:tavLst>
                                    </p:anim>
                                  </p:childTnLst>
                                </p:cTn>
                              </p:par>
                              <p:par>
                                <p:cTn id="47" presetID="2" presetClass="entr" presetSubtype="2" fill="hold" grpId="0" nodeType="withEffect">
                                  <p:stCondLst>
                                    <p:cond delay="670"/>
                                  </p:stCondLst>
                                  <p:childTnLst>
                                    <p:set>
                                      <p:cBhvr>
                                        <p:cTn id="48" dur="1" fill="hold">
                                          <p:stCondLst>
                                            <p:cond delay="0"/>
                                          </p:stCondLst>
                                        </p:cTn>
                                        <p:tgtEl>
                                          <p:spTgt spid="15"/>
                                        </p:tgtEl>
                                        <p:attrNameLst>
                                          <p:attrName>style.visibility</p:attrName>
                                        </p:attrNameLst>
                                      </p:cBhvr>
                                      <p:to>
                                        <p:strVal val="visible"/>
                                      </p:to>
                                    </p:set>
                                    <p:anim calcmode="lin" valueType="num">
                                      <p:cBhvr additive="base">
                                        <p:cTn id="49" dur="500" fill="hold"/>
                                        <p:tgtEl>
                                          <p:spTgt spid="15"/>
                                        </p:tgtEl>
                                        <p:attrNameLst>
                                          <p:attrName>ppt_x</p:attrName>
                                        </p:attrNameLst>
                                      </p:cBhvr>
                                      <p:tavLst>
                                        <p:tav tm="0">
                                          <p:val>
                                            <p:strVal val="1+#ppt_w/2"/>
                                          </p:val>
                                        </p:tav>
                                        <p:tav tm="100000">
                                          <p:val>
                                            <p:strVal val="#ppt_x"/>
                                          </p:val>
                                        </p:tav>
                                      </p:tavLst>
                                    </p:anim>
                                    <p:anim calcmode="lin" valueType="num">
                                      <p:cBhvr additive="base">
                                        <p:cTn id="50" dur="500" fill="hold"/>
                                        <p:tgtEl>
                                          <p:spTgt spid="15"/>
                                        </p:tgtEl>
                                        <p:attrNameLst>
                                          <p:attrName>ppt_y</p:attrName>
                                        </p:attrNameLst>
                                      </p:cBhvr>
                                      <p:tavLst>
                                        <p:tav tm="0">
                                          <p:val>
                                            <p:strVal val="#ppt_y"/>
                                          </p:val>
                                        </p:tav>
                                        <p:tav tm="100000">
                                          <p:val>
                                            <p:strVal val="#ppt_y"/>
                                          </p:val>
                                        </p:tav>
                                      </p:tavLst>
                                    </p:anim>
                                  </p:childTnLst>
                                </p:cTn>
                              </p:par>
                              <p:par>
                                <p:cTn id="51" presetID="2" presetClass="entr" presetSubtype="2" fill="hold" nodeType="withEffect">
                                  <p:stCondLst>
                                    <p:cond delay="830"/>
                                  </p:stCondLst>
                                  <p:childTnLst>
                                    <p:set>
                                      <p:cBhvr>
                                        <p:cTn id="52" dur="1" fill="hold">
                                          <p:stCondLst>
                                            <p:cond delay="0"/>
                                          </p:stCondLst>
                                        </p:cTn>
                                        <p:tgtEl>
                                          <p:spTgt spid="16"/>
                                        </p:tgtEl>
                                        <p:attrNameLst>
                                          <p:attrName>style.visibility</p:attrName>
                                        </p:attrNameLst>
                                      </p:cBhvr>
                                      <p:to>
                                        <p:strVal val="visible"/>
                                      </p:to>
                                    </p:set>
                                    <p:anim calcmode="lin" valueType="num">
                                      <p:cBhvr additive="base">
                                        <p:cTn id="53" dur="500" fill="hold"/>
                                        <p:tgtEl>
                                          <p:spTgt spid="16"/>
                                        </p:tgtEl>
                                        <p:attrNameLst>
                                          <p:attrName>ppt_x</p:attrName>
                                        </p:attrNameLst>
                                      </p:cBhvr>
                                      <p:tavLst>
                                        <p:tav tm="0">
                                          <p:val>
                                            <p:strVal val="1+#ppt_w/2"/>
                                          </p:val>
                                        </p:tav>
                                        <p:tav tm="100000">
                                          <p:val>
                                            <p:strVal val="#ppt_x"/>
                                          </p:val>
                                        </p:tav>
                                      </p:tavLst>
                                    </p:anim>
                                    <p:anim calcmode="lin" valueType="num">
                                      <p:cBhvr additive="base">
                                        <p:cTn id="54" dur="500" fill="hold"/>
                                        <p:tgtEl>
                                          <p:spTgt spid="16"/>
                                        </p:tgtEl>
                                        <p:attrNameLst>
                                          <p:attrName>ppt_y</p:attrName>
                                        </p:attrNameLst>
                                      </p:cBhvr>
                                      <p:tavLst>
                                        <p:tav tm="0">
                                          <p:val>
                                            <p:strVal val="#ppt_y"/>
                                          </p:val>
                                        </p:tav>
                                        <p:tav tm="100000">
                                          <p:val>
                                            <p:strVal val="#ppt_y"/>
                                          </p:val>
                                        </p:tav>
                                      </p:tavLst>
                                    </p:anim>
                                  </p:childTnLst>
                                </p:cTn>
                              </p:par>
                              <p:par>
                                <p:cTn id="55" presetID="2" presetClass="entr" presetSubtype="2" fill="hold" nodeType="withEffect">
                                  <p:stCondLst>
                                    <p:cond delay="830"/>
                                  </p:stCondLst>
                                  <p:childTnLst>
                                    <p:set>
                                      <p:cBhvr>
                                        <p:cTn id="56" dur="1" fill="hold">
                                          <p:stCondLst>
                                            <p:cond delay="0"/>
                                          </p:stCondLst>
                                        </p:cTn>
                                        <p:tgtEl>
                                          <p:spTgt spid="17"/>
                                        </p:tgtEl>
                                        <p:attrNameLst>
                                          <p:attrName>style.visibility</p:attrName>
                                        </p:attrNameLst>
                                      </p:cBhvr>
                                      <p:to>
                                        <p:strVal val="visible"/>
                                      </p:to>
                                    </p:set>
                                    <p:anim calcmode="lin" valueType="num">
                                      <p:cBhvr additive="base">
                                        <p:cTn id="57" dur="500" fill="hold"/>
                                        <p:tgtEl>
                                          <p:spTgt spid="17"/>
                                        </p:tgtEl>
                                        <p:attrNameLst>
                                          <p:attrName>ppt_x</p:attrName>
                                        </p:attrNameLst>
                                      </p:cBhvr>
                                      <p:tavLst>
                                        <p:tav tm="0">
                                          <p:val>
                                            <p:strVal val="1+#ppt_w/2"/>
                                          </p:val>
                                        </p:tav>
                                        <p:tav tm="100000">
                                          <p:val>
                                            <p:strVal val="#ppt_x"/>
                                          </p:val>
                                        </p:tav>
                                      </p:tavLst>
                                    </p:anim>
                                    <p:anim calcmode="lin" valueType="num">
                                      <p:cBhvr additive="base">
                                        <p:cTn id="58" dur="500" fill="hold"/>
                                        <p:tgtEl>
                                          <p:spTgt spid="17"/>
                                        </p:tgtEl>
                                        <p:attrNameLst>
                                          <p:attrName>ppt_y</p:attrName>
                                        </p:attrNameLst>
                                      </p:cBhvr>
                                      <p:tavLst>
                                        <p:tav tm="0">
                                          <p:val>
                                            <p:strVal val="#ppt_y"/>
                                          </p:val>
                                        </p:tav>
                                        <p:tav tm="100000">
                                          <p:val>
                                            <p:strVal val="#ppt_y"/>
                                          </p:val>
                                        </p:tav>
                                      </p:tavLst>
                                    </p:anim>
                                  </p:childTnLst>
                                </p:cTn>
                              </p:par>
                              <p:par>
                                <p:cTn id="59" presetID="2" presetClass="entr" presetSubtype="2" fill="hold" grpId="0" nodeType="withEffect">
                                  <p:stCondLst>
                                    <p:cond delay="830"/>
                                  </p:stCondLst>
                                  <p:childTnLst>
                                    <p:set>
                                      <p:cBhvr>
                                        <p:cTn id="60" dur="1" fill="hold">
                                          <p:stCondLst>
                                            <p:cond delay="0"/>
                                          </p:stCondLst>
                                        </p:cTn>
                                        <p:tgtEl>
                                          <p:spTgt spid="18"/>
                                        </p:tgtEl>
                                        <p:attrNameLst>
                                          <p:attrName>style.visibility</p:attrName>
                                        </p:attrNameLst>
                                      </p:cBhvr>
                                      <p:to>
                                        <p:strVal val="visible"/>
                                      </p:to>
                                    </p:set>
                                    <p:anim calcmode="lin" valueType="num">
                                      <p:cBhvr additive="base">
                                        <p:cTn id="61" dur="500" fill="hold"/>
                                        <p:tgtEl>
                                          <p:spTgt spid="18"/>
                                        </p:tgtEl>
                                        <p:attrNameLst>
                                          <p:attrName>ppt_x</p:attrName>
                                        </p:attrNameLst>
                                      </p:cBhvr>
                                      <p:tavLst>
                                        <p:tav tm="0">
                                          <p:val>
                                            <p:strVal val="1+#ppt_w/2"/>
                                          </p:val>
                                        </p:tav>
                                        <p:tav tm="100000">
                                          <p:val>
                                            <p:strVal val="#ppt_x"/>
                                          </p:val>
                                        </p:tav>
                                      </p:tavLst>
                                    </p:anim>
                                    <p:anim calcmode="lin" valueType="num">
                                      <p:cBhvr additive="base">
                                        <p:cTn id="62" dur="500" fill="hold"/>
                                        <p:tgtEl>
                                          <p:spTgt spid="18"/>
                                        </p:tgtEl>
                                        <p:attrNameLst>
                                          <p:attrName>ppt_y</p:attrName>
                                        </p:attrNameLst>
                                      </p:cBhvr>
                                      <p:tavLst>
                                        <p:tav tm="0">
                                          <p:val>
                                            <p:strVal val="#ppt_y"/>
                                          </p:val>
                                        </p:tav>
                                        <p:tav tm="100000">
                                          <p:val>
                                            <p:strVal val="#ppt_y"/>
                                          </p:val>
                                        </p:tav>
                                      </p:tavLst>
                                    </p:anim>
                                  </p:childTnLst>
                                </p:cTn>
                              </p:par>
                              <p:par>
                                <p:cTn id="63" presetID="2" presetClass="entr" presetSubtype="2" fill="hold" grpId="0" nodeType="withEffect">
                                  <p:stCondLst>
                                    <p:cond delay="830"/>
                                  </p:stCondLst>
                                  <p:childTnLst>
                                    <p:set>
                                      <p:cBhvr>
                                        <p:cTn id="64" dur="1" fill="hold">
                                          <p:stCondLst>
                                            <p:cond delay="0"/>
                                          </p:stCondLst>
                                        </p:cTn>
                                        <p:tgtEl>
                                          <p:spTgt spid="19"/>
                                        </p:tgtEl>
                                        <p:attrNameLst>
                                          <p:attrName>style.visibility</p:attrName>
                                        </p:attrNameLst>
                                      </p:cBhvr>
                                      <p:to>
                                        <p:strVal val="visible"/>
                                      </p:to>
                                    </p:set>
                                    <p:anim calcmode="lin" valueType="num">
                                      <p:cBhvr additive="base">
                                        <p:cTn id="65" dur="500" fill="hold"/>
                                        <p:tgtEl>
                                          <p:spTgt spid="19"/>
                                        </p:tgtEl>
                                        <p:attrNameLst>
                                          <p:attrName>ppt_x</p:attrName>
                                        </p:attrNameLst>
                                      </p:cBhvr>
                                      <p:tavLst>
                                        <p:tav tm="0">
                                          <p:val>
                                            <p:strVal val="1+#ppt_w/2"/>
                                          </p:val>
                                        </p:tav>
                                        <p:tav tm="100000">
                                          <p:val>
                                            <p:strVal val="#ppt_x"/>
                                          </p:val>
                                        </p:tav>
                                      </p:tavLst>
                                    </p:anim>
                                    <p:anim calcmode="lin" valueType="num">
                                      <p:cBhvr additive="base">
                                        <p:cTn id="66" dur="500" fill="hold"/>
                                        <p:tgtEl>
                                          <p:spTgt spid="19"/>
                                        </p:tgtEl>
                                        <p:attrNameLst>
                                          <p:attrName>ppt_y</p:attrName>
                                        </p:attrNameLst>
                                      </p:cBhvr>
                                      <p:tavLst>
                                        <p:tav tm="0">
                                          <p:val>
                                            <p:strVal val="#ppt_y"/>
                                          </p:val>
                                        </p:tav>
                                        <p:tav tm="100000">
                                          <p:val>
                                            <p:strVal val="#ppt_y"/>
                                          </p:val>
                                        </p:tav>
                                      </p:tavLst>
                                    </p:anim>
                                  </p:childTnLst>
                                </p:cTn>
                              </p:par>
                              <p:par>
                                <p:cTn id="67" presetID="2" presetClass="entr" presetSubtype="2" fill="hold" nodeType="withEffect">
                                  <p:stCondLst>
                                    <p:cond delay="990"/>
                                  </p:stCondLst>
                                  <p:childTnLst>
                                    <p:set>
                                      <p:cBhvr>
                                        <p:cTn id="68" dur="1" fill="hold">
                                          <p:stCondLst>
                                            <p:cond delay="0"/>
                                          </p:stCondLst>
                                        </p:cTn>
                                        <p:tgtEl>
                                          <p:spTgt spid="20"/>
                                        </p:tgtEl>
                                        <p:attrNameLst>
                                          <p:attrName>style.visibility</p:attrName>
                                        </p:attrNameLst>
                                      </p:cBhvr>
                                      <p:to>
                                        <p:strVal val="visible"/>
                                      </p:to>
                                    </p:set>
                                    <p:anim calcmode="lin" valueType="num">
                                      <p:cBhvr additive="base">
                                        <p:cTn id="69" dur="500" fill="hold"/>
                                        <p:tgtEl>
                                          <p:spTgt spid="20"/>
                                        </p:tgtEl>
                                        <p:attrNameLst>
                                          <p:attrName>ppt_x</p:attrName>
                                        </p:attrNameLst>
                                      </p:cBhvr>
                                      <p:tavLst>
                                        <p:tav tm="0">
                                          <p:val>
                                            <p:strVal val="1+#ppt_w/2"/>
                                          </p:val>
                                        </p:tav>
                                        <p:tav tm="100000">
                                          <p:val>
                                            <p:strVal val="#ppt_x"/>
                                          </p:val>
                                        </p:tav>
                                      </p:tavLst>
                                    </p:anim>
                                    <p:anim calcmode="lin" valueType="num">
                                      <p:cBhvr additive="base">
                                        <p:cTn id="70" dur="500" fill="hold"/>
                                        <p:tgtEl>
                                          <p:spTgt spid="20"/>
                                        </p:tgtEl>
                                        <p:attrNameLst>
                                          <p:attrName>ppt_y</p:attrName>
                                        </p:attrNameLst>
                                      </p:cBhvr>
                                      <p:tavLst>
                                        <p:tav tm="0">
                                          <p:val>
                                            <p:strVal val="#ppt_y"/>
                                          </p:val>
                                        </p:tav>
                                        <p:tav tm="100000">
                                          <p:val>
                                            <p:strVal val="#ppt_y"/>
                                          </p:val>
                                        </p:tav>
                                      </p:tavLst>
                                    </p:anim>
                                  </p:childTnLst>
                                </p:cTn>
                              </p:par>
                              <p:par>
                                <p:cTn id="71" presetID="2" presetClass="entr" presetSubtype="2" fill="hold" nodeType="withEffect">
                                  <p:stCondLst>
                                    <p:cond delay="990"/>
                                  </p:stCondLst>
                                  <p:childTnLst>
                                    <p:set>
                                      <p:cBhvr>
                                        <p:cTn id="72" dur="1" fill="hold">
                                          <p:stCondLst>
                                            <p:cond delay="0"/>
                                          </p:stCondLst>
                                        </p:cTn>
                                        <p:tgtEl>
                                          <p:spTgt spid="21"/>
                                        </p:tgtEl>
                                        <p:attrNameLst>
                                          <p:attrName>style.visibility</p:attrName>
                                        </p:attrNameLst>
                                      </p:cBhvr>
                                      <p:to>
                                        <p:strVal val="visible"/>
                                      </p:to>
                                    </p:set>
                                    <p:anim calcmode="lin" valueType="num">
                                      <p:cBhvr additive="base">
                                        <p:cTn id="73" dur="500" fill="hold"/>
                                        <p:tgtEl>
                                          <p:spTgt spid="21"/>
                                        </p:tgtEl>
                                        <p:attrNameLst>
                                          <p:attrName>ppt_x</p:attrName>
                                        </p:attrNameLst>
                                      </p:cBhvr>
                                      <p:tavLst>
                                        <p:tav tm="0">
                                          <p:val>
                                            <p:strVal val="1+#ppt_w/2"/>
                                          </p:val>
                                        </p:tav>
                                        <p:tav tm="100000">
                                          <p:val>
                                            <p:strVal val="#ppt_x"/>
                                          </p:val>
                                        </p:tav>
                                      </p:tavLst>
                                    </p:anim>
                                    <p:anim calcmode="lin" valueType="num">
                                      <p:cBhvr additive="base">
                                        <p:cTn id="74" dur="500" fill="hold"/>
                                        <p:tgtEl>
                                          <p:spTgt spid="21"/>
                                        </p:tgtEl>
                                        <p:attrNameLst>
                                          <p:attrName>ppt_y</p:attrName>
                                        </p:attrNameLst>
                                      </p:cBhvr>
                                      <p:tavLst>
                                        <p:tav tm="0">
                                          <p:val>
                                            <p:strVal val="#ppt_y"/>
                                          </p:val>
                                        </p:tav>
                                        <p:tav tm="100000">
                                          <p:val>
                                            <p:strVal val="#ppt_y"/>
                                          </p:val>
                                        </p:tav>
                                      </p:tavLst>
                                    </p:anim>
                                  </p:childTnLst>
                                </p:cTn>
                              </p:par>
                              <p:par>
                                <p:cTn id="75" presetID="2" presetClass="entr" presetSubtype="2" fill="hold" grpId="0" nodeType="withEffect">
                                  <p:stCondLst>
                                    <p:cond delay="990"/>
                                  </p:stCondLst>
                                  <p:childTnLst>
                                    <p:set>
                                      <p:cBhvr>
                                        <p:cTn id="76" dur="1" fill="hold">
                                          <p:stCondLst>
                                            <p:cond delay="0"/>
                                          </p:stCondLst>
                                        </p:cTn>
                                        <p:tgtEl>
                                          <p:spTgt spid="22"/>
                                        </p:tgtEl>
                                        <p:attrNameLst>
                                          <p:attrName>style.visibility</p:attrName>
                                        </p:attrNameLst>
                                      </p:cBhvr>
                                      <p:to>
                                        <p:strVal val="visible"/>
                                      </p:to>
                                    </p:set>
                                    <p:anim calcmode="lin" valueType="num">
                                      <p:cBhvr additive="base">
                                        <p:cTn id="77" dur="500" fill="hold"/>
                                        <p:tgtEl>
                                          <p:spTgt spid="22"/>
                                        </p:tgtEl>
                                        <p:attrNameLst>
                                          <p:attrName>ppt_x</p:attrName>
                                        </p:attrNameLst>
                                      </p:cBhvr>
                                      <p:tavLst>
                                        <p:tav tm="0">
                                          <p:val>
                                            <p:strVal val="1+#ppt_w/2"/>
                                          </p:val>
                                        </p:tav>
                                        <p:tav tm="100000">
                                          <p:val>
                                            <p:strVal val="#ppt_x"/>
                                          </p:val>
                                        </p:tav>
                                      </p:tavLst>
                                    </p:anim>
                                    <p:anim calcmode="lin" valueType="num">
                                      <p:cBhvr additive="base">
                                        <p:cTn id="78" dur="500" fill="hold"/>
                                        <p:tgtEl>
                                          <p:spTgt spid="22"/>
                                        </p:tgtEl>
                                        <p:attrNameLst>
                                          <p:attrName>ppt_y</p:attrName>
                                        </p:attrNameLst>
                                      </p:cBhvr>
                                      <p:tavLst>
                                        <p:tav tm="0">
                                          <p:val>
                                            <p:strVal val="#ppt_y"/>
                                          </p:val>
                                        </p:tav>
                                        <p:tav tm="100000">
                                          <p:val>
                                            <p:strVal val="#ppt_y"/>
                                          </p:val>
                                        </p:tav>
                                      </p:tavLst>
                                    </p:anim>
                                  </p:childTnLst>
                                </p:cTn>
                              </p:par>
                              <p:par>
                                <p:cTn id="79" presetID="2" presetClass="entr" presetSubtype="2" fill="hold" grpId="0" nodeType="withEffect">
                                  <p:stCondLst>
                                    <p:cond delay="990"/>
                                  </p:stCondLst>
                                  <p:childTnLst>
                                    <p:set>
                                      <p:cBhvr>
                                        <p:cTn id="80" dur="1" fill="hold">
                                          <p:stCondLst>
                                            <p:cond delay="0"/>
                                          </p:stCondLst>
                                        </p:cTn>
                                        <p:tgtEl>
                                          <p:spTgt spid="23"/>
                                        </p:tgtEl>
                                        <p:attrNameLst>
                                          <p:attrName>style.visibility</p:attrName>
                                        </p:attrNameLst>
                                      </p:cBhvr>
                                      <p:to>
                                        <p:strVal val="visible"/>
                                      </p:to>
                                    </p:set>
                                    <p:anim calcmode="lin" valueType="num">
                                      <p:cBhvr additive="base">
                                        <p:cTn id="81" dur="500" fill="hold"/>
                                        <p:tgtEl>
                                          <p:spTgt spid="23"/>
                                        </p:tgtEl>
                                        <p:attrNameLst>
                                          <p:attrName>ppt_x</p:attrName>
                                        </p:attrNameLst>
                                      </p:cBhvr>
                                      <p:tavLst>
                                        <p:tav tm="0">
                                          <p:val>
                                            <p:strVal val="1+#ppt_w/2"/>
                                          </p:val>
                                        </p:tav>
                                        <p:tav tm="100000">
                                          <p:val>
                                            <p:strVal val="#ppt_x"/>
                                          </p:val>
                                        </p:tav>
                                      </p:tavLst>
                                    </p:anim>
                                    <p:anim calcmode="lin" valueType="num">
                                      <p:cBhvr additive="base">
                                        <p:cTn id="82"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4" grpId="0" animBg="1"/>
      <p:bldP spid="15" grpId="0" animBg="1"/>
      <p:bldP spid="18" grpId="0" animBg="1"/>
      <p:bldP spid="19" grpId="0" animBg="1"/>
      <p:bldP spid="22" grpId="0" animBg="1"/>
      <p:bldP spid="2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Glow" descr="assets/glow_soft.png"/>
          <p:cNvPicPr>
            <a:picLocks noChangeAspect="1"/>
          </p:cNvPicPr>
          <p:nvPr/>
        </p:nvPicPr>
        <p:blipFill>
          <a:blip r:embed="rId4"/>
          <a:stretch>
            <a:fillRect/>
          </a:stretch>
        </p:blipFill>
        <p:spPr>
          <a:xfrm>
            <a:off x="9767621" y="-371246"/>
            <a:ext cx="2743200" cy="2743200"/>
          </a:xfrm>
          <a:prstGeom prst="rect">
            <a:avLst/>
          </a:prstGeom>
        </p:spPr>
      </p:pic>
      <p:sp>
        <p:nvSpPr>
          <p:cNvPr id="3" name="Text 0"/>
          <p:cNvSpPr txBox="1"/>
          <p:nvPr/>
        </p:nvSpPr>
        <p:spPr>
          <a:xfrm>
            <a:off x="548640" y="274320"/>
            <a:ext cx="9692640" cy="256032"/>
          </a:xfrm>
          <a:prstGeom prst="rect">
            <a:avLst/>
          </a:prstGeom>
          <a:noFill/>
          <a:ln/>
        </p:spPr>
        <p:txBody>
          <a:bodyPr wrap="square" lIns="0" tIns="0" rIns="0" bIns="0" rtlCol="0" anchor="t"/>
          <a:lstStyle/>
          <a:p>
            <a:pPr marL="0" indent="0">
              <a:buNone/>
            </a:pPr>
            <a:r>
              <a:rPr lang="en-US" sz="950" i="1" dirty="0">
                <a:solidFill>
                  <a:srgbClr val="6E6A85"/>
                </a:solidFill>
                <a:latin typeface="Segoe UI" pitchFamily="34" charset="0"/>
                <a:ea typeface="Segoe UI" pitchFamily="34" charset="-122"/>
                <a:cs typeface="Segoe UI" pitchFamily="34" charset="-120"/>
              </a:rPr>
              <a:t>Mise en place d’une plateforme intelligente d’assistance au dépannage et de mise en relation avec des techniciens</a:t>
            </a:r>
            <a:endParaRPr lang="en-US" sz="950" dirty="0"/>
          </a:p>
        </p:txBody>
      </p:sp>
      <p:sp>
        <p:nvSpPr>
          <p:cNvPr id="4" name="!!Kicker"/>
          <p:cNvSpPr txBox="1"/>
          <p:nvPr/>
        </p:nvSpPr>
        <p:spPr>
          <a:xfrm>
            <a:off x="548640" y="713232"/>
            <a:ext cx="9692640" cy="274320"/>
          </a:xfrm>
          <a:prstGeom prst="rect">
            <a:avLst/>
          </a:prstGeom>
          <a:noFill/>
          <a:ln/>
        </p:spPr>
        <p:txBody>
          <a:bodyPr wrap="square" lIns="0" tIns="0" rIns="0" bIns="0" rtlCol="0" anchor="t"/>
          <a:lstStyle/>
          <a:p>
            <a:pPr marL="0" indent="0">
              <a:buNone/>
            </a:pPr>
            <a:r>
              <a:rPr lang="en-US" sz="1100" b="1" kern="0" spc="200" dirty="0">
                <a:solidFill>
                  <a:srgbClr val="5B2FD6"/>
                </a:solidFill>
                <a:latin typeface="Segoe UI" pitchFamily="34" charset="0"/>
                <a:ea typeface="Segoe UI" pitchFamily="34" charset="-122"/>
                <a:cs typeface="Segoe UI" pitchFamily="34" charset="-120"/>
              </a:rPr>
              <a:t>04 · DIAGRAMME DE SÉQUENCE</a:t>
            </a:r>
            <a:endParaRPr lang="en-US" sz="1100" dirty="0"/>
          </a:p>
        </p:txBody>
      </p:sp>
      <p:sp>
        <p:nvSpPr>
          <p:cNvPr id="5" name="!!Title"/>
          <p:cNvSpPr txBox="1"/>
          <p:nvPr/>
        </p:nvSpPr>
        <p:spPr>
          <a:xfrm>
            <a:off x="548640" y="987552"/>
            <a:ext cx="9692640" cy="658368"/>
          </a:xfrm>
          <a:prstGeom prst="rect">
            <a:avLst/>
          </a:prstGeom>
          <a:noFill/>
          <a:ln/>
        </p:spPr>
        <p:txBody>
          <a:bodyPr wrap="square" lIns="0" tIns="0" rIns="0" bIns="0" rtlCol="0" anchor="ctr"/>
          <a:lstStyle/>
          <a:p>
            <a:pPr marL="0" indent="0">
              <a:buNone/>
            </a:pPr>
            <a:r>
              <a:rPr lang="en-US" sz="2800" dirty="0">
                <a:solidFill>
                  <a:srgbClr val="17132E"/>
                </a:solidFill>
                <a:latin typeface="Segoe UI Semibold" pitchFamily="34" charset="0"/>
                <a:ea typeface="Segoe UI Semibold" pitchFamily="34" charset="-122"/>
                <a:cs typeface="Segoe UI Semibold" pitchFamily="34" charset="-120"/>
              </a:rPr>
              <a:t>Scénario « Créer une mission » avec l’IA</a:t>
            </a:r>
            <a:endParaRPr lang="en-US" sz="2800" dirty="0"/>
          </a:p>
        </p:txBody>
      </p:sp>
      <p:sp>
        <p:nvSpPr>
          <p:cNvPr id="6" name="S16_A00_zoom_286"/>
          <p:cNvSpPr/>
          <p:nvPr/>
        </p:nvSpPr>
        <p:spPr>
          <a:xfrm>
            <a:off x="548640" y="1783080"/>
            <a:ext cx="5669280" cy="4434840"/>
          </a:xfrm>
          <a:prstGeom prst="roundRect">
            <a:avLst>
              <a:gd name="adj" fmla="val 2887"/>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pic>
        <p:nvPicPr>
          <p:cNvPr id="7" name="S16_A00_zoom_287" descr="assets/sequence.png"/>
          <p:cNvPicPr>
            <a:picLocks noChangeAspect="1"/>
          </p:cNvPicPr>
          <p:nvPr/>
        </p:nvPicPr>
        <p:blipFill>
          <a:blip r:embed="rId5"/>
          <a:stretch>
            <a:fillRect/>
          </a:stretch>
        </p:blipFill>
        <p:spPr>
          <a:xfrm>
            <a:off x="658368" y="1874520"/>
            <a:ext cx="5449824" cy="4251960"/>
          </a:xfrm>
          <a:prstGeom prst="rect">
            <a:avLst/>
          </a:prstGeom>
        </p:spPr>
      </p:pic>
      <p:sp>
        <p:nvSpPr>
          <p:cNvPr id="8" name="S16_A01_rise_288"/>
          <p:cNvSpPr/>
          <p:nvPr/>
        </p:nvSpPr>
        <p:spPr>
          <a:xfrm>
            <a:off x="6492240" y="1892808"/>
            <a:ext cx="457200" cy="457200"/>
          </a:xfrm>
          <a:prstGeom prst="ellipse">
            <a:avLst/>
          </a:prstGeom>
          <a:solidFill>
            <a:srgbClr val="EEE9FD"/>
          </a:solidFill>
          <a:ln w="9525">
            <a:solidFill>
              <a:srgbClr val="7C5CFF">
                <a:alpha val="60000"/>
              </a:srgbClr>
            </a:solidFill>
            <a:prstDash val="solid"/>
          </a:ln>
        </p:spPr>
      </p:sp>
      <p:sp>
        <p:nvSpPr>
          <p:cNvPr id="9" name="S16_A01_rise_289"/>
          <p:cNvSpPr txBox="1"/>
          <p:nvPr/>
        </p:nvSpPr>
        <p:spPr>
          <a:xfrm>
            <a:off x="6492240" y="1892808"/>
            <a:ext cx="457200" cy="457200"/>
          </a:xfrm>
          <a:prstGeom prst="rect">
            <a:avLst/>
          </a:prstGeom>
          <a:noFill/>
          <a:ln/>
        </p:spPr>
        <p:txBody>
          <a:bodyPr wrap="square" lIns="0" tIns="0" rIns="0" bIns="0" rtlCol="0" anchor="ctr"/>
          <a:lstStyle/>
          <a:p>
            <a:pPr marL="0" indent="0" algn="ctr">
              <a:buNone/>
            </a:pPr>
            <a:r>
              <a:rPr lang="en-US" sz="1400" b="1" dirty="0">
                <a:solidFill>
                  <a:srgbClr val="17132E"/>
                </a:solidFill>
                <a:latin typeface="Segoe UI" pitchFamily="34" charset="0"/>
                <a:ea typeface="Segoe UI" pitchFamily="34" charset="-122"/>
                <a:cs typeface="Segoe UI" pitchFamily="34" charset="-120"/>
              </a:rPr>
              <a:t>1</a:t>
            </a:r>
            <a:endParaRPr lang="en-US" sz="1400" dirty="0"/>
          </a:p>
        </p:txBody>
      </p:sp>
      <p:sp>
        <p:nvSpPr>
          <p:cNvPr id="10" name="S16_A01_rise_290"/>
          <p:cNvSpPr txBox="1"/>
          <p:nvPr/>
        </p:nvSpPr>
        <p:spPr>
          <a:xfrm>
            <a:off x="7132320" y="1837944"/>
            <a:ext cx="4480560" cy="292608"/>
          </a:xfrm>
          <a:prstGeom prst="rect">
            <a:avLst/>
          </a:prstGeom>
          <a:noFill/>
          <a:ln/>
        </p:spPr>
        <p:txBody>
          <a:bodyPr wrap="square" lIns="0" tIns="0" rIns="0" bIns="0" rtlCol="0" anchor="t"/>
          <a:lstStyle/>
          <a:p>
            <a:pPr marL="0" indent="0">
              <a:buNone/>
            </a:pPr>
            <a:r>
              <a:rPr lang="en-US" sz="1400" dirty="0">
                <a:solidFill>
                  <a:srgbClr val="17132E"/>
                </a:solidFill>
                <a:latin typeface="Segoe UI Semibold" pitchFamily="34" charset="0"/>
                <a:ea typeface="Segoe UI Semibold" pitchFamily="34" charset="-122"/>
                <a:cs typeface="Segoe UI Semibold" pitchFamily="34" charset="-120"/>
              </a:rPr>
              <a:t>Le client décrit son besoin</a:t>
            </a:r>
            <a:endParaRPr lang="en-US" sz="1400" dirty="0"/>
          </a:p>
        </p:txBody>
      </p:sp>
      <p:sp>
        <p:nvSpPr>
          <p:cNvPr id="11" name="S16_A01_rise_291"/>
          <p:cNvSpPr txBox="1"/>
          <p:nvPr/>
        </p:nvSpPr>
        <p:spPr>
          <a:xfrm>
            <a:off x="7132320" y="2148840"/>
            <a:ext cx="4480560" cy="457200"/>
          </a:xfrm>
          <a:prstGeom prst="rect">
            <a:avLst/>
          </a:prstGeom>
          <a:noFill/>
          <a:ln/>
        </p:spPr>
        <p:txBody>
          <a:bodyPr wrap="square" lIns="0" tIns="0" rIns="0" bIns="0" rtlCol="0" anchor="t"/>
          <a:lstStyle/>
          <a:p>
            <a:pPr marL="0" indent="0">
              <a:buNone/>
            </a:pPr>
            <a:r>
              <a:rPr lang="en-US" sz="1100" dirty="0">
                <a:solidFill>
                  <a:srgbClr val="3E3A56"/>
                </a:solidFill>
                <a:latin typeface="Segoe UI" pitchFamily="34" charset="0"/>
                <a:ea typeface="Segoe UI" pitchFamily="34" charset="-122"/>
                <a:cs typeface="Segoe UI" pitchFamily="34" charset="-120"/>
              </a:rPr>
              <a:t>Il saisit la description du problème puis clique sur « Analyser avec l’IA ».</a:t>
            </a:r>
            <a:endParaRPr lang="en-US" sz="1100" dirty="0"/>
          </a:p>
        </p:txBody>
      </p:sp>
      <p:sp>
        <p:nvSpPr>
          <p:cNvPr id="12" name="S16_A02_rise_292"/>
          <p:cNvSpPr/>
          <p:nvPr/>
        </p:nvSpPr>
        <p:spPr>
          <a:xfrm>
            <a:off x="6492240" y="2788920"/>
            <a:ext cx="457200" cy="457200"/>
          </a:xfrm>
          <a:prstGeom prst="ellipse">
            <a:avLst/>
          </a:prstGeom>
          <a:solidFill>
            <a:srgbClr val="EEE9FD"/>
          </a:solidFill>
          <a:ln w="9525">
            <a:solidFill>
              <a:srgbClr val="7C5CFF">
                <a:alpha val="60000"/>
              </a:srgbClr>
            </a:solidFill>
            <a:prstDash val="solid"/>
          </a:ln>
        </p:spPr>
      </p:sp>
      <p:sp>
        <p:nvSpPr>
          <p:cNvPr id="13" name="S16_A02_rise_293"/>
          <p:cNvSpPr txBox="1"/>
          <p:nvPr/>
        </p:nvSpPr>
        <p:spPr>
          <a:xfrm>
            <a:off x="6492240" y="2788920"/>
            <a:ext cx="457200" cy="457200"/>
          </a:xfrm>
          <a:prstGeom prst="rect">
            <a:avLst/>
          </a:prstGeom>
          <a:noFill/>
          <a:ln/>
        </p:spPr>
        <p:txBody>
          <a:bodyPr wrap="square" lIns="0" tIns="0" rIns="0" bIns="0" rtlCol="0" anchor="ctr"/>
          <a:lstStyle/>
          <a:p>
            <a:pPr marL="0" indent="0" algn="ctr">
              <a:buNone/>
            </a:pPr>
            <a:r>
              <a:rPr lang="en-US" sz="1400" b="1" dirty="0">
                <a:solidFill>
                  <a:srgbClr val="17132E"/>
                </a:solidFill>
                <a:latin typeface="Segoe UI" pitchFamily="34" charset="0"/>
                <a:ea typeface="Segoe UI" pitchFamily="34" charset="-122"/>
                <a:cs typeface="Segoe UI" pitchFamily="34" charset="-120"/>
              </a:rPr>
              <a:t>2</a:t>
            </a:r>
            <a:endParaRPr lang="en-US" sz="1400" dirty="0"/>
          </a:p>
        </p:txBody>
      </p:sp>
      <p:sp>
        <p:nvSpPr>
          <p:cNvPr id="14" name="S16_A02_rise_294"/>
          <p:cNvSpPr txBox="1"/>
          <p:nvPr/>
        </p:nvSpPr>
        <p:spPr>
          <a:xfrm>
            <a:off x="7132320" y="2734056"/>
            <a:ext cx="4480560" cy="292608"/>
          </a:xfrm>
          <a:prstGeom prst="rect">
            <a:avLst/>
          </a:prstGeom>
          <a:noFill/>
          <a:ln/>
        </p:spPr>
        <p:txBody>
          <a:bodyPr wrap="square" lIns="0" tIns="0" rIns="0" bIns="0" rtlCol="0" anchor="t"/>
          <a:lstStyle/>
          <a:p>
            <a:pPr marL="0" indent="0">
              <a:buNone/>
            </a:pPr>
            <a:r>
              <a:rPr lang="en-US" sz="1400" dirty="0">
                <a:solidFill>
                  <a:srgbClr val="17132E"/>
                </a:solidFill>
                <a:latin typeface="Segoe UI Semibold" pitchFamily="34" charset="0"/>
                <a:ea typeface="Segoe UI Semibold" pitchFamily="34" charset="-122"/>
                <a:cs typeface="Segoe UI Semibold" pitchFamily="34" charset="-120"/>
              </a:rPr>
              <a:t>Le système vérifie la saisie</a:t>
            </a:r>
            <a:endParaRPr lang="en-US" sz="1400" dirty="0"/>
          </a:p>
        </p:txBody>
      </p:sp>
      <p:sp>
        <p:nvSpPr>
          <p:cNvPr id="15" name="S16_A02_rise_295"/>
          <p:cNvSpPr txBox="1"/>
          <p:nvPr/>
        </p:nvSpPr>
        <p:spPr>
          <a:xfrm>
            <a:off x="7132320" y="3044952"/>
            <a:ext cx="4480560" cy="457200"/>
          </a:xfrm>
          <a:prstGeom prst="rect">
            <a:avLst/>
          </a:prstGeom>
          <a:noFill/>
          <a:ln/>
        </p:spPr>
        <p:txBody>
          <a:bodyPr wrap="square" lIns="0" tIns="0" rIns="0" bIns="0" rtlCol="0" anchor="t"/>
          <a:lstStyle/>
          <a:p>
            <a:pPr marL="0" indent="0">
              <a:buNone/>
            </a:pPr>
            <a:r>
              <a:rPr lang="en-US" sz="1100" dirty="0">
                <a:solidFill>
                  <a:srgbClr val="3E3A56"/>
                </a:solidFill>
                <a:latin typeface="Segoe UI" pitchFamily="34" charset="0"/>
                <a:ea typeface="Segoe UI" pitchFamily="34" charset="-122"/>
                <a:cs typeface="Segoe UI" pitchFamily="34" charset="-120"/>
              </a:rPr>
              <a:t>Si la description est incomplète, il invite le client à la détailler.</a:t>
            </a:r>
            <a:endParaRPr lang="en-US" sz="1100" dirty="0"/>
          </a:p>
        </p:txBody>
      </p:sp>
      <p:sp>
        <p:nvSpPr>
          <p:cNvPr id="16" name="S16_A03_rise_296"/>
          <p:cNvSpPr/>
          <p:nvPr/>
        </p:nvSpPr>
        <p:spPr>
          <a:xfrm>
            <a:off x="6492240" y="3685032"/>
            <a:ext cx="457200" cy="457200"/>
          </a:xfrm>
          <a:prstGeom prst="ellipse">
            <a:avLst/>
          </a:prstGeom>
          <a:solidFill>
            <a:srgbClr val="9BE15D"/>
          </a:solidFill>
          <a:ln w="9525">
            <a:solidFill>
              <a:srgbClr val="7C5CFF">
                <a:alpha val="60000"/>
              </a:srgbClr>
            </a:solidFill>
            <a:prstDash val="solid"/>
          </a:ln>
        </p:spPr>
      </p:sp>
      <p:sp>
        <p:nvSpPr>
          <p:cNvPr id="17" name="S16_A03_rise_297"/>
          <p:cNvSpPr txBox="1"/>
          <p:nvPr/>
        </p:nvSpPr>
        <p:spPr>
          <a:xfrm>
            <a:off x="6492240" y="3685032"/>
            <a:ext cx="457200" cy="457200"/>
          </a:xfrm>
          <a:prstGeom prst="rect">
            <a:avLst/>
          </a:prstGeom>
          <a:noFill/>
          <a:ln/>
        </p:spPr>
        <p:txBody>
          <a:bodyPr wrap="square" lIns="0" tIns="0" rIns="0" bIns="0" rtlCol="0" anchor="ctr"/>
          <a:lstStyle/>
          <a:p>
            <a:pPr marL="0" indent="0" algn="ctr">
              <a:buNone/>
            </a:pPr>
            <a:r>
              <a:rPr lang="en-US" sz="1400" b="1" dirty="0">
                <a:solidFill>
                  <a:srgbClr val="17132E"/>
                </a:solidFill>
                <a:latin typeface="Segoe UI" pitchFamily="34" charset="0"/>
                <a:ea typeface="Segoe UI" pitchFamily="34" charset="-122"/>
                <a:cs typeface="Segoe UI" pitchFamily="34" charset="-120"/>
              </a:rPr>
              <a:t>3</a:t>
            </a:r>
            <a:endParaRPr lang="en-US" sz="1400" dirty="0"/>
          </a:p>
        </p:txBody>
      </p:sp>
      <p:sp>
        <p:nvSpPr>
          <p:cNvPr id="18" name="S16_A03_rise_298"/>
          <p:cNvSpPr txBox="1"/>
          <p:nvPr/>
        </p:nvSpPr>
        <p:spPr>
          <a:xfrm>
            <a:off x="7132320" y="3630168"/>
            <a:ext cx="4480560" cy="292608"/>
          </a:xfrm>
          <a:prstGeom prst="rect">
            <a:avLst/>
          </a:prstGeom>
          <a:noFill/>
          <a:ln/>
        </p:spPr>
        <p:txBody>
          <a:bodyPr wrap="square" lIns="0" tIns="0" rIns="0" bIns="0" rtlCol="0" anchor="t"/>
          <a:lstStyle/>
          <a:p>
            <a:pPr marL="0" indent="0">
              <a:buNone/>
            </a:pPr>
            <a:r>
              <a:rPr lang="en-US" sz="1400" dirty="0">
                <a:solidFill>
                  <a:srgbClr val="17132E"/>
                </a:solidFill>
                <a:latin typeface="Segoe UI Semibold" pitchFamily="34" charset="0"/>
                <a:ea typeface="Segoe UI Semibold" pitchFamily="34" charset="-122"/>
                <a:cs typeface="Segoe UI Semibold" pitchFamily="34" charset="-120"/>
              </a:rPr>
              <a:t>L’IA établit un pré-diagnostic</a:t>
            </a:r>
            <a:endParaRPr lang="en-US" sz="1400" dirty="0"/>
          </a:p>
        </p:txBody>
      </p:sp>
      <p:sp>
        <p:nvSpPr>
          <p:cNvPr id="19" name="S16_A03_rise_299"/>
          <p:cNvSpPr txBox="1"/>
          <p:nvPr/>
        </p:nvSpPr>
        <p:spPr>
          <a:xfrm>
            <a:off x="7132320" y="3941064"/>
            <a:ext cx="4480560" cy="457200"/>
          </a:xfrm>
          <a:prstGeom prst="rect">
            <a:avLst/>
          </a:prstGeom>
          <a:noFill/>
          <a:ln/>
        </p:spPr>
        <p:txBody>
          <a:bodyPr wrap="square" lIns="0" tIns="0" rIns="0" bIns="0" rtlCol="0" anchor="t"/>
          <a:lstStyle/>
          <a:p>
            <a:pPr marL="0" indent="0">
              <a:buNone/>
            </a:pPr>
            <a:r>
              <a:rPr lang="en-US" sz="1100" dirty="0">
                <a:solidFill>
                  <a:srgbClr val="3E3A56"/>
                </a:solidFill>
                <a:latin typeface="Segoe UI" pitchFamily="34" charset="0"/>
                <a:ea typeface="Segoe UI" pitchFamily="34" charset="-122"/>
                <a:cs typeface="Segoe UI" pitchFamily="34" charset="-120"/>
              </a:rPr>
              <a:t>La description lui est envoyée via une requête API sécurisée.</a:t>
            </a:r>
            <a:endParaRPr lang="en-US" sz="1100" dirty="0"/>
          </a:p>
        </p:txBody>
      </p:sp>
      <p:sp>
        <p:nvSpPr>
          <p:cNvPr id="20" name="S16_A04_rise_300"/>
          <p:cNvSpPr/>
          <p:nvPr/>
        </p:nvSpPr>
        <p:spPr>
          <a:xfrm>
            <a:off x="6492240" y="4581144"/>
            <a:ext cx="457200" cy="457200"/>
          </a:xfrm>
          <a:prstGeom prst="ellipse">
            <a:avLst/>
          </a:prstGeom>
          <a:solidFill>
            <a:srgbClr val="EEE9FD"/>
          </a:solidFill>
          <a:ln w="9525">
            <a:solidFill>
              <a:srgbClr val="7C5CFF">
                <a:alpha val="60000"/>
              </a:srgbClr>
            </a:solidFill>
            <a:prstDash val="solid"/>
          </a:ln>
        </p:spPr>
      </p:sp>
      <p:sp>
        <p:nvSpPr>
          <p:cNvPr id="21" name="S16_A04_rise_301"/>
          <p:cNvSpPr txBox="1"/>
          <p:nvPr/>
        </p:nvSpPr>
        <p:spPr>
          <a:xfrm>
            <a:off x="6492240" y="4581144"/>
            <a:ext cx="457200" cy="457200"/>
          </a:xfrm>
          <a:prstGeom prst="rect">
            <a:avLst/>
          </a:prstGeom>
          <a:noFill/>
          <a:ln/>
        </p:spPr>
        <p:txBody>
          <a:bodyPr wrap="square" lIns="0" tIns="0" rIns="0" bIns="0" rtlCol="0" anchor="ctr"/>
          <a:lstStyle/>
          <a:p>
            <a:pPr marL="0" indent="0" algn="ctr">
              <a:buNone/>
            </a:pPr>
            <a:r>
              <a:rPr lang="en-US" sz="1400" b="1" dirty="0">
                <a:solidFill>
                  <a:srgbClr val="17132E"/>
                </a:solidFill>
                <a:latin typeface="Segoe UI" pitchFamily="34" charset="0"/>
                <a:ea typeface="Segoe UI" pitchFamily="34" charset="-122"/>
                <a:cs typeface="Segoe UI" pitchFamily="34" charset="-120"/>
              </a:rPr>
              <a:t>4</a:t>
            </a:r>
            <a:endParaRPr lang="en-US" sz="1400" dirty="0"/>
          </a:p>
        </p:txBody>
      </p:sp>
      <p:sp>
        <p:nvSpPr>
          <p:cNvPr id="22" name="S16_A04_rise_302"/>
          <p:cNvSpPr txBox="1"/>
          <p:nvPr/>
        </p:nvSpPr>
        <p:spPr>
          <a:xfrm>
            <a:off x="7132320" y="4526280"/>
            <a:ext cx="4480560" cy="292608"/>
          </a:xfrm>
          <a:prstGeom prst="rect">
            <a:avLst/>
          </a:prstGeom>
          <a:noFill/>
          <a:ln/>
        </p:spPr>
        <p:txBody>
          <a:bodyPr wrap="square" lIns="0" tIns="0" rIns="0" bIns="0" rtlCol="0" anchor="t"/>
          <a:lstStyle/>
          <a:p>
            <a:pPr marL="0" indent="0">
              <a:buNone/>
            </a:pPr>
            <a:r>
              <a:rPr lang="en-US" sz="1400" dirty="0">
                <a:solidFill>
                  <a:srgbClr val="17132E"/>
                </a:solidFill>
                <a:latin typeface="Segoe UI Semibold" pitchFamily="34" charset="0"/>
                <a:ea typeface="Segoe UI Semibold" pitchFamily="34" charset="-122"/>
                <a:cs typeface="Segoe UI Semibold" pitchFamily="34" charset="-120"/>
              </a:rPr>
              <a:t>Solution IA ou reformulation</a:t>
            </a:r>
            <a:endParaRPr lang="en-US" sz="1400" dirty="0"/>
          </a:p>
        </p:txBody>
      </p:sp>
      <p:sp>
        <p:nvSpPr>
          <p:cNvPr id="23" name="S16_A04_rise_303"/>
          <p:cNvSpPr txBox="1"/>
          <p:nvPr/>
        </p:nvSpPr>
        <p:spPr>
          <a:xfrm>
            <a:off x="7132320" y="4837176"/>
            <a:ext cx="4480560" cy="457200"/>
          </a:xfrm>
          <a:prstGeom prst="rect">
            <a:avLst/>
          </a:prstGeom>
          <a:noFill/>
          <a:ln/>
        </p:spPr>
        <p:txBody>
          <a:bodyPr wrap="square" lIns="0" tIns="0" rIns="0" bIns="0" rtlCol="0" anchor="t"/>
          <a:lstStyle/>
          <a:p>
            <a:pPr marL="0" indent="0">
              <a:buNone/>
            </a:pPr>
            <a:r>
              <a:rPr lang="en-US" sz="1100" dirty="0">
                <a:solidFill>
                  <a:srgbClr val="3E3A56"/>
                </a:solidFill>
                <a:latin typeface="Segoe UI" pitchFamily="34" charset="0"/>
                <a:ea typeface="Segoe UI" pitchFamily="34" charset="-122"/>
                <a:cs typeface="Segoe UI" pitchFamily="34" charset="-120"/>
              </a:rPr>
              <a:t>Problème pertinent : la solution s’affiche. Sinon : le client reformule.</a:t>
            </a:r>
            <a:endParaRPr lang="en-US" sz="1100" dirty="0"/>
          </a:p>
        </p:txBody>
      </p:sp>
      <p:sp>
        <p:nvSpPr>
          <p:cNvPr id="24" name="S16_A05_rise_304"/>
          <p:cNvSpPr/>
          <p:nvPr/>
        </p:nvSpPr>
        <p:spPr>
          <a:xfrm>
            <a:off x="6492240" y="5477256"/>
            <a:ext cx="457200" cy="457200"/>
          </a:xfrm>
          <a:prstGeom prst="ellipse">
            <a:avLst/>
          </a:prstGeom>
          <a:solidFill>
            <a:srgbClr val="EEE9FD"/>
          </a:solidFill>
          <a:ln w="9525">
            <a:solidFill>
              <a:srgbClr val="7C5CFF">
                <a:alpha val="60000"/>
              </a:srgbClr>
            </a:solidFill>
            <a:prstDash val="solid"/>
          </a:ln>
        </p:spPr>
      </p:sp>
      <p:sp>
        <p:nvSpPr>
          <p:cNvPr id="25" name="S16_A05_rise_305"/>
          <p:cNvSpPr txBox="1"/>
          <p:nvPr/>
        </p:nvSpPr>
        <p:spPr>
          <a:xfrm>
            <a:off x="6492240" y="5477256"/>
            <a:ext cx="457200" cy="457200"/>
          </a:xfrm>
          <a:prstGeom prst="rect">
            <a:avLst/>
          </a:prstGeom>
          <a:noFill/>
          <a:ln/>
        </p:spPr>
        <p:txBody>
          <a:bodyPr wrap="square" lIns="0" tIns="0" rIns="0" bIns="0" rtlCol="0" anchor="ctr"/>
          <a:lstStyle/>
          <a:p>
            <a:pPr marL="0" indent="0" algn="ctr">
              <a:buNone/>
            </a:pPr>
            <a:r>
              <a:rPr lang="en-US" sz="1400" b="1" dirty="0">
                <a:solidFill>
                  <a:srgbClr val="17132E"/>
                </a:solidFill>
                <a:latin typeface="Segoe UI" pitchFamily="34" charset="0"/>
                <a:ea typeface="Segoe UI" pitchFamily="34" charset="-122"/>
                <a:cs typeface="Segoe UI" pitchFamily="34" charset="-120"/>
              </a:rPr>
              <a:t>5</a:t>
            </a:r>
            <a:endParaRPr lang="en-US" sz="1400" dirty="0"/>
          </a:p>
        </p:txBody>
      </p:sp>
      <p:sp>
        <p:nvSpPr>
          <p:cNvPr id="26" name="S16_A05_rise_306"/>
          <p:cNvSpPr txBox="1"/>
          <p:nvPr/>
        </p:nvSpPr>
        <p:spPr>
          <a:xfrm>
            <a:off x="7132320" y="5422392"/>
            <a:ext cx="4480560" cy="292608"/>
          </a:xfrm>
          <a:prstGeom prst="rect">
            <a:avLst/>
          </a:prstGeom>
          <a:noFill/>
          <a:ln/>
        </p:spPr>
        <p:txBody>
          <a:bodyPr wrap="square" lIns="0" tIns="0" rIns="0" bIns="0" rtlCol="0" anchor="t"/>
          <a:lstStyle/>
          <a:p>
            <a:pPr marL="0" indent="0">
              <a:buNone/>
            </a:pPr>
            <a:r>
              <a:rPr lang="en-US" sz="1400" dirty="0">
                <a:solidFill>
                  <a:srgbClr val="17132E"/>
                </a:solidFill>
                <a:latin typeface="Segoe UI Semibold" pitchFamily="34" charset="0"/>
                <a:ea typeface="Segoe UI Semibold" pitchFamily="34" charset="-122"/>
                <a:cs typeface="Segoe UI Semibold" pitchFamily="34" charset="-120"/>
              </a:rPr>
              <a:t>Création de la mission</a:t>
            </a:r>
            <a:endParaRPr lang="en-US" sz="1400" dirty="0"/>
          </a:p>
        </p:txBody>
      </p:sp>
      <p:sp>
        <p:nvSpPr>
          <p:cNvPr id="27" name="S16_A05_rise_307"/>
          <p:cNvSpPr txBox="1"/>
          <p:nvPr/>
        </p:nvSpPr>
        <p:spPr>
          <a:xfrm>
            <a:off x="7132320" y="5733288"/>
            <a:ext cx="4480560" cy="457200"/>
          </a:xfrm>
          <a:prstGeom prst="rect">
            <a:avLst/>
          </a:prstGeom>
          <a:noFill/>
          <a:ln/>
        </p:spPr>
        <p:txBody>
          <a:bodyPr wrap="square" lIns="0" tIns="0" rIns="0" bIns="0" rtlCol="0" anchor="t"/>
          <a:lstStyle/>
          <a:p>
            <a:pPr marL="0" indent="0">
              <a:buNone/>
            </a:pPr>
            <a:r>
              <a:rPr lang="en-US" sz="1100" dirty="0">
                <a:solidFill>
                  <a:srgbClr val="3E3A56"/>
                </a:solidFill>
                <a:latin typeface="Segoe UI" pitchFamily="34" charset="0"/>
                <a:ea typeface="Segoe UI" pitchFamily="34" charset="-122"/>
                <a:cs typeface="Segoe UI" pitchFamily="34" charset="-120"/>
              </a:rPr>
              <a:t>« Trouver un technicien proche » enregistre la mission en base.</a:t>
            </a:r>
            <a:endParaRPr lang="en-US" sz="1100" dirty="0"/>
          </a:p>
        </p:txBody>
      </p:sp>
      <p:sp>
        <p:nvSpPr>
          <p:cNvPr id="28" name="!!NavPill"/>
          <p:cNvSpPr/>
          <p:nvPr/>
        </p:nvSpPr>
        <p:spPr>
          <a:xfrm>
            <a:off x="4059936" y="6382512"/>
            <a:ext cx="1097280" cy="274320"/>
          </a:xfrm>
          <a:prstGeom prst="roundRect">
            <a:avLst>
              <a:gd name="adj" fmla="val 50000"/>
            </a:avLst>
          </a:prstGeom>
          <a:solidFill>
            <a:srgbClr val="5B2FD6"/>
          </a:solidFill>
          <a:ln w="9525">
            <a:solidFill>
              <a:srgbClr val="7C5CFF"/>
            </a:solidFill>
            <a:prstDash val="solid"/>
          </a:ln>
        </p:spPr>
      </p:sp>
      <p:sp>
        <p:nvSpPr>
          <p:cNvPr id="29" name="Text 25"/>
          <p:cNvSpPr txBox="1"/>
          <p:nvPr/>
        </p:nvSpPr>
        <p:spPr>
          <a:xfrm>
            <a:off x="54864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Introduction</a:t>
            </a:r>
            <a:endParaRPr lang="en-US" sz="900" dirty="0"/>
          </a:p>
        </p:txBody>
      </p:sp>
      <p:sp>
        <p:nvSpPr>
          <p:cNvPr id="30" name="Text 26"/>
          <p:cNvSpPr txBox="1"/>
          <p:nvPr/>
        </p:nvSpPr>
        <p:spPr>
          <a:xfrm>
            <a:off x="1719072"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Entreprise</a:t>
            </a:r>
            <a:endParaRPr lang="en-US" sz="900" dirty="0"/>
          </a:p>
        </p:txBody>
      </p:sp>
      <p:sp>
        <p:nvSpPr>
          <p:cNvPr id="31" name="Text 27"/>
          <p:cNvSpPr txBox="1"/>
          <p:nvPr/>
        </p:nvSpPr>
        <p:spPr>
          <a:xfrm>
            <a:off x="2889504"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Contexte</a:t>
            </a:r>
            <a:endParaRPr lang="en-US" sz="900" dirty="0"/>
          </a:p>
        </p:txBody>
      </p:sp>
      <p:sp>
        <p:nvSpPr>
          <p:cNvPr id="32" name="Text 28"/>
          <p:cNvSpPr txBox="1"/>
          <p:nvPr/>
        </p:nvSpPr>
        <p:spPr>
          <a:xfrm>
            <a:off x="4059936" y="6382512"/>
            <a:ext cx="10972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Segoe UI" pitchFamily="34" charset="0"/>
                <a:ea typeface="Segoe UI" pitchFamily="34" charset="-122"/>
                <a:cs typeface="Segoe UI" pitchFamily="34" charset="-120"/>
              </a:rPr>
              <a:t>Méthodologie</a:t>
            </a:r>
            <a:endParaRPr lang="en-US" sz="900" dirty="0"/>
          </a:p>
        </p:txBody>
      </p:sp>
      <p:sp>
        <p:nvSpPr>
          <p:cNvPr id="33" name="Text 29"/>
          <p:cNvSpPr txBox="1"/>
          <p:nvPr/>
        </p:nvSpPr>
        <p:spPr>
          <a:xfrm>
            <a:off x="5230368"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Résultats</a:t>
            </a:r>
            <a:endParaRPr lang="en-US" sz="900" dirty="0"/>
          </a:p>
        </p:txBody>
      </p:sp>
      <p:sp>
        <p:nvSpPr>
          <p:cNvPr id="34" name="Text 30"/>
          <p:cNvSpPr txBox="1"/>
          <p:nvPr/>
        </p:nvSpPr>
        <p:spPr>
          <a:xfrm>
            <a:off x="640080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Conclusion</a:t>
            </a:r>
            <a:endParaRPr lang="en-US" sz="900" dirty="0"/>
          </a:p>
        </p:txBody>
      </p:sp>
      <p:sp>
        <p:nvSpPr>
          <p:cNvPr id="35" name="Text 31"/>
          <p:cNvSpPr txBox="1"/>
          <p:nvPr/>
        </p:nvSpPr>
        <p:spPr>
          <a:xfrm>
            <a:off x="8412480" y="6382512"/>
            <a:ext cx="3227832" cy="274320"/>
          </a:xfrm>
          <a:prstGeom prst="rect">
            <a:avLst/>
          </a:prstGeom>
          <a:noFill/>
          <a:ln/>
        </p:spPr>
        <p:txBody>
          <a:bodyPr wrap="square" lIns="0" tIns="0" rIns="0" bIns="0" rtlCol="0" anchor="ctr"/>
          <a:lstStyle/>
          <a:p>
            <a:pPr marL="0" indent="0" algn="r">
              <a:buNone/>
            </a:pPr>
            <a:r>
              <a:rPr lang="en-US" sz="900" dirty="0">
                <a:solidFill>
                  <a:srgbClr val="6E6A85"/>
                </a:solidFill>
                <a:latin typeface="Segoe UI" pitchFamily="34" charset="0"/>
                <a:ea typeface="Segoe UI" pitchFamily="34" charset="-122"/>
                <a:cs typeface="Segoe UI" pitchFamily="34" charset="-120"/>
              </a:rPr>
              <a:t>FEUNOU FOSSO Otniel</a:t>
            </a:r>
            <a:r>
              <a:rPr lang="en-US" sz="900" b="1" dirty="0">
                <a:solidFill>
                  <a:srgbClr val="5B2FD6"/>
                </a:solidFill>
                <a:latin typeface="Segoe UI" pitchFamily="34" charset="0"/>
                <a:ea typeface="Segoe UI" pitchFamily="34" charset="-122"/>
                <a:cs typeface="Segoe UI" pitchFamily="34" charset="-120"/>
              </a:rPr>
              <a:t>   16</a:t>
            </a:r>
            <a:endParaRPr lang="en-US" sz="900" dirty="0"/>
          </a:p>
        </p:txBody>
      </p:sp>
      <mc:AlternateContent xmlns:mc="http://schemas.openxmlformats.org/markup-compatibility/2006">
        <mc:Choice xmlns:am3d="http://schemas.microsoft.com/office/drawing/2017/model3d" Requires="am3d">
          <p:graphicFrame>
            <p:nvGraphicFramePr>
              <p:cNvPr id="36" name="!!GearBig" descr="Engrenage 3D animé">
                <a:extLst>
                  <a:ext uri="{FF2B5EF4-FFF2-40B4-BE49-F238E27FC236}">
                    <a16:creationId xmlns:a16="http://schemas.microsoft.com/office/drawing/2014/main" id="{70BFFAEB-2736-44C4-A2FB-A4E5817946C0}"/>
                  </a:ext>
                </a:extLst>
              </p:cNvPr>
              <p:cNvGraphicFramePr>
                <a:graphicFrameLocks/>
              </p:cNvGraphicFramePr>
              <p:nvPr>
                <p:extLst>
                  <p:ext uri="{D42A27DB-BD31-4B8C-83A1-F6EECF244321}">
                    <p14:modId xmlns:p14="http://schemas.microsoft.com/office/powerpoint/2010/main" val="3384269994"/>
                  </p:ext>
                </p:extLst>
              </p:nvPr>
            </p:nvGraphicFramePr>
            <p:xfrm>
              <a:off x="10195560" y="320040"/>
              <a:ext cx="1097280" cy="1097280"/>
            </p:xfrm>
            <a:graphic>
              <a:graphicData uri="http://schemas.microsoft.com/office/drawing/2017/model3d">
                <am3d:model3d r:embed="rId6" r:link="rId7">
                  <am3d:spPr>
                    <a:xfrm>
                      <a:off x="0" y="0"/>
                      <a:ext cx="1097280" cy="1097280"/>
                    </a:xfrm>
                    <a:prstGeom prst="rect">
                      <a:avLst/>
                    </a:prstGeom>
                  </am3d:spPr>
                  <am3d:camera>
                    <am3d:pos x="0" y="158400000" z="158400000"/>
                    <am3d:up dx="0" dy="36000000" dz="0"/>
                    <am3d:lookAt x="0" y="0" z="0"/>
                    <am3d:perspective fov="660000"/>
                  </am3d:camera>
                  <am3d:trans>
                    <am3d:meterPerModelUnit n="404766" d="1000000"/>
                    <am3d:preTrans dx="0" dy="0" dz="0"/>
                    <am3d:scale>
                      <am3d:sx n="1000000" d="1000000"/>
                      <am3d:sy n="1000000" d="1000000"/>
                      <am3d:sz n="1000000" d="1000000"/>
                    </am3d:scale>
                    <am3d:rot ay="9600000"/>
                    <am3d:postTrans dx="0" dy="0" dz="0"/>
                  </am3d:trans>
                  <am3d:raster rName="Office3DRenderer" rVer="16.0.8326">
                    <am3d:blip r:embed="rId8"/>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6" name="!!GearBig" descr="Engrenage 3D animé">
                <a:extLst>
                  <a:ext uri="{FF2B5EF4-FFF2-40B4-BE49-F238E27FC236}">
                    <a16:creationId xmlns:a16="http://schemas.microsoft.com/office/drawing/2014/main" id="{70BFFAEB-2736-44C4-A2FB-A4E5817946C0}"/>
                  </a:ext>
                </a:extLst>
              </p:cNvPr>
              <p:cNvPicPr>
                <a:picLocks noGrp="1" noRot="1" noChangeAspect="1" noMove="1" noResize="1" noEditPoints="1" noAdjustHandles="1" noChangeArrowheads="1" noChangeShapeType="1" noCrop="1"/>
              </p:cNvPicPr>
              <p:nvPr/>
            </p:nvPicPr>
            <p:blipFill>
              <a:blip r:embed="rId8"/>
              <a:stretch>
                <a:fillRect/>
              </a:stretch>
            </p:blipFill>
            <p:spPr>
              <a:xfrm>
                <a:off x="10195560" y="320040"/>
                <a:ext cx="1097280" cy="109728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37" name="!!GearSmall" descr="Engrenage 3D animé">
                <a:extLst>
                  <a:ext uri="{FF2B5EF4-FFF2-40B4-BE49-F238E27FC236}">
                    <a16:creationId xmlns:a16="http://schemas.microsoft.com/office/drawing/2014/main" id="{D7F1B587-59DA-4BFE-8AB3-A1957C08801E}"/>
                  </a:ext>
                </a:extLst>
              </p:cNvPr>
              <p:cNvGraphicFramePr>
                <a:graphicFrameLocks/>
              </p:cNvGraphicFramePr>
              <p:nvPr>
                <p:extLst>
                  <p:ext uri="{D42A27DB-BD31-4B8C-83A1-F6EECF244321}">
                    <p14:modId xmlns:p14="http://schemas.microsoft.com/office/powerpoint/2010/main" val="2130030846"/>
                  </p:ext>
                </p:extLst>
              </p:nvPr>
            </p:nvGraphicFramePr>
            <p:xfrm>
              <a:off x="11150194" y="742493"/>
              <a:ext cx="779069" cy="779069"/>
            </p:xfrm>
            <a:graphic>
              <a:graphicData uri="http://schemas.microsoft.com/office/drawing/2017/model3d">
                <am3d:model3d r:embed="rId9" r:link="rId10">
                  <am3d:spPr>
                    <a:xfrm>
                      <a:off x="0" y="0"/>
                      <a:ext cx="779069" cy="779069"/>
                    </a:xfrm>
                    <a:prstGeom prst="rect">
                      <a:avLst/>
                    </a:prstGeom>
                  </am3d:spPr>
                  <am3d:camera>
                    <am3d:pos x="0" y="158400000" z="158400000"/>
                    <am3d:up dx="0" dy="36000000" dz="0"/>
                    <am3d:lookAt x="0" y="0" z="0"/>
                    <am3d:perspective fov="660000"/>
                  </am3d:camera>
                  <am3d:trans>
                    <am3d:meterPerModelUnit n="573084" d="1000000"/>
                    <am3d:preTrans dx="0" dy="0" dz="0"/>
                    <am3d:scale>
                      <am3d:sx n="1000000" d="1000000"/>
                      <am3d:sy n="1000000" d="1000000"/>
                      <am3d:sz n="1000000" d="1000000"/>
                    </am3d:scale>
                    <am3d:rot ay="7200000"/>
                    <am3d:postTrans dx="0" dy="0" dz="0"/>
                  </am3d:trans>
                  <am3d:raster rName="Office3DRenderer" rVer="16.0.8326">
                    <am3d:blip r:embed="rId11"/>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7" name="!!GearSmall" descr="Engrenage 3D animé">
                <a:extLst>
                  <a:ext uri="{FF2B5EF4-FFF2-40B4-BE49-F238E27FC236}">
                    <a16:creationId xmlns:a16="http://schemas.microsoft.com/office/drawing/2014/main" id="{D7F1B587-59DA-4BFE-8AB3-A1957C08801E}"/>
                  </a:ext>
                </a:extLst>
              </p:cNvPr>
              <p:cNvPicPr>
                <a:picLocks noGrp="1" noRot="1" noChangeAspect="1" noMove="1" noResize="1" noEditPoints="1" noAdjustHandles="1" noChangeArrowheads="1" noChangeShapeType="1" noCrop="1"/>
              </p:cNvPicPr>
              <p:nvPr/>
            </p:nvPicPr>
            <p:blipFill>
              <a:blip r:embed="rId11"/>
              <a:stretch>
                <a:fillRect/>
              </a:stretch>
            </p:blipFill>
            <p:spPr>
              <a:xfrm>
                <a:off x="11150194" y="742493"/>
                <a:ext cx="779069" cy="779069"/>
              </a:xfrm>
              <a:prstGeom prst="rect">
                <a:avLst/>
              </a:prstGeom>
            </p:spPr>
          </p:pic>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mph" presetSubtype="128" repeatCount="indefinite" fill="hold" nodeType="withEffect">
                                  <p:stCondLst>
                                    <p:cond delay="0"/>
                                  </p:stCondLst>
                                  <p:childTnLst>
                                    <p:animRot by="21600000">
                                      <p:cBhvr>
                                        <p:cTn id="6" dur="16000" fill="hold"/>
                                        <p:tgtEl>
                                          <p:spTgt spid="36"/>
                                        </p:tgtEl>
                                        <p:attrNameLst>
                                          <p:attrName>3d.view.rotation.y</p:attrName>
                                        </p:attrNameLst>
                                      </p:cBhvr>
                                    </p:animRot>
                                  </p:childTnLst>
                                </p:cTn>
                              </p:par>
                              <p:par>
                                <p:cTn id="7" presetID="37" presetClass="emph" presetSubtype="128" repeatCount="indefinite" fill="hold" nodeType="withEffect">
                                  <p:stCondLst>
                                    <p:cond delay="0"/>
                                  </p:stCondLst>
                                  <p:childTnLst>
                                    <p:animRot by="-21600000">
                                      <p:cBhvr>
                                        <p:cTn id="8" dur="10667" fill="hold"/>
                                        <p:tgtEl>
                                          <p:spTgt spid="37"/>
                                        </p:tgtEl>
                                        <p:attrNameLst>
                                          <p:attrName>3d.view.rotation.y</p:attrName>
                                        </p:attrNameLst>
                                      </p:cBhvr>
                                    </p:animRot>
                                  </p:childTnLst>
                                </p:cTn>
                              </p:par>
                              <p:par>
                                <p:cTn id="9" presetID="53" presetClass="entr" presetSubtype="16" fill="hold" nodeType="withEffect">
                                  <p:stCondLst>
                                    <p:cond delay="350"/>
                                  </p:stCondLst>
                                  <p:childTnLst>
                                    <p:set>
                                      <p:cBhvr>
                                        <p:cTn id="10" dur="1" fill="hold">
                                          <p:stCondLst>
                                            <p:cond delay="0"/>
                                          </p:stCondLst>
                                        </p:cTn>
                                        <p:tgtEl>
                                          <p:spTgt spid="6"/>
                                        </p:tgtEl>
                                        <p:attrNameLst>
                                          <p:attrName>style.visibility</p:attrName>
                                        </p:attrNameLst>
                                      </p:cBhvr>
                                      <p:to>
                                        <p:strVal val="visible"/>
                                      </p:to>
                                    </p:set>
                                    <p:anim calcmode="lin" valueType="num">
                                      <p:cBhvr>
                                        <p:cTn id="11" dur="550" fill="hold"/>
                                        <p:tgtEl>
                                          <p:spTgt spid="6"/>
                                        </p:tgtEl>
                                        <p:attrNameLst>
                                          <p:attrName>ppt_w</p:attrName>
                                        </p:attrNameLst>
                                      </p:cBhvr>
                                      <p:tavLst>
                                        <p:tav tm="0">
                                          <p:val>
                                            <p:fltVal val="0"/>
                                          </p:val>
                                        </p:tav>
                                        <p:tav tm="100000">
                                          <p:val>
                                            <p:strVal val="#ppt_w"/>
                                          </p:val>
                                        </p:tav>
                                      </p:tavLst>
                                    </p:anim>
                                    <p:anim calcmode="lin" valueType="num">
                                      <p:cBhvr>
                                        <p:cTn id="12" dur="550" fill="hold"/>
                                        <p:tgtEl>
                                          <p:spTgt spid="6"/>
                                        </p:tgtEl>
                                        <p:attrNameLst>
                                          <p:attrName>ppt_h</p:attrName>
                                        </p:attrNameLst>
                                      </p:cBhvr>
                                      <p:tavLst>
                                        <p:tav tm="0">
                                          <p:val>
                                            <p:fltVal val="0"/>
                                          </p:val>
                                        </p:tav>
                                        <p:tav tm="100000">
                                          <p:val>
                                            <p:strVal val="#ppt_h"/>
                                          </p:val>
                                        </p:tav>
                                      </p:tavLst>
                                    </p:anim>
                                    <p:animEffect transition="in" filter="fade">
                                      <p:cBhvr>
                                        <p:cTn id="13" dur="550"/>
                                        <p:tgtEl>
                                          <p:spTgt spid="6"/>
                                        </p:tgtEl>
                                      </p:cBhvr>
                                    </p:animEffect>
                                  </p:childTnLst>
                                </p:cTn>
                              </p:par>
                              <p:par>
                                <p:cTn id="14" presetID="53" presetClass="entr" presetSubtype="16" fill="hold" nodeType="withEffect">
                                  <p:stCondLst>
                                    <p:cond delay="350"/>
                                  </p:stCondLst>
                                  <p:childTnLst>
                                    <p:set>
                                      <p:cBhvr>
                                        <p:cTn id="15" dur="1" fill="hold">
                                          <p:stCondLst>
                                            <p:cond delay="0"/>
                                          </p:stCondLst>
                                        </p:cTn>
                                        <p:tgtEl>
                                          <p:spTgt spid="7"/>
                                        </p:tgtEl>
                                        <p:attrNameLst>
                                          <p:attrName>style.visibility</p:attrName>
                                        </p:attrNameLst>
                                      </p:cBhvr>
                                      <p:to>
                                        <p:strVal val="visible"/>
                                      </p:to>
                                    </p:set>
                                    <p:anim calcmode="lin" valueType="num">
                                      <p:cBhvr>
                                        <p:cTn id="16" dur="550" fill="hold"/>
                                        <p:tgtEl>
                                          <p:spTgt spid="7"/>
                                        </p:tgtEl>
                                        <p:attrNameLst>
                                          <p:attrName>ppt_w</p:attrName>
                                        </p:attrNameLst>
                                      </p:cBhvr>
                                      <p:tavLst>
                                        <p:tav tm="0">
                                          <p:val>
                                            <p:fltVal val="0"/>
                                          </p:val>
                                        </p:tav>
                                        <p:tav tm="100000">
                                          <p:val>
                                            <p:strVal val="#ppt_w"/>
                                          </p:val>
                                        </p:tav>
                                      </p:tavLst>
                                    </p:anim>
                                    <p:anim calcmode="lin" valueType="num">
                                      <p:cBhvr>
                                        <p:cTn id="17" dur="550" fill="hold"/>
                                        <p:tgtEl>
                                          <p:spTgt spid="7"/>
                                        </p:tgtEl>
                                        <p:attrNameLst>
                                          <p:attrName>ppt_h</p:attrName>
                                        </p:attrNameLst>
                                      </p:cBhvr>
                                      <p:tavLst>
                                        <p:tav tm="0">
                                          <p:val>
                                            <p:fltVal val="0"/>
                                          </p:val>
                                        </p:tav>
                                        <p:tav tm="100000">
                                          <p:val>
                                            <p:strVal val="#ppt_h"/>
                                          </p:val>
                                        </p:tav>
                                      </p:tavLst>
                                    </p:anim>
                                    <p:animEffect transition="in" filter="fade">
                                      <p:cBhvr>
                                        <p:cTn id="18" dur="550"/>
                                        <p:tgtEl>
                                          <p:spTgt spid="7"/>
                                        </p:tgtEl>
                                      </p:cBhvr>
                                    </p:animEffect>
                                  </p:childTnLst>
                                </p:cTn>
                              </p:par>
                              <p:par>
                                <p:cTn id="19" presetID="42" presetClass="entr" presetSubtype="0" fill="hold" nodeType="withEffect">
                                  <p:stCondLst>
                                    <p:cond delay="51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50"/>
                                        <p:tgtEl>
                                          <p:spTgt spid="8"/>
                                        </p:tgtEl>
                                      </p:cBhvr>
                                    </p:animEffect>
                                    <p:anim calcmode="lin" valueType="num">
                                      <p:cBhvr>
                                        <p:cTn id="22" dur="550" fill="hold"/>
                                        <p:tgtEl>
                                          <p:spTgt spid="8"/>
                                        </p:tgtEl>
                                        <p:attrNameLst>
                                          <p:attrName>ppt_x</p:attrName>
                                        </p:attrNameLst>
                                      </p:cBhvr>
                                      <p:tavLst>
                                        <p:tav tm="0">
                                          <p:val>
                                            <p:strVal val="#ppt_x"/>
                                          </p:val>
                                        </p:tav>
                                        <p:tav tm="100000">
                                          <p:val>
                                            <p:strVal val="#ppt_x"/>
                                          </p:val>
                                        </p:tav>
                                      </p:tavLst>
                                    </p:anim>
                                    <p:anim calcmode="lin" valueType="num">
                                      <p:cBhvr>
                                        <p:cTn id="23" dur="550" fill="hold"/>
                                        <p:tgtEl>
                                          <p:spTgt spid="8"/>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51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50"/>
                                        <p:tgtEl>
                                          <p:spTgt spid="9"/>
                                        </p:tgtEl>
                                      </p:cBhvr>
                                    </p:animEffect>
                                    <p:anim calcmode="lin" valueType="num">
                                      <p:cBhvr>
                                        <p:cTn id="27" dur="550" fill="hold"/>
                                        <p:tgtEl>
                                          <p:spTgt spid="9"/>
                                        </p:tgtEl>
                                        <p:attrNameLst>
                                          <p:attrName>ppt_x</p:attrName>
                                        </p:attrNameLst>
                                      </p:cBhvr>
                                      <p:tavLst>
                                        <p:tav tm="0">
                                          <p:val>
                                            <p:strVal val="#ppt_x"/>
                                          </p:val>
                                        </p:tav>
                                        <p:tav tm="100000">
                                          <p:val>
                                            <p:strVal val="#ppt_x"/>
                                          </p:val>
                                        </p:tav>
                                      </p:tavLst>
                                    </p:anim>
                                    <p:anim calcmode="lin" valueType="num">
                                      <p:cBhvr>
                                        <p:cTn id="28" dur="550" fill="hold"/>
                                        <p:tgtEl>
                                          <p:spTgt spid="9"/>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51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50"/>
                                        <p:tgtEl>
                                          <p:spTgt spid="10"/>
                                        </p:tgtEl>
                                      </p:cBhvr>
                                    </p:animEffect>
                                    <p:anim calcmode="lin" valueType="num">
                                      <p:cBhvr>
                                        <p:cTn id="32" dur="550" fill="hold"/>
                                        <p:tgtEl>
                                          <p:spTgt spid="10"/>
                                        </p:tgtEl>
                                        <p:attrNameLst>
                                          <p:attrName>ppt_x</p:attrName>
                                        </p:attrNameLst>
                                      </p:cBhvr>
                                      <p:tavLst>
                                        <p:tav tm="0">
                                          <p:val>
                                            <p:strVal val="#ppt_x"/>
                                          </p:val>
                                        </p:tav>
                                        <p:tav tm="100000">
                                          <p:val>
                                            <p:strVal val="#ppt_x"/>
                                          </p:val>
                                        </p:tav>
                                      </p:tavLst>
                                    </p:anim>
                                    <p:anim calcmode="lin" valueType="num">
                                      <p:cBhvr>
                                        <p:cTn id="33" dur="550" fill="hold"/>
                                        <p:tgtEl>
                                          <p:spTgt spid="10"/>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51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550"/>
                                        <p:tgtEl>
                                          <p:spTgt spid="11"/>
                                        </p:tgtEl>
                                      </p:cBhvr>
                                    </p:animEffect>
                                    <p:anim calcmode="lin" valueType="num">
                                      <p:cBhvr>
                                        <p:cTn id="37" dur="550" fill="hold"/>
                                        <p:tgtEl>
                                          <p:spTgt spid="11"/>
                                        </p:tgtEl>
                                        <p:attrNameLst>
                                          <p:attrName>ppt_x</p:attrName>
                                        </p:attrNameLst>
                                      </p:cBhvr>
                                      <p:tavLst>
                                        <p:tav tm="0">
                                          <p:val>
                                            <p:strVal val="#ppt_x"/>
                                          </p:val>
                                        </p:tav>
                                        <p:tav tm="100000">
                                          <p:val>
                                            <p:strVal val="#ppt_x"/>
                                          </p:val>
                                        </p:tav>
                                      </p:tavLst>
                                    </p:anim>
                                    <p:anim calcmode="lin" valueType="num">
                                      <p:cBhvr>
                                        <p:cTn id="38" dur="550" fill="hold"/>
                                        <p:tgtEl>
                                          <p:spTgt spid="11"/>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67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550"/>
                                        <p:tgtEl>
                                          <p:spTgt spid="12"/>
                                        </p:tgtEl>
                                      </p:cBhvr>
                                    </p:animEffect>
                                    <p:anim calcmode="lin" valueType="num">
                                      <p:cBhvr>
                                        <p:cTn id="42" dur="550" fill="hold"/>
                                        <p:tgtEl>
                                          <p:spTgt spid="12"/>
                                        </p:tgtEl>
                                        <p:attrNameLst>
                                          <p:attrName>ppt_x</p:attrName>
                                        </p:attrNameLst>
                                      </p:cBhvr>
                                      <p:tavLst>
                                        <p:tav tm="0">
                                          <p:val>
                                            <p:strVal val="#ppt_x"/>
                                          </p:val>
                                        </p:tav>
                                        <p:tav tm="100000">
                                          <p:val>
                                            <p:strVal val="#ppt_x"/>
                                          </p:val>
                                        </p:tav>
                                      </p:tavLst>
                                    </p:anim>
                                    <p:anim calcmode="lin" valueType="num">
                                      <p:cBhvr>
                                        <p:cTn id="43" dur="550" fill="hold"/>
                                        <p:tgtEl>
                                          <p:spTgt spid="12"/>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67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50"/>
                                        <p:tgtEl>
                                          <p:spTgt spid="13"/>
                                        </p:tgtEl>
                                      </p:cBhvr>
                                    </p:animEffect>
                                    <p:anim calcmode="lin" valueType="num">
                                      <p:cBhvr>
                                        <p:cTn id="47" dur="550" fill="hold"/>
                                        <p:tgtEl>
                                          <p:spTgt spid="13"/>
                                        </p:tgtEl>
                                        <p:attrNameLst>
                                          <p:attrName>ppt_x</p:attrName>
                                        </p:attrNameLst>
                                      </p:cBhvr>
                                      <p:tavLst>
                                        <p:tav tm="0">
                                          <p:val>
                                            <p:strVal val="#ppt_x"/>
                                          </p:val>
                                        </p:tav>
                                        <p:tav tm="100000">
                                          <p:val>
                                            <p:strVal val="#ppt_x"/>
                                          </p:val>
                                        </p:tav>
                                      </p:tavLst>
                                    </p:anim>
                                    <p:anim calcmode="lin" valueType="num">
                                      <p:cBhvr>
                                        <p:cTn id="48" dur="550" fill="hold"/>
                                        <p:tgtEl>
                                          <p:spTgt spid="13"/>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67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550"/>
                                        <p:tgtEl>
                                          <p:spTgt spid="14"/>
                                        </p:tgtEl>
                                      </p:cBhvr>
                                    </p:animEffect>
                                    <p:anim calcmode="lin" valueType="num">
                                      <p:cBhvr>
                                        <p:cTn id="52" dur="550" fill="hold"/>
                                        <p:tgtEl>
                                          <p:spTgt spid="14"/>
                                        </p:tgtEl>
                                        <p:attrNameLst>
                                          <p:attrName>ppt_x</p:attrName>
                                        </p:attrNameLst>
                                      </p:cBhvr>
                                      <p:tavLst>
                                        <p:tav tm="0">
                                          <p:val>
                                            <p:strVal val="#ppt_x"/>
                                          </p:val>
                                        </p:tav>
                                        <p:tav tm="100000">
                                          <p:val>
                                            <p:strVal val="#ppt_x"/>
                                          </p:val>
                                        </p:tav>
                                      </p:tavLst>
                                    </p:anim>
                                    <p:anim calcmode="lin" valueType="num">
                                      <p:cBhvr>
                                        <p:cTn id="53" dur="550" fill="hold"/>
                                        <p:tgtEl>
                                          <p:spTgt spid="14"/>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67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550"/>
                                        <p:tgtEl>
                                          <p:spTgt spid="15"/>
                                        </p:tgtEl>
                                      </p:cBhvr>
                                    </p:animEffect>
                                    <p:anim calcmode="lin" valueType="num">
                                      <p:cBhvr>
                                        <p:cTn id="57" dur="550" fill="hold"/>
                                        <p:tgtEl>
                                          <p:spTgt spid="15"/>
                                        </p:tgtEl>
                                        <p:attrNameLst>
                                          <p:attrName>ppt_x</p:attrName>
                                        </p:attrNameLst>
                                      </p:cBhvr>
                                      <p:tavLst>
                                        <p:tav tm="0">
                                          <p:val>
                                            <p:strVal val="#ppt_x"/>
                                          </p:val>
                                        </p:tav>
                                        <p:tav tm="100000">
                                          <p:val>
                                            <p:strVal val="#ppt_x"/>
                                          </p:val>
                                        </p:tav>
                                      </p:tavLst>
                                    </p:anim>
                                    <p:anim calcmode="lin" valueType="num">
                                      <p:cBhvr>
                                        <p:cTn id="58" dur="550" fill="hold"/>
                                        <p:tgtEl>
                                          <p:spTgt spid="15"/>
                                        </p:tgtEl>
                                        <p:attrNameLst>
                                          <p:attrName>ppt_y</p:attrName>
                                        </p:attrNameLst>
                                      </p:cBhvr>
                                      <p:tavLst>
                                        <p:tav tm="0">
                                          <p:val>
                                            <p:strVal val="#ppt_y+.1"/>
                                          </p:val>
                                        </p:tav>
                                        <p:tav tm="100000">
                                          <p:val>
                                            <p:strVal val="#ppt_y"/>
                                          </p:val>
                                        </p:tav>
                                      </p:tavLst>
                                    </p:anim>
                                  </p:childTnLst>
                                </p:cTn>
                              </p:par>
                              <p:par>
                                <p:cTn id="59" presetID="42" presetClass="entr" presetSubtype="0" fill="hold" nodeType="withEffect">
                                  <p:stCondLst>
                                    <p:cond delay="830"/>
                                  </p:stCondLst>
                                  <p:childTnLst>
                                    <p:set>
                                      <p:cBhvr>
                                        <p:cTn id="60" dur="1" fill="hold">
                                          <p:stCondLst>
                                            <p:cond delay="0"/>
                                          </p:stCondLst>
                                        </p:cTn>
                                        <p:tgtEl>
                                          <p:spTgt spid="16"/>
                                        </p:tgtEl>
                                        <p:attrNameLst>
                                          <p:attrName>style.visibility</p:attrName>
                                        </p:attrNameLst>
                                      </p:cBhvr>
                                      <p:to>
                                        <p:strVal val="visible"/>
                                      </p:to>
                                    </p:set>
                                    <p:animEffect transition="in" filter="fade">
                                      <p:cBhvr>
                                        <p:cTn id="61" dur="550"/>
                                        <p:tgtEl>
                                          <p:spTgt spid="16"/>
                                        </p:tgtEl>
                                      </p:cBhvr>
                                    </p:animEffect>
                                    <p:anim calcmode="lin" valueType="num">
                                      <p:cBhvr>
                                        <p:cTn id="62" dur="550" fill="hold"/>
                                        <p:tgtEl>
                                          <p:spTgt spid="16"/>
                                        </p:tgtEl>
                                        <p:attrNameLst>
                                          <p:attrName>ppt_x</p:attrName>
                                        </p:attrNameLst>
                                      </p:cBhvr>
                                      <p:tavLst>
                                        <p:tav tm="0">
                                          <p:val>
                                            <p:strVal val="#ppt_x"/>
                                          </p:val>
                                        </p:tav>
                                        <p:tav tm="100000">
                                          <p:val>
                                            <p:strVal val="#ppt_x"/>
                                          </p:val>
                                        </p:tav>
                                      </p:tavLst>
                                    </p:anim>
                                    <p:anim calcmode="lin" valueType="num">
                                      <p:cBhvr>
                                        <p:cTn id="63" dur="550" fill="hold"/>
                                        <p:tgtEl>
                                          <p:spTgt spid="16"/>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83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550"/>
                                        <p:tgtEl>
                                          <p:spTgt spid="17"/>
                                        </p:tgtEl>
                                      </p:cBhvr>
                                    </p:animEffect>
                                    <p:anim calcmode="lin" valueType="num">
                                      <p:cBhvr>
                                        <p:cTn id="67" dur="550" fill="hold"/>
                                        <p:tgtEl>
                                          <p:spTgt spid="17"/>
                                        </p:tgtEl>
                                        <p:attrNameLst>
                                          <p:attrName>ppt_x</p:attrName>
                                        </p:attrNameLst>
                                      </p:cBhvr>
                                      <p:tavLst>
                                        <p:tav tm="0">
                                          <p:val>
                                            <p:strVal val="#ppt_x"/>
                                          </p:val>
                                        </p:tav>
                                        <p:tav tm="100000">
                                          <p:val>
                                            <p:strVal val="#ppt_x"/>
                                          </p:val>
                                        </p:tav>
                                      </p:tavLst>
                                    </p:anim>
                                    <p:anim calcmode="lin" valueType="num">
                                      <p:cBhvr>
                                        <p:cTn id="68" dur="550" fill="hold"/>
                                        <p:tgtEl>
                                          <p:spTgt spid="17"/>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830"/>
                                  </p:stCondLst>
                                  <p:childTnLst>
                                    <p:set>
                                      <p:cBhvr>
                                        <p:cTn id="70" dur="1" fill="hold">
                                          <p:stCondLst>
                                            <p:cond delay="0"/>
                                          </p:stCondLst>
                                        </p:cTn>
                                        <p:tgtEl>
                                          <p:spTgt spid="18"/>
                                        </p:tgtEl>
                                        <p:attrNameLst>
                                          <p:attrName>style.visibility</p:attrName>
                                        </p:attrNameLst>
                                      </p:cBhvr>
                                      <p:to>
                                        <p:strVal val="visible"/>
                                      </p:to>
                                    </p:set>
                                    <p:animEffect transition="in" filter="fade">
                                      <p:cBhvr>
                                        <p:cTn id="71" dur="550"/>
                                        <p:tgtEl>
                                          <p:spTgt spid="18"/>
                                        </p:tgtEl>
                                      </p:cBhvr>
                                    </p:animEffect>
                                    <p:anim calcmode="lin" valueType="num">
                                      <p:cBhvr>
                                        <p:cTn id="72" dur="550" fill="hold"/>
                                        <p:tgtEl>
                                          <p:spTgt spid="18"/>
                                        </p:tgtEl>
                                        <p:attrNameLst>
                                          <p:attrName>ppt_x</p:attrName>
                                        </p:attrNameLst>
                                      </p:cBhvr>
                                      <p:tavLst>
                                        <p:tav tm="0">
                                          <p:val>
                                            <p:strVal val="#ppt_x"/>
                                          </p:val>
                                        </p:tav>
                                        <p:tav tm="100000">
                                          <p:val>
                                            <p:strVal val="#ppt_x"/>
                                          </p:val>
                                        </p:tav>
                                      </p:tavLst>
                                    </p:anim>
                                    <p:anim calcmode="lin" valueType="num">
                                      <p:cBhvr>
                                        <p:cTn id="73" dur="550" fill="hold"/>
                                        <p:tgtEl>
                                          <p:spTgt spid="18"/>
                                        </p:tgtEl>
                                        <p:attrNameLst>
                                          <p:attrName>ppt_y</p:attrName>
                                        </p:attrNameLst>
                                      </p:cBhvr>
                                      <p:tavLst>
                                        <p:tav tm="0">
                                          <p:val>
                                            <p:strVal val="#ppt_y+.1"/>
                                          </p:val>
                                        </p:tav>
                                        <p:tav tm="100000">
                                          <p:val>
                                            <p:strVal val="#ppt_y"/>
                                          </p:val>
                                        </p:tav>
                                      </p:tavLst>
                                    </p:anim>
                                  </p:childTnLst>
                                </p:cTn>
                              </p:par>
                              <p:par>
                                <p:cTn id="74" presetID="42" presetClass="entr" presetSubtype="0" fill="hold" grpId="0" nodeType="withEffect">
                                  <p:stCondLst>
                                    <p:cond delay="830"/>
                                  </p:stCondLst>
                                  <p:childTnLst>
                                    <p:set>
                                      <p:cBhvr>
                                        <p:cTn id="75" dur="1" fill="hold">
                                          <p:stCondLst>
                                            <p:cond delay="0"/>
                                          </p:stCondLst>
                                        </p:cTn>
                                        <p:tgtEl>
                                          <p:spTgt spid="19"/>
                                        </p:tgtEl>
                                        <p:attrNameLst>
                                          <p:attrName>style.visibility</p:attrName>
                                        </p:attrNameLst>
                                      </p:cBhvr>
                                      <p:to>
                                        <p:strVal val="visible"/>
                                      </p:to>
                                    </p:set>
                                    <p:animEffect transition="in" filter="fade">
                                      <p:cBhvr>
                                        <p:cTn id="76" dur="550"/>
                                        <p:tgtEl>
                                          <p:spTgt spid="19"/>
                                        </p:tgtEl>
                                      </p:cBhvr>
                                    </p:animEffect>
                                    <p:anim calcmode="lin" valueType="num">
                                      <p:cBhvr>
                                        <p:cTn id="77" dur="550" fill="hold"/>
                                        <p:tgtEl>
                                          <p:spTgt spid="19"/>
                                        </p:tgtEl>
                                        <p:attrNameLst>
                                          <p:attrName>ppt_x</p:attrName>
                                        </p:attrNameLst>
                                      </p:cBhvr>
                                      <p:tavLst>
                                        <p:tav tm="0">
                                          <p:val>
                                            <p:strVal val="#ppt_x"/>
                                          </p:val>
                                        </p:tav>
                                        <p:tav tm="100000">
                                          <p:val>
                                            <p:strVal val="#ppt_x"/>
                                          </p:val>
                                        </p:tav>
                                      </p:tavLst>
                                    </p:anim>
                                    <p:anim calcmode="lin" valueType="num">
                                      <p:cBhvr>
                                        <p:cTn id="78" dur="550" fill="hold"/>
                                        <p:tgtEl>
                                          <p:spTgt spid="19"/>
                                        </p:tgtEl>
                                        <p:attrNameLst>
                                          <p:attrName>ppt_y</p:attrName>
                                        </p:attrNameLst>
                                      </p:cBhvr>
                                      <p:tavLst>
                                        <p:tav tm="0">
                                          <p:val>
                                            <p:strVal val="#ppt_y+.1"/>
                                          </p:val>
                                        </p:tav>
                                        <p:tav tm="100000">
                                          <p:val>
                                            <p:strVal val="#ppt_y"/>
                                          </p:val>
                                        </p:tav>
                                      </p:tavLst>
                                    </p:anim>
                                  </p:childTnLst>
                                </p:cTn>
                              </p:par>
                              <p:par>
                                <p:cTn id="79" presetID="42" presetClass="entr" presetSubtype="0" fill="hold" nodeType="withEffect">
                                  <p:stCondLst>
                                    <p:cond delay="990"/>
                                  </p:stCondLst>
                                  <p:childTnLst>
                                    <p:set>
                                      <p:cBhvr>
                                        <p:cTn id="80" dur="1" fill="hold">
                                          <p:stCondLst>
                                            <p:cond delay="0"/>
                                          </p:stCondLst>
                                        </p:cTn>
                                        <p:tgtEl>
                                          <p:spTgt spid="20"/>
                                        </p:tgtEl>
                                        <p:attrNameLst>
                                          <p:attrName>style.visibility</p:attrName>
                                        </p:attrNameLst>
                                      </p:cBhvr>
                                      <p:to>
                                        <p:strVal val="visible"/>
                                      </p:to>
                                    </p:set>
                                    <p:animEffect transition="in" filter="fade">
                                      <p:cBhvr>
                                        <p:cTn id="81" dur="550"/>
                                        <p:tgtEl>
                                          <p:spTgt spid="20"/>
                                        </p:tgtEl>
                                      </p:cBhvr>
                                    </p:animEffect>
                                    <p:anim calcmode="lin" valueType="num">
                                      <p:cBhvr>
                                        <p:cTn id="82" dur="550" fill="hold"/>
                                        <p:tgtEl>
                                          <p:spTgt spid="20"/>
                                        </p:tgtEl>
                                        <p:attrNameLst>
                                          <p:attrName>ppt_x</p:attrName>
                                        </p:attrNameLst>
                                      </p:cBhvr>
                                      <p:tavLst>
                                        <p:tav tm="0">
                                          <p:val>
                                            <p:strVal val="#ppt_x"/>
                                          </p:val>
                                        </p:tav>
                                        <p:tav tm="100000">
                                          <p:val>
                                            <p:strVal val="#ppt_x"/>
                                          </p:val>
                                        </p:tav>
                                      </p:tavLst>
                                    </p:anim>
                                    <p:anim calcmode="lin" valueType="num">
                                      <p:cBhvr>
                                        <p:cTn id="83" dur="550" fill="hold"/>
                                        <p:tgtEl>
                                          <p:spTgt spid="20"/>
                                        </p:tgtEl>
                                        <p:attrNameLst>
                                          <p:attrName>ppt_y</p:attrName>
                                        </p:attrNameLst>
                                      </p:cBhvr>
                                      <p:tavLst>
                                        <p:tav tm="0">
                                          <p:val>
                                            <p:strVal val="#ppt_y+.1"/>
                                          </p:val>
                                        </p:tav>
                                        <p:tav tm="100000">
                                          <p:val>
                                            <p:strVal val="#ppt_y"/>
                                          </p:val>
                                        </p:tav>
                                      </p:tavLst>
                                    </p:anim>
                                  </p:childTnLst>
                                </p:cTn>
                              </p:par>
                              <p:par>
                                <p:cTn id="84" presetID="42" presetClass="entr" presetSubtype="0" fill="hold" grpId="0" nodeType="withEffect">
                                  <p:stCondLst>
                                    <p:cond delay="990"/>
                                  </p:stCondLst>
                                  <p:childTnLst>
                                    <p:set>
                                      <p:cBhvr>
                                        <p:cTn id="85" dur="1" fill="hold">
                                          <p:stCondLst>
                                            <p:cond delay="0"/>
                                          </p:stCondLst>
                                        </p:cTn>
                                        <p:tgtEl>
                                          <p:spTgt spid="21"/>
                                        </p:tgtEl>
                                        <p:attrNameLst>
                                          <p:attrName>style.visibility</p:attrName>
                                        </p:attrNameLst>
                                      </p:cBhvr>
                                      <p:to>
                                        <p:strVal val="visible"/>
                                      </p:to>
                                    </p:set>
                                    <p:animEffect transition="in" filter="fade">
                                      <p:cBhvr>
                                        <p:cTn id="86" dur="550"/>
                                        <p:tgtEl>
                                          <p:spTgt spid="21"/>
                                        </p:tgtEl>
                                      </p:cBhvr>
                                    </p:animEffect>
                                    <p:anim calcmode="lin" valueType="num">
                                      <p:cBhvr>
                                        <p:cTn id="87" dur="550" fill="hold"/>
                                        <p:tgtEl>
                                          <p:spTgt spid="21"/>
                                        </p:tgtEl>
                                        <p:attrNameLst>
                                          <p:attrName>ppt_x</p:attrName>
                                        </p:attrNameLst>
                                      </p:cBhvr>
                                      <p:tavLst>
                                        <p:tav tm="0">
                                          <p:val>
                                            <p:strVal val="#ppt_x"/>
                                          </p:val>
                                        </p:tav>
                                        <p:tav tm="100000">
                                          <p:val>
                                            <p:strVal val="#ppt_x"/>
                                          </p:val>
                                        </p:tav>
                                      </p:tavLst>
                                    </p:anim>
                                    <p:anim calcmode="lin" valueType="num">
                                      <p:cBhvr>
                                        <p:cTn id="88" dur="550" fill="hold"/>
                                        <p:tgtEl>
                                          <p:spTgt spid="21"/>
                                        </p:tgtEl>
                                        <p:attrNameLst>
                                          <p:attrName>ppt_y</p:attrName>
                                        </p:attrNameLst>
                                      </p:cBhvr>
                                      <p:tavLst>
                                        <p:tav tm="0">
                                          <p:val>
                                            <p:strVal val="#ppt_y+.1"/>
                                          </p:val>
                                        </p:tav>
                                        <p:tav tm="100000">
                                          <p:val>
                                            <p:strVal val="#ppt_y"/>
                                          </p:val>
                                        </p:tav>
                                      </p:tavLst>
                                    </p:anim>
                                  </p:childTnLst>
                                </p:cTn>
                              </p:par>
                              <p:par>
                                <p:cTn id="89" presetID="42" presetClass="entr" presetSubtype="0" fill="hold" grpId="0" nodeType="withEffect">
                                  <p:stCondLst>
                                    <p:cond delay="990"/>
                                  </p:stCondLst>
                                  <p:childTnLst>
                                    <p:set>
                                      <p:cBhvr>
                                        <p:cTn id="90" dur="1" fill="hold">
                                          <p:stCondLst>
                                            <p:cond delay="0"/>
                                          </p:stCondLst>
                                        </p:cTn>
                                        <p:tgtEl>
                                          <p:spTgt spid="22"/>
                                        </p:tgtEl>
                                        <p:attrNameLst>
                                          <p:attrName>style.visibility</p:attrName>
                                        </p:attrNameLst>
                                      </p:cBhvr>
                                      <p:to>
                                        <p:strVal val="visible"/>
                                      </p:to>
                                    </p:set>
                                    <p:animEffect transition="in" filter="fade">
                                      <p:cBhvr>
                                        <p:cTn id="91" dur="550"/>
                                        <p:tgtEl>
                                          <p:spTgt spid="22"/>
                                        </p:tgtEl>
                                      </p:cBhvr>
                                    </p:animEffect>
                                    <p:anim calcmode="lin" valueType="num">
                                      <p:cBhvr>
                                        <p:cTn id="92" dur="550" fill="hold"/>
                                        <p:tgtEl>
                                          <p:spTgt spid="22"/>
                                        </p:tgtEl>
                                        <p:attrNameLst>
                                          <p:attrName>ppt_x</p:attrName>
                                        </p:attrNameLst>
                                      </p:cBhvr>
                                      <p:tavLst>
                                        <p:tav tm="0">
                                          <p:val>
                                            <p:strVal val="#ppt_x"/>
                                          </p:val>
                                        </p:tav>
                                        <p:tav tm="100000">
                                          <p:val>
                                            <p:strVal val="#ppt_x"/>
                                          </p:val>
                                        </p:tav>
                                      </p:tavLst>
                                    </p:anim>
                                    <p:anim calcmode="lin" valueType="num">
                                      <p:cBhvr>
                                        <p:cTn id="93" dur="550" fill="hold"/>
                                        <p:tgtEl>
                                          <p:spTgt spid="22"/>
                                        </p:tgtEl>
                                        <p:attrNameLst>
                                          <p:attrName>ppt_y</p:attrName>
                                        </p:attrNameLst>
                                      </p:cBhvr>
                                      <p:tavLst>
                                        <p:tav tm="0">
                                          <p:val>
                                            <p:strVal val="#ppt_y+.1"/>
                                          </p:val>
                                        </p:tav>
                                        <p:tav tm="100000">
                                          <p:val>
                                            <p:strVal val="#ppt_y"/>
                                          </p:val>
                                        </p:tav>
                                      </p:tavLst>
                                    </p:anim>
                                  </p:childTnLst>
                                </p:cTn>
                              </p:par>
                              <p:par>
                                <p:cTn id="94" presetID="42" presetClass="entr" presetSubtype="0" fill="hold" grpId="0" nodeType="withEffect">
                                  <p:stCondLst>
                                    <p:cond delay="990"/>
                                  </p:stCondLst>
                                  <p:childTnLst>
                                    <p:set>
                                      <p:cBhvr>
                                        <p:cTn id="95" dur="1" fill="hold">
                                          <p:stCondLst>
                                            <p:cond delay="0"/>
                                          </p:stCondLst>
                                        </p:cTn>
                                        <p:tgtEl>
                                          <p:spTgt spid="23"/>
                                        </p:tgtEl>
                                        <p:attrNameLst>
                                          <p:attrName>style.visibility</p:attrName>
                                        </p:attrNameLst>
                                      </p:cBhvr>
                                      <p:to>
                                        <p:strVal val="visible"/>
                                      </p:to>
                                    </p:set>
                                    <p:animEffect transition="in" filter="fade">
                                      <p:cBhvr>
                                        <p:cTn id="96" dur="550"/>
                                        <p:tgtEl>
                                          <p:spTgt spid="23"/>
                                        </p:tgtEl>
                                      </p:cBhvr>
                                    </p:animEffect>
                                    <p:anim calcmode="lin" valueType="num">
                                      <p:cBhvr>
                                        <p:cTn id="97" dur="550" fill="hold"/>
                                        <p:tgtEl>
                                          <p:spTgt spid="23"/>
                                        </p:tgtEl>
                                        <p:attrNameLst>
                                          <p:attrName>ppt_x</p:attrName>
                                        </p:attrNameLst>
                                      </p:cBhvr>
                                      <p:tavLst>
                                        <p:tav tm="0">
                                          <p:val>
                                            <p:strVal val="#ppt_x"/>
                                          </p:val>
                                        </p:tav>
                                        <p:tav tm="100000">
                                          <p:val>
                                            <p:strVal val="#ppt_x"/>
                                          </p:val>
                                        </p:tav>
                                      </p:tavLst>
                                    </p:anim>
                                    <p:anim calcmode="lin" valueType="num">
                                      <p:cBhvr>
                                        <p:cTn id="98" dur="550" fill="hold"/>
                                        <p:tgtEl>
                                          <p:spTgt spid="23"/>
                                        </p:tgtEl>
                                        <p:attrNameLst>
                                          <p:attrName>ppt_y</p:attrName>
                                        </p:attrNameLst>
                                      </p:cBhvr>
                                      <p:tavLst>
                                        <p:tav tm="0">
                                          <p:val>
                                            <p:strVal val="#ppt_y+.1"/>
                                          </p:val>
                                        </p:tav>
                                        <p:tav tm="100000">
                                          <p:val>
                                            <p:strVal val="#ppt_y"/>
                                          </p:val>
                                        </p:tav>
                                      </p:tavLst>
                                    </p:anim>
                                  </p:childTnLst>
                                </p:cTn>
                              </p:par>
                              <p:par>
                                <p:cTn id="99" presetID="42" presetClass="entr" presetSubtype="0" fill="hold" nodeType="withEffect">
                                  <p:stCondLst>
                                    <p:cond delay="1150"/>
                                  </p:stCondLst>
                                  <p:childTnLst>
                                    <p:set>
                                      <p:cBhvr>
                                        <p:cTn id="100" dur="1" fill="hold">
                                          <p:stCondLst>
                                            <p:cond delay="0"/>
                                          </p:stCondLst>
                                        </p:cTn>
                                        <p:tgtEl>
                                          <p:spTgt spid="24"/>
                                        </p:tgtEl>
                                        <p:attrNameLst>
                                          <p:attrName>style.visibility</p:attrName>
                                        </p:attrNameLst>
                                      </p:cBhvr>
                                      <p:to>
                                        <p:strVal val="visible"/>
                                      </p:to>
                                    </p:set>
                                    <p:animEffect transition="in" filter="fade">
                                      <p:cBhvr>
                                        <p:cTn id="101" dur="550"/>
                                        <p:tgtEl>
                                          <p:spTgt spid="24"/>
                                        </p:tgtEl>
                                      </p:cBhvr>
                                    </p:animEffect>
                                    <p:anim calcmode="lin" valueType="num">
                                      <p:cBhvr>
                                        <p:cTn id="102" dur="550" fill="hold"/>
                                        <p:tgtEl>
                                          <p:spTgt spid="24"/>
                                        </p:tgtEl>
                                        <p:attrNameLst>
                                          <p:attrName>ppt_x</p:attrName>
                                        </p:attrNameLst>
                                      </p:cBhvr>
                                      <p:tavLst>
                                        <p:tav tm="0">
                                          <p:val>
                                            <p:strVal val="#ppt_x"/>
                                          </p:val>
                                        </p:tav>
                                        <p:tav tm="100000">
                                          <p:val>
                                            <p:strVal val="#ppt_x"/>
                                          </p:val>
                                        </p:tav>
                                      </p:tavLst>
                                    </p:anim>
                                    <p:anim calcmode="lin" valueType="num">
                                      <p:cBhvr>
                                        <p:cTn id="103" dur="550" fill="hold"/>
                                        <p:tgtEl>
                                          <p:spTgt spid="24"/>
                                        </p:tgtEl>
                                        <p:attrNameLst>
                                          <p:attrName>ppt_y</p:attrName>
                                        </p:attrNameLst>
                                      </p:cBhvr>
                                      <p:tavLst>
                                        <p:tav tm="0">
                                          <p:val>
                                            <p:strVal val="#ppt_y+.1"/>
                                          </p:val>
                                        </p:tav>
                                        <p:tav tm="100000">
                                          <p:val>
                                            <p:strVal val="#ppt_y"/>
                                          </p:val>
                                        </p:tav>
                                      </p:tavLst>
                                    </p:anim>
                                  </p:childTnLst>
                                </p:cTn>
                              </p:par>
                              <p:par>
                                <p:cTn id="104" presetID="42" presetClass="entr" presetSubtype="0" fill="hold" grpId="0" nodeType="withEffect">
                                  <p:stCondLst>
                                    <p:cond delay="1150"/>
                                  </p:stCondLst>
                                  <p:childTnLst>
                                    <p:set>
                                      <p:cBhvr>
                                        <p:cTn id="105" dur="1" fill="hold">
                                          <p:stCondLst>
                                            <p:cond delay="0"/>
                                          </p:stCondLst>
                                        </p:cTn>
                                        <p:tgtEl>
                                          <p:spTgt spid="25"/>
                                        </p:tgtEl>
                                        <p:attrNameLst>
                                          <p:attrName>style.visibility</p:attrName>
                                        </p:attrNameLst>
                                      </p:cBhvr>
                                      <p:to>
                                        <p:strVal val="visible"/>
                                      </p:to>
                                    </p:set>
                                    <p:animEffect transition="in" filter="fade">
                                      <p:cBhvr>
                                        <p:cTn id="106" dur="550"/>
                                        <p:tgtEl>
                                          <p:spTgt spid="25"/>
                                        </p:tgtEl>
                                      </p:cBhvr>
                                    </p:animEffect>
                                    <p:anim calcmode="lin" valueType="num">
                                      <p:cBhvr>
                                        <p:cTn id="107" dur="550" fill="hold"/>
                                        <p:tgtEl>
                                          <p:spTgt spid="25"/>
                                        </p:tgtEl>
                                        <p:attrNameLst>
                                          <p:attrName>ppt_x</p:attrName>
                                        </p:attrNameLst>
                                      </p:cBhvr>
                                      <p:tavLst>
                                        <p:tav tm="0">
                                          <p:val>
                                            <p:strVal val="#ppt_x"/>
                                          </p:val>
                                        </p:tav>
                                        <p:tav tm="100000">
                                          <p:val>
                                            <p:strVal val="#ppt_x"/>
                                          </p:val>
                                        </p:tav>
                                      </p:tavLst>
                                    </p:anim>
                                    <p:anim calcmode="lin" valueType="num">
                                      <p:cBhvr>
                                        <p:cTn id="108" dur="550" fill="hold"/>
                                        <p:tgtEl>
                                          <p:spTgt spid="25"/>
                                        </p:tgtEl>
                                        <p:attrNameLst>
                                          <p:attrName>ppt_y</p:attrName>
                                        </p:attrNameLst>
                                      </p:cBhvr>
                                      <p:tavLst>
                                        <p:tav tm="0">
                                          <p:val>
                                            <p:strVal val="#ppt_y+.1"/>
                                          </p:val>
                                        </p:tav>
                                        <p:tav tm="100000">
                                          <p:val>
                                            <p:strVal val="#ppt_y"/>
                                          </p:val>
                                        </p:tav>
                                      </p:tavLst>
                                    </p:anim>
                                  </p:childTnLst>
                                </p:cTn>
                              </p:par>
                              <p:par>
                                <p:cTn id="109" presetID="42" presetClass="entr" presetSubtype="0" fill="hold" grpId="0" nodeType="withEffect">
                                  <p:stCondLst>
                                    <p:cond delay="1150"/>
                                  </p:stCondLst>
                                  <p:childTnLst>
                                    <p:set>
                                      <p:cBhvr>
                                        <p:cTn id="110" dur="1" fill="hold">
                                          <p:stCondLst>
                                            <p:cond delay="0"/>
                                          </p:stCondLst>
                                        </p:cTn>
                                        <p:tgtEl>
                                          <p:spTgt spid="26"/>
                                        </p:tgtEl>
                                        <p:attrNameLst>
                                          <p:attrName>style.visibility</p:attrName>
                                        </p:attrNameLst>
                                      </p:cBhvr>
                                      <p:to>
                                        <p:strVal val="visible"/>
                                      </p:to>
                                    </p:set>
                                    <p:animEffect transition="in" filter="fade">
                                      <p:cBhvr>
                                        <p:cTn id="111" dur="550"/>
                                        <p:tgtEl>
                                          <p:spTgt spid="26"/>
                                        </p:tgtEl>
                                      </p:cBhvr>
                                    </p:animEffect>
                                    <p:anim calcmode="lin" valueType="num">
                                      <p:cBhvr>
                                        <p:cTn id="112" dur="550" fill="hold"/>
                                        <p:tgtEl>
                                          <p:spTgt spid="26"/>
                                        </p:tgtEl>
                                        <p:attrNameLst>
                                          <p:attrName>ppt_x</p:attrName>
                                        </p:attrNameLst>
                                      </p:cBhvr>
                                      <p:tavLst>
                                        <p:tav tm="0">
                                          <p:val>
                                            <p:strVal val="#ppt_x"/>
                                          </p:val>
                                        </p:tav>
                                        <p:tav tm="100000">
                                          <p:val>
                                            <p:strVal val="#ppt_x"/>
                                          </p:val>
                                        </p:tav>
                                      </p:tavLst>
                                    </p:anim>
                                    <p:anim calcmode="lin" valueType="num">
                                      <p:cBhvr>
                                        <p:cTn id="113" dur="550" fill="hold"/>
                                        <p:tgtEl>
                                          <p:spTgt spid="26"/>
                                        </p:tgtEl>
                                        <p:attrNameLst>
                                          <p:attrName>ppt_y</p:attrName>
                                        </p:attrNameLst>
                                      </p:cBhvr>
                                      <p:tavLst>
                                        <p:tav tm="0">
                                          <p:val>
                                            <p:strVal val="#ppt_y+.1"/>
                                          </p:val>
                                        </p:tav>
                                        <p:tav tm="100000">
                                          <p:val>
                                            <p:strVal val="#ppt_y"/>
                                          </p:val>
                                        </p:tav>
                                      </p:tavLst>
                                    </p:anim>
                                  </p:childTnLst>
                                </p:cTn>
                              </p:par>
                              <p:par>
                                <p:cTn id="114" presetID="42" presetClass="entr" presetSubtype="0" fill="hold" grpId="0" nodeType="withEffect">
                                  <p:stCondLst>
                                    <p:cond delay="1150"/>
                                  </p:stCondLst>
                                  <p:childTnLst>
                                    <p:set>
                                      <p:cBhvr>
                                        <p:cTn id="115" dur="1" fill="hold">
                                          <p:stCondLst>
                                            <p:cond delay="0"/>
                                          </p:stCondLst>
                                        </p:cTn>
                                        <p:tgtEl>
                                          <p:spTgt spid="27"/>
                                        </p:tgtEl>
                                        <p:attrNameLst>
                                          <p:attrName>style.visibility</p:attrName>
                                        </p:attrNameLst>
                                      </p:cBhvr>
                                      <p:to>
                                        <p:strVal val="visible"/>
                                      </p:to>
                                    </p:set>
                                    <p:animEffect transition="in" filter="fade">
                                      <p:cBhvr>
                                        <p:cTn id="116" dur="550"/>
                                        <p:tgtEl>
                                          <p:spTgt spid="27"/>
                                        </p:tgtEl>
                                      </p:cBhvr>
                                    </p:animEffect>
                                    <p:anim calcmode="lin" valueType="num">
                                      <p:cBhvr>
                                        <p:cTn id="117" dur="550" fill="hold"/>
                                        <p:tgtEl>
                                          <p:spTgt spid="27"/>
                                        </p:tgtEl>
                                        <p:attrNameLst>
                                          <p:attrName>ppt_x</p:attrName>
                                        </p:attrNameLst>
                                      </p:cBhvr>
                                      <p:tavLst>
                                        <p:tav tm="0">
                                          <p:val>
                                            <p:strVal val="#ppt_x"/>
                                          </p:val>
                                        </p:tav>
                                        <p:tav tm="100000">
                                          <p:val>
                                            <p:strVal val="#ppt_x"/>
                                          </p:val>
                                        </p:tav>
                                      </p:tavLst>
                                    </p:anim>
                                    <p:anim calcmode="lin" valueType="num">
                                      <p:cBhvr>
                                        <p:cTn id="118" dur="55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3" grpId="0" animBg="1"/>
      <p:bldP spid="14" grpId="0" animBg="1"/>
      <p:bldP spid="15" grpId="0" animBg="1"/>
      <p:bldP spid="17" grpId="0" animBg="1"/>
      <p:bldP spid="18" grpId="0" animBg="1"/>
      <p:bldP spid="19" grpId="0" animBg="1"/>
      <p:bldP spid="21" grpId="0" animBg="1"/>
      <p:bldP spid="22" grpId="0" animBg="1"/>
      <p:bldP spid="23" grpId="0" animBg="1"/>
      <p:bldP spid="25" grpId="0" animBg="1"/>
      <p:bldP spid="26" grpId="0" animBg="1"/>
      <p:bldP spid="2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Glow" descr="assets/glow_soft.png"/>
          <p:cNvPicPr>
            <a:picLocks noChangeAspect="1"/>
          </p:cNvPicPr>
          <p:nvPr/>
        </p:nvPicPr>
        <p:blipFill>
          <a:blip r:embed="rId4"/>
          <a:stretch>
            <a:fillRect/>
          </a:stretch>
        </p:blipFill>
        <p:spPr>
          <a:xfrm>
            <a:off x="9767621" y="-371246"/>
            <a:ext cx="2743200" cy="2743200"/>
          </a:xfrm>
          <a:prstGeom prst="rect">
            <a:avLst/>
          </a:prstGeom>
        </p:spPr>
      </p:pic>
      <p:sp>
        <p:nvSpPr>
          <p:cNvPr id="3" name="Text 0"/>
          <p:cNvSpPr txBox="1"/>
          <p:nvPr/>
        </p:nvSpPr>
        <p:spPr>
          <a:xfrm>
            <a:off x="548640" y="274320"/>
            <a:ext cx="9692640" cy="256032"/>
          </a:xfrm>
          <a:prstGeom prst="rect">
            <a:avLst/>
          </a:prstGeom>
          <a:noFill/>
          <a:ln/>
        </p:spPr>
        <p:txBody>
          <a:bodyPr wrap="square" lIns="0" tIns="0" rIns="0" bIns="0" rtlCol="0" anchor="t"/>
          <a:lstStyle/>
          <a:p>
            <a:pPr marL="0" indent="0">
              <a:buNone/>
            </a:pPr>
            <a:r>
              <a:rPr lang="en-US" sz="950" i="1" dirty="0">
                <a:solidFill>
                  <a:srgbClr val="6E6A85"/>
                </a:solidFill>
                <a:latin typeface="Segoe UI" pitchFamily="34" charset="0"/>
                <a:ea typeface="Segoe UI" pitchFamily="34" charset="-122"/>
                <a:cs typeface="Segoe UI" pitchFamily="34" charset="-120"/>
              </a:rPr>
              <a:t>Mise en place d’une plateforme intelligente d’assistance au dépannage et de mise en relation avec des techniciens</a:t>
            </a:r>
            <a:endParaRPr lang="en-US" sz="950" dirty="0"/>
          </a:p>
        </p:txBody>
      </p:sp>
      <p:sp>
        <p:nvSpPr>
          <p:cNvPr id="4" name="!!Kicker"/>
          <p:cNvSpPr txBox="1"/>
          <p:nvPr/>
        </p:nvSpPr>
        <p:spPr>
          <a:xfrm>
            <a:off x="548640" y="713232"/>
            <a:ext cx="9692640" cy="274320"/>
          </a:xfrm>
          <a:prstGeom prst="rect">
            <a:avLst/>
          </a:prstGeom>
          <a:noFill/>
          <a:ln/>
        </p:spPr>
        <p:txBody>
          <a:bodyPr wrap="square" lIns="0" tIns="0" rIns="0" bIns="0" rtlCol="0" anchor="t"/>
          <a:lstStyle/>
          <a:p>
            <a:pPr marL="0" indent="0">
              <a:buNone/>
            </a:pPr>
            <a:r>
              <a:rPr lang="en-US" sz="1100" b="1" kern="0" spc="200" dirty="0">
                <a:solidFill>
                  <a:srgbClr val="5B2FD6"/>
                </a:solidFill>
                <a:latin typeface="Segoe UI" pitchFamily="34" charset="0"/>
                <a:ea typeface="Segoe UI" pitchFamily="34" charset="-122"/>
                <a:cs typeface="Segoe UI" pitchFamily="34" charset="-120"/>
              </a:rPr>
              <a:t>04 · DIAGRAMME DE CLASSES</a:t>
            </a:r>
            <a:endParaRPr lang="en-US" sz="1100" dirty="0"/>
          </a:p>
        </p:txBody>
      </p:sp>
      <p:sp>
        <p:nvSpPr>
          <p:cNvPr id="5" name="!!Title"/>
          <p:cNvSpPr txBox="1"/>
          <p:nvPr/>
        </p:nvSpPr>
        <p:spPr>
          <a:xfrm>
            <a:off x="548640" y="987552"/>
            <a:ext cx="9692640" cy="658368"/>
          </a:xfrm>
          <a:prstGeom prst="rect">
            <a:avLst/>
          </a:prstGeom>
          <a:noFill/>
          <a:ln/>
        </p:spPr>
        <p:txBody>
          <a:bodyPr wrap="square" lIns="0" tIns="0" rIns="0" bIns="0" rtlCol="0" anchor="ctr"/>
          <a:lstStyle/>
          <a:p>
            <a:pPr marL="0" indent="0">
              <a:buNone/>
            </a:pPr>
            <a:r>
              <a:rPr lang="en-US" sz="2800" dirty="0">
                <a:solidFill>
                  <a:srgbClr val="17132E"/>
                </a:solidFill>
                <a:latin typeface="Segoe UI Semibold" pitchFamily="34" charset="0"/>
                <a:ea typeface="Segoe UI Semibold" pitchFamily="34" charset="-122"/>
                <a:cs typeface="Segoe UI Semibold" pitchFamily="34" charset="-120"/>
              </a:rPr>
              <a:t>La structure statique du système</a:t>
            </a:r>
            <a:endParaRPr lang="en-US" sz="2800" dirty="0"/>
          </a:p>
        </p:txBody>
      </p:sp>
      <p:sp>
        <p:nvSpPr>
          <p:cNvPr id="6" name="S17_A00_zoom_308"/>
          <p:cNvSpPr/>
          <p:nvPr/>
        </p:nvSpPr>
        <p:spPr>
          <a:xfrm>
            <a:off x="548640" y="1783080"/>
            <a:ext cx="7223760" cy="4434840"/>
          </a:xfrm>
          <a:prstGeom prst="roundRect">
            <a:avLst>
              <a:gd name="adj" fmla="val 2887"/>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pic>
        <p:nvPicPr>
          <p:cNvPr id="7" name="S17_A00_zoom_309" descr="assets/classes.png"/>
          <p:cNvPicPr>
            <a:picLocks noChangeAspect="1"/>
          </p:cNvPicPr>
          <p:nvPr/>
        </p:nvPicPr>
        <p:blipFill>
          <a:blip r:embed="rId5"/>
          <a:stretch>
            <a:fillRect/>
          </a:stretch>
        </p:blipFill>
        <p:spPr>
          <a:xfrm>
            <a:off x="941832" y="1920240"/>
            <a:ext cx="6437376" cy="4160520"/>
          </a:xfrm>
          <a:prstGeom prst="rect">
            <a:avLst/>
          </a:prstGeom>
        </p:spPr>
      </p:pic>
      <p:sp>
        <p:nvSpPr>
          <p:cNvPr id="8" name="S17_A01_zoom_310"/>
          <p:cNvSpPr/>
          <p:nvPr/>
        </p:nvSpPr>
        <p:spPr>
          <a:xfrm>
            <a:off x="8046720" y="1783080"/>
            <a:ext cx="3593592" cy="1234440"/>
          </a:xfrm>
          <a:prstGeom prst="roundRect">
            <a:avLst>
              <a:gd name="adj" fmla="val 11852"/>
            </a:avLst>
          </a:prstGeom>
          <a:solidFill>
            <a:srgbClr val="F3EFFF"/>
          </a:solidFill>
          <a:ln w="12700">
            <a:solidFill>
              <a:srgbClr val="C9B8FF"/>
            </a:solidFill>
            <a:prstDash val="solid"/>
          </a:ln>
        </p:spPr>
      </p:sp>
      <p:sp>
        <p:nvSpPr>
          <p:cNvPr id="9" name="S17_A01_zoom_311"/>
          <p:cNvSpPr txBox="1"/>
          <p:nvPr/>
        </p:nvSpPr>
        <p:spPr>
          <a:xfrm>
            <a:off x="8275320" y="1874520"/>
            <a:ext cx="1188720" cy="1051560"/>
          </a:xfrm>
          <a:prstGeom prst="rect">
            <a:avLst/>
          </a:prstGeom>
          <a:noFill/>
          <a:ln/>
        </p:spPr>
        <p:txBody>
          <a:bodyPr wrap="square" lIns="0" tIns="0" rIns="0" bIns="0" rtlCol="0" anchor="ctr"/>
          <a:lstStyle/>
          <a:p>
            <a:pPr marL="0" indent="0">
              <a:buNone/>
            </a:pPr>
            <a:r>
              <a:rPr lang="en-US" sz="5400" dirty="0">
                <a:solidFill>
                  <a:srgbClr val="5B2FD6"/>
                </a:solidFill>
                <a:latin typeface="Segoe UI Black" pitchFamily="34" charset="0"/>
                <a:ea typeface="Segoe UI Black" pitchFamily="34" charset="-122"/>
                <a:cs typeface="Segoe UI Black" pitchFamily="34" charset="-120"/>
              </a:rPr>
              <a:t>16</a:t>
            </a:r>
            <a:endParaRPr lang="en-US" sz="5400" dirty="0"/>
          </a:p>
        </p:txBody>
      </p:sp>
      <p:sp>
        <p:nvSpPr>
          <p:cNvPr id="10" name="S17_A01_zoom_312"/>
          <p:cNvSpPr txBox="1"/>
          <p:nvPr/>
        </p:nvSpPr>
        <p:spPr>
          <a:xfrm>
            <a:off x="9464040" y="1965960"/>
            <a:ext cx="2011680" cy="868680"/>
          </a:xfrm>
          <a:prstGeom prst="rect">
            <a:avLst/>
          </a:prstGeom>
          <a:noFill/>
          <a:ln/>
        </p:spPr>
        <p:txBody>
          <a:bodyPr wrap="square" lIns="0" tIns="0" rIns="0" bIns="0" rtlCol="0" anchor="ctr"/>
          <a:lstStyle/>
          <a:p>
            <a:pPr marL="0" indent="0">
              <a:buNone/>
            </a:pPr>
            <a:r>
              <a:rPr lang="en-US" sz="1250" dirty="0">
                <a:solidFill>
                  <a:srgbClr val="17132E"/>
                </a:solidFill>
                <a:latin typeface="Segoe UI" pitchFamily="34" charset="0"/>
                <a:ea typeface="Segoe UI" pitchFamily="34" charset="-122"/>
                <a:cs typeface="Segoe UI" pitchFamily="34" charset="-120"/>
              </a:rPr>
              <a:t>classes pour modéliser tout le système</a:t>
            </a:r>
            <a:endParaRPr lang="en-US" sz="1250" dirty="0"/>
          </a:p>
        </p:txBody>
      </p:sp>
      <p:sp>
        <p:nvSpPr>
          <p:cNvPr id="11" name="S17_A02_rise_313"/>
          <p:cNvSpPr txBox="1"/>
          <p:nvPr/>
        </p:nvSpPr>
        <p:spPr>
          <a:xfrm>
            <a:off x="8046720" y="3154680"/>
            <a:ext cx="3593592" cy="228600"/>
          </a:xfrm>
          <a:prstGeom prst="rect">
            <a:avLst/>
          </a:prstGeom>
          <a:noFill/>
          <a:ln/>
        </p:spPr>
        <p:txBody>
          <a:bodyPr wrap="square" lIns="0" tIns="0" rIns="0" bIns="0" rtlCol="0" anchor="t"/>
          <a:lstStyle/>
          <a:p>
            <a:pPr marL="0" indent="0">
              <a:buNone/>
            </a:pPr>
            <a:r>
              <a:rPr lang="en-US" sz="900" b="1" kern="0" spc="150" dirty="0">
                <a:solidFill>
                  <a:srgbClr val="5B2FD6"/>
                </a:solidFill>
                <a:latin typeface="Segoe UI" pitchFamily="34" charset="0"/>
                <a:ea typeface="Segoe UI" pitchFamily="34" charset="-122"/>
                <a:cs typeface="Segoe UI" pitchFamily="34" charset="-120"/>
              </a:rPr>
              <a:t>UTILISATEURS</a:t>
            </a:r>
            <a:endParaRPr lang="en-US" sz="900" dirty="0"/>
          </a:p>
        </p:txBody>
      </p:sp>
      <p:sp>
        <p:nvSpPr>
          <p:cNvPr id="12" name="S17_A02_rise_314"/>
          <p:cNvSpPr txBox="1"/>
          <p:nvPr/>
        </p:nvSpPr>
        <p:spPr>
          <a:xfrm>
            <a:off x="8046720" y="3383280"/>
            <a:ext cx="3593592" cy="475488"/>
          </a:xfrm>
          <a:prstGeom prst="rect">
            <a:avLst/>
          </a:prstGeom>
          <a:noFill/>
          <a:ln/>
        </p:spPr>
        <p:txBody>
          <a:bodyPr wrap="square" lIns="0" tIns="0" rIns="0" bIns="0" rtlCol="0" anchor="t"/>
          <a:lstStyle/>
          <a:p>
            <a:pPr marL="0" indent="0">
              <a:buNone/>
            </a:pPr>
            <a:r>
              <a:rPr lang="en-US" sz="1100" dirty="0">
                <a:solidFill>
                  <a:srgbClr val="3E3A56"/>
                </a:solidFill>
                <a:latin typeface="Segoe UI" pitchFamily="34" charset="0"/>
                <a:ea typeface="Segoe UI" pitchFamily="34" charset="-122"/>
                <a:cs typeface="Segoe UI" pitchFamily="34" charset="-120"/>
              </a:rPr>
              <a:t>Utilisateur (abstraite) · Client · Technicien · Administrateur</a:t>
            </a:r>
            <a:endParaRPr lang="en-US" sz="1100" dirty="0"/>
          </a:p>
        </p:txBody>
      </p:sp>
      <p:sp>
        <p:nvSpPr>
          <p:cNvPr id="13" name="S17_A03_rise_315"/>
          <p:cNvSpPr txBox="1"/>
          <p:nvPr/>
        </p:nvSpPr>
        <p:spPr>
          <a:xfrm>
            <a:off x="8046720" y="3931920"/>
            <a:ext cx="3593592" cy="228600"/>
          </a:xfrm>
          <a:prstGeom prst="rect">
            <a:avLst/>
          </a:prstGeom>
          <a:noFill/>
          <a:ln/>
        </p:spPr>
        <p:txBody>
          <a:bodyPr wrap="square" lIns="0" tIns="0" rIns="0" bIns="0" rtlCol="0" anchor="t"/>
          <a:lstStyle/>
          <a:p>
            <a:pPr marL="0" indent="0">
              <a:buNone/>
            </a:pPr>
            <a:r>
              <a:rPr lang="en-US" sz="900" b="1" kern="0" spc="150" dirty="0">
                <a:solidFill>
                  <a:srgbClr val="5B2FD6"/>
                </a:solidFill>
                <a:latin typeface="Segoe UI" pitchFamily="34" charset="0"/>
                <a:ea typeface="Segoe UI" pitchFamily="34" charset="-122"/>
                <a:cs typeface="Segoe UI" pitchFamily="34" charset="-120"/>
              </a:rPr>
              <a:t>CŒUR MÉTIER</a:t>
            </a:r>
            <a:endParaRPr lang="en-US" sz="900" dirty="0"/>
          </a:p>
        </p:txBody>
      </p:sp>
      <p:sp>
        <p:nvSpPr>
          <p:cNvPr id="14" name="S17_A03_rise_316"/>
          <p:cNvSpPr txBox="1"/>
          <p:nvPr/>
        </p:nvSpPr>
        <p:spPr>
          <a:xfrm>
            <a:off x="8046720" y="4160520"/>
            <a:ext cx="3593592" cy="475488"/>
          </a:xfrm>
          <a:prstGeom prst="rect">
            <a:avLst/>
          </a:prstGeom>
          <a:noFill/>
          <a:ln/>
        </p:spPr>
        <p:txBody>
          <a:bodyPr wrap="square" lIns="0" tIns="0" rIns="0" bIns="0" rtlCol="0" anchor="t"/>
          <a:lstStyle/>
          <a:p>
            <a:pPr marL="0" indent="0">
              <a:buNone/>
            </a:pPr>
            <a:r>
              <a:rPr lang="en-US" sz="1100" dirty="0">
                <a:solidFill>
                  <a:srgbClr val="3E3A56"/>
                </a:solidFill>
                <a:latin typeface="Segoe UI" pitchFamily="34" charset="0"/>
                <a:ea typeface="Segoe UI" pitchFamily="34" charset="-122"/>
                <a:cs typeface="Segoe UI" pitchFamily="34" charset="-120"/>
              </a:rPr>
              <a:t>Mission · DemandeMission · Catégorie · Devis</a:t>
            </a:r>
            <a:endParaRPr lang="en-US" sz="1100" dirty="0"/>
          </a:p>
        </p:txBody>
      </p:sp>
      <p:sp>
        <p:nvSpPr>
          <p:cNvPr id="15" name="S17_A04_rise_317"/>
          <p:cNvSpPr txBox="1"/>
          <p:nvPr/>
        </p:nvSpPr>
        <p:spPr>
          <a:xfrm>
            <a:off x="8046720" y="4709160"/>
            <a:ext cx="3593592" cy="228600"/>
          </a:xfrm>
          <a:prstGeom prst="rect">
            <a:avLst/>
          </a:prstGeom>
          <a:noFill/>
          <a:ln/>
        </p:spPr>
        <p:txBody>
          <a:bodyPr wrap="square" lIns="0" tIns="0" rIns="0" bIns="0" rtlCol="0" anchor="t"/>
          <a:lstStyle/>
          <a:p>
            <a:pPr marL="0" indent="0">
              <a:buNone/>
            </a:pPr>
            <a:r>
              <a:rPr lang="en-US" sz="900" b="1" kern="0" spc="150" dirty="0">
                <a:solidFill>
                  <a:srgbClr val="5B2FD6"/>
                </a:solidFill>
                <a:latin typeface="Segoe UI" pitchFamily="34" charset="0"/>
                <a:ea typeface="Segoe UI" pitchFamily="34" charset="-122"/>
                <a:cs typeface="Segoe UI" pitchFamily="34" charset="-120"/>
              </a:rPr>
              <a:t>FINANCES</a:t>
            </a:r>
            <a:endParaRPr lang="en-US" sz="900" dirty="0"/>
          </a:p>
        </p:txBody>
      </p:sp>
      <p:sp>
        <p:nvSpPr>
          <p:cNvPr id="16" name="S17_A04_rise_318"/>
          <p:cNvSpPr txBox="1"/>
          <p:nvPr/>
        </p:nvSpPr>
        <p:spPr>
          <a:xfrm>
            <a:off x="8046720" y="4937760"/>
            <a:ext cx="3593592" cy="475488"/>
          </a:xfrm>
          <a:prstGeom prst="rect">
            <a:avLst/>
          </a:prstGeom>
          <a:noFill/>
          <a:ln/>
        </p:spPr>
        <p:txBody>
          <a:bodyPr wrap="square" lIns="0" tIns="0" rIns="0" bIns="0" rtlCol="0" anchor="t"/>
          <a:lstStyle/>
          <a:p>
            <a:pPr marL="0" indent="0">
              <a:buNone/>
            </a:pPr>
            <a:r>
              <a:rPr lang="en-US" sz="1100" dirty="0">
                <a:solidFill>
                  <a:srgbClr val="3E3A56"/>
                </a:solidFill>
                <a:latin typeface="Segoe UI" pitchFamily="34" charset="0"/>
                <a:ea typeface="Segoe UI" pitchFamily="34" charset="-122"/>
                <a:cs typeface="Segoe UI" pitchFamily="34" charset="-120"/>
              </a:rPr>
              <a:t>Paiement · AbonnementTechnicien · HistoriqueVersement</a:t>
            </a:r>
            <a:endParaRPr lang="en-US" sz="1100" dirty="0"/>
          </a:p>
        </p:txBody>
      </p:sp>
      <p:sp>
        <p:nvSpPr>
          <p:cNvPr id="17" name="S17_A05_rise_319"/>
          <p:cNvSpPr txBox="1"/>
          <p:nvPr/>
        </p:nvSpPr>
        <p:spPr>
          <a:xfrm>
            <a:off x="8046720" y="5486400"/>
            <a:ext cx="3593592" cy="228600"/>
          </a:xfrm>
          <a:prstGeom prst="rect">
            <a:avLst/>
          </a:prstGeom>
          <a:noFill/>
          <a:ln/>
        </p:spPr>
        <p:txBody>
          <a:bodyPr wrap="square" lIns="0" tIns="0" rIns="0" bIns="0" rtlCol="0" anchor="t"/>
          <a:lstStyle/>
          <a:p>
            <a:pPr marL="0" indent="0">
              <a:buNone/>
            </a:pPr>
            <a:r>
              <a:rPr lang="en-US" sz="900" b="1" kern="0" spc="150" dirty="0">
                <a:solidFill>
                  <a:srgbClr val="5B2FD6"/>
                </a:solidFill>
                <a:latin typeface="Segoe UI" pitchFamily="34" charset="0"/>
                <a:ea typeface="Segoe UI" pitchFamily="34" charset="-122"/>
                <a:cs typeface="Segoe UI" pitchFamily="34" charset="-120"/>
              </a:rPr>
              <a:t>QUALITÉ ET ÉCHANGES</a:t>
            </a:r>
            <a:endParaRPr lang="en-US" sz="900" dirty="0"/>
          </a:p>
        </p:txBody>
      </p:sp>
      <p:sp>
        <p:nvSpPr>
          <p:cNvPr id="18" name="S17_A05_rise_320"/>
          <p:cNvSpPr txBox="1"/>
          <p:nvPr/>
        </p:nvSpPr>
        <p:spPr>
          <a:xfrm>
            <a:off x="8046720" y="5715000"/>
            <a:ext cx="3593592" cy="475488"/>
          </a:xfrm>
          <a:prstGeom prst="rect">
            <a:avLst/>
          </a:prstGeom>
          <a:noFill/>
          <a:ln/>
        </p:spPr>
        <p:txBody>
          <a:bodyPr wrap="square" lIns="0" tIns="0" rIns="0" bIns="0" rtlCol="0" anchor="t"/>
          <a:lstStyle/>
          <a:p>
            <a:pPr marL="0" indent="0">
              <a:buNone/>
            </a:pPr>
            <a:r>
              <a:rPr lang="en-US" sz="1100" dirty="0">
                <a:solidFill>
                  <a:srgbClr val="3E3A56"/>
                </a:solidFill>
                <a:latin typeface="Segoe UI" pitchFamily="34" charset="0"/>
                <a:ea typeface="Segoe UI" pitchFamily="34" charset="-122"/>
                <a:cs typeface="Segoe UI" pitchFamily="34" charset="-120"/>
              </a:rPr>
              <a:t>Évaluation · Litige · Message · Appel · Notification</a:t>
            </a:r>
            <a:endParaRPr lang="en-US" sz="1100" dirty="0"/>
          </a:p>
        </p:txBody>
      </p:sp>
      <p:sp>
        <p:nvSpPr>
          <p:cNvPr id="19" name="!!NavPill"/>
          <p:cNvSpPr/>
          <p:nvPr/>
        </p:nvSpPr>
        <p:spPr>
          <a:xfrm>
            <a:off x="4059936" y="6382512"/>
            <a:ext cx="1097280" cy="274320"/>
          </a:xfrm>
          <a:prstGeom prst="roundRect">
            <a:avLst>
              <a:gd name="adj" fmla="val 50000"/>
            </a:avLst>
          </a:prstGeom>
          <a:solidFill>
            <a:srgbClr val="5B2FD6"/>
          </a:solidFill>
          <a:ln w="9525">
            <a:solidFill>
              <a:srgbClr val="7C5CFF"/>
            </a:solidFill>
            <a:prstDash val="solid"/>
          </a:ln>
        </p:spPr>
      </p:sp>
      <p:sp>
        <p:nvSpPr>
          <p:cNvPr id="20" name="Text 16"/>
          <p:cNvSpPr txBox="1"/>
          <p:nvPr/>
        </p:nvSpPr>
        <p:spPr>
          <a:xfrm>
            <a:off x="54864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Introduction</a:t>
            </a:r>
            <a:endParaRPr lang="en-US" sz="900" dirty="0"/>
          </a:p>
        </p:txBody>
      </p:sp>
      <p:sp>
        <p:nvSpPr>
          <p:cNvPr id="21" name="Text 17"/>
          <p:cNvSpPr txBox="1"/>
          <p:nvPr/>
        </p:nvSpPr>
        <p:spPr>
          <a:xfrm>
            <a:off x="1719072"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Entreprise</a:t>
            </a:r>
            <a:endParaRPr lang="en-US" sz="900" dirty="0"/>
          </a:p>
        </p:txBody>
      </p:sp>
      <p:sp>
        <p:nvSpPr>
          <p:cNvPr id="22" name="Text 18"/>
          <p:cNvSpPr txBox="1"/>
          <p:nvPr/>
        </p:nvSpPr>
        <p:spPr>
          <a:xfrm>
            <a:off x="2889504"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Contexte</a:t>
            </a:r>
            <a:endParaRPr lang="en-US" sz="900" dirty="0"/>
          </a:p>
        </p:txBody>
      </p:sp>
      <p:sp>
        <p:nvSpPr>
          <p:cNvPr id="23" name="Text 19"/>
          <p:cNvSpPr txBox="1"/>
          <p:nvPr/>
        </p:nvSpPr>
        <p:spPr>
          <a:xfrm>
            <a:off x="4059936" y="6382512"/>
            <a:ext cx="10972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Segoe UI" pitchFamily="34" charset="0"/>
                <a:ea typeface="Segoe UI" pitchFamily="34" charset="-122"/>
                <a:cs typeface="Segoe UI" pitchFamily="34" charset="-120"/>
              </a:rPr>
              <a:t>Méthodologie</a:t>
            </a:r>
            <a:endParaRPr lang="en-US" sz="900" dirty="0"/>
          </a:p>
        </p:txBody>
      </p:sp>
      <p:sp>
        <p:nvSpPr>
          <p:cNvPr id="24" name="Text 20"/>
          <p:cNvSpPr txBox="1"/>
          <p:nvPr/>
        </p:nvSpPr>
        <p:spPr>
          <a:xfrm>
            <a:off x="5230368"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Résultats</a:t>
            </a:r>
            <a:endParaRPr lang="en-US" sz="900" dirty="0"/>
          </a:p>
        </p:txBody>
      </p:sp>
      <p:sp>
        <p:nvSpPr>
          <p:cNvPr id="25" name="Text 21"/>
          <p:cNvSpPr txBox="1"/>
          <p:nvPr/>
        </p:nvSpPr>
        <p:spPr>
          <a:xfrm>
            <a:off x="640080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Conclusion</a:t>
            </a:r>
            <a:endParaRPr lang="en-US" sz="900" dirty="0"/>
          </a:p>
        </p:txBody>
      </p:sp>
      <p:sp>
        <p:nvSpPr>
          <p:cNvPr id="26" name="Text 22"/>
          <p:cNvSpPr txBox="1"/>
          <p:nvPr/>
        </p:nvSpPr>
        <p:spPr>
          <a:xfrm>
            <a:off x="8412480" y="6382512"/>
            <a:ext cx="3227832" cy="274320"/>
          </a:xfrm>
          <a:prstGeom prst="rect">
            <a:avLst/>
          </a:prstGeom>
          <a:noFill/>
          <a:ln/>
        </p:spPr>
        <p:txBody>
          <a:bodyPr wrap="square" lIns="0" tIns="0" rIns="0" bIns="0" rtlCol="0" anchor="ctr"/>
          <a:lstStyle/>
          <a:p>
            <a:pPr marL="0" indent="0" algn="r">
              <a:buNone/>
            </a:pPr>
            <a:r>
              <a:rPr lang="en-US" sz="900" dirty="0">
                <a:solidFill>
                  <a:srgbClr val="6E6A85"/>
                </a:solidFill>
                <a:latin typeface="Segoe UI" pitchFamily="34" charset="0"/>
                <a:ea typeface="Segoe UI" pitchFamily="34" charset="-122"/>
                <a:cs typeface="Segoe UI" pitchFamily="34" charset="-120"/>
              </a:rPr>
              <a:t>FEUNOU FOSSO Otniel</a:t>
            </a:r>
            <a:r>
              <a:rPr lang="en-US" sz="900" b="1" dirty="0">
                <a:solidFill>
                  <a:srgbClr val="5B2FD6"/>
                </a:solidFill>
                <a:latin typeface="Segoe UI" pitchFamily="34" charset="0"/>
                <a:ea typeface="Segoe UI" pitchFamily="34" charset="-122"/>
                <a:cs typeface="Segoe UI" pitchFamily="34" charset="-120"/>
              </a:rPr>
              <a:t>   17</a:t>
            </a:r>
            <a:endParaRPr lang="en-US" sz="900" dirty="0"/>
          </a:p>
        </p:txBody>
      </p:sp>
      <mc:AlternateContent xmlns:mc="http://schemas.openxmlformats.org/markup-compatibility/2006">
        <mc:Choice xmlns:am3d="http://schemas.microsoft.com/office/drawing/2017/model3d" Requires="am3d">
          <p:graphicFrame>
            <p:nvGraphicFramePr>
              <p:cNvPr id="27" name="!!GearBig" descr="Engrenage 3D animé">
                <a:extLst>
                  <a:ext uri="{FF2B5EF4-FFF2-40B4-BE49-F238E27FC236}">
                    <a16:creationId xmlns:a16="http://schemas.microsoft.com/office/drawing/2014/main" id="{80D4C78D-54EB-47D0-8DE5-5781019B4877}"/>
                  </a:ext>
                </a:extLst>
              </p:cNvPr>
              <p:cNvGraphicFramePr>
                <a:graphicFrameLocks/>
              </p:cNvGraphicFramePr>
              <p:nvPr>
                <p:extLst>
                  <p:ext uri="{D42A27DB-BD31-4B8C-83A1-F6EECF244321}">
                    <p14:modId xmlns:p14="http://schemas.microsoft.com/office/powerpoint/2010/main" val="2838186424"/>
                  </p:ext>
                </p:extLst>
              </p:nvPr>
            </p:nvGraphicFramePr>
            <p:xfrm>
              <a:off x="10195560" y="320040"/>
              <a:ext cx="1097280" cy="1097280"/>
            </p:xfrm>
            <a:graphic>
              <a:graphicData uri="http://schemas.microsoft.com/office/drawing/2017/model3d">
                <am3d:model3d r:embed="rId6" r:link="rId7">
                  <am3d:spPr>
                    <a:xfrm>
                      <a:off x="0" y="0"/>
                      <a:ext cx="1097280" cy="1097280"/>
                    </a:xfrm>
                    <a:prstGeom prst="rect">
                      <a:avLst/>
                    </a:prstGeom>
                  </am3d:spPr>
                  <am3d:camera>
                    <am3d:pos x="0" y="158400000" z="158400000"/>
                    <am3d:up dx="0" dy="36000000" dz="0"/>
                    <am3d:lookAt x="0" y="0" z="0"/>
                    <am3d:perspective fov="660000"/>
                  </am3d:camera>
                  <am3d:trans>
                    <am3d:meterPerModelUnit n="404766" d="1000000"/>
                    <am3d:preTrans dx="0" dy="0" dz="0"/>
                    <am3d:scale>
                      <am3d:sx n="1000000" d="1000000"/>
                      <am3d:sy n="1000000" d="1000000"/>
                      <am3d:sz n="1000000" d="1000000"/>
                    </am3d:scale>
                    <am3d:rot ay="15600000"/>
                    <am3d:postTrans dx="0" dy="0" dz="0"/>
                  </am3d:trans>
                  <am3d:raster rName="Office3DRenderer" rVer="16.0.8326">
                    <am3d:blip r:embed="rId8"/>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7" name="!!GearBig" descr="Engrenage 3D animé">
                <a:extLst>
                  <a:ext uri="{FF2B5EF4-FFF2-40B4-BE49-F238E27FC236}">
                    <a16:creationId xmlns:a16="http://schemas.microsoft.com/office/drawing/2014/main" id="{80D4C78D-54EB-47D0-8DE5-5781019B4877}"/>
                  </a:ext>
                </a:extLst>
              </p:cNvPr>
              <p:cNvPicPr>
                <a:picLocks noGrp="1" noRot="1" noChangeAspect="1" noMove="1" noResize="1" noEditPoints="1" noAdjustHandles="1" noChangeArrowheads="1" noChangeShapeType="1" noCrop="1"/>
              </p:cNvPicPr>
              <p:nvPr/>
            </p:nvPicPr>
            <p:blipFill>
              <a:blip r:embed="rId8"/>
              <a:stretch>
                <a:fillRect/>
              </a:stretch>
            </p:blipFill>
            <p:spPr>
              <a:xfrm>
                <a:off x="10195560" y="320040"/>
                <a:ext cx="1097280" cy="109728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28" name="!!GearSmall" descr="Engrenage 3D animé">
                <a:extLst>
                  <a:ext uri="{FF2B5EF4-FFF2-40B4-BE49-F238E27FC236}">
                    <a16:creationId xmlns:a16="http://schemas.microsoft.com/office/drawing/2014/main" id="{F4BC4005-4FEA-45A6-88B8-B849A22A9211}"/>
                  </a:ext>
                </a:extLst>
              </p:cNvPr>
              <p:cNvGraphicFramePr>
                <a:graphicFrameLocks/>
              </p:cNvGraphicFramePr>
              <p:nvPr>
                <p:extLst>
                  <p:ext uri="{D42A27DB-BD31-4B8C-83A1-F6EECF244321}">
                    <p14:modId xmlns:p14="http://schemas.microsoft.com/office/powerpoint/2010/main" val="994158190"/>
                  </p:ext>
                </p:extLst>
              </p:nvPr>
            </p:nvGraphicFramePr>
            <p:xfrm>
              <a:off x="11150194" y="742493"/>
              <a:ext cx="779069" cy="779069"/>
            </p:xfrm>
            <a:graphic>
              <a:graphicData uri="http://schemas.microsoft.com/office/drawing/2017/model3d">
                <am3d:model3d r:embed="rId9" r:link="rId10">
                  <am3d:spPr>
                    <a:xfrm>
                      <a:off x="0" y="0"/>
                      <a:ext cx="779069" cy="779069"/>
                    </a:xfrm>
                    <a:prstGeom prst="rect">
                      <a:avLst/>
                    </a:prstGeom>
                  </am3d:spPr>
                  <am3d:camera>
                    <am3d:pos x="0" y="158400000" z="158400000"/>
                    <am3d:up dx="0" dy="36000000" dz="0"/>
                    <am3d:lookAt x="0" y="0" z="0"/>
                    <am3d:perspective fov="660000"/>
                  </am3d:camera>
                  <am3d:trans>
                    <am3d:meterPerModelUnit n="573084" d="1000000"/>
                    <am3d:preTrans dx="0" dy="0" dz="0"/>
                    <am3d:scale>
                      <am3d:sx n="1000000" d="1000000"/>
                      <am3d:sy n="1000000" d="1000000"/>
                      <am3d:sz n="1000000" d="1000000"/>
                    </am3d:scale>
                    <am3d:rot ay="19800000"/>
                    <am3d:postTrans dx="0" dy="0" dz="0"/>
                  </am3d:trans>
                  <am3d:raster rName="Office3DRenderer" rVer="16.0.8326">
                    <am3d:blip r:embed="rId11"/>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8" name="!!GearSmall" descr="Engrenage 3D animé">
                <a:extLst>
                  <a:ext uri="{FF2B5EF4-FFF2-40B4-BE49-F238E27FC236}">
                    <a16:creationId xmlns:a16="http://schemas.microsoft.com/office/drawing/2014/main" id="{F4BC4005-4FEA-45A6-88B8-B849A22A9211}"/>
                  </a:ext>
                </a:extLst>
              </p:cNvPr>
              <p:cNvPicPr>
                <a:picLocks noGrp="1" noRot="1" noChangeAspect="1" noMove="1" noResize="1" noEditPoints="1" noAdjustHandles="1" noChangeArrowheads="1" noChangeShapeType="1" noCrop="1"/>
              </p:cNvPicPr>
              <p:nvPr/>
            </p:nvPicPr>
            <p:blipFill>
              <a:blip r:embed="rId11"/>
              <a:stretch>
                <a:fillRect/>
              </a:stretch>
            </p:blipFill>
            <p:spPr>
              <a:xfrm>
                <a:off x="11150194" y="742493"/>
                <a:ext cx="779069" cy="779069"/>
              </a:xfrm>
              <a:prstGeom prst="rect">
                <a:avLst/>
              </a:prstGeom>
            </p:spPr>
          </p:pic>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mph" presetSubtype="128" repeatCount="indefinite" fill="hold" nodeType="withEffect">
                                  <p:stCondLst>
                                    <p:cond delay="0"/>
                                  </p:stCondLst>
                                  <p:childTnLst>
                                    <p:animRot by="21600000">
                                      <p:cBhvr>
                                        <p:cTn id="6" dur="16000" fill="hold"/>
                                        <p:tgtEl>
                                          <p:spTgt spid="27"/>
                                        </p:tgtEl>
                                        <p:attrNameLst>
                                          <p:attrName>3d.view.rotation.y</p:attrName>
                                        </p:attrNameLst>
                                      </p:cBhvr>
                                    </p:animRot>
                                  </p:childTnLst>
                                </p:cTn>
                              </p:par>
                              <p:par>
                                <p:cTn id="7" presetID="37" presetClass="emph" presetSubtype="128" repeatCount="indefinite" fill="hold" nodeType="withEffect">
                                  <p:stCondLst>
                                    <p:cond delay="0"/>
                                  </p:stCondLst>
                                  <p:childTnLst>
                                    <p:animRot by="-21600000">
                                      <p:cBhvr>
                                        <p:cTn id="8" dur="10667" fill="hold"/>
                                        <p:tgtEl>
                                          <p:spTgt spid="28"/>
                                        </p:tgtEl>
                                        <p:attrNameLst>
                                          <p:attrName>3d.view.rotation.y</p:attrName>
                                        </p:attrNameLst>
                                      </p:cBhvr>
                                    </p:animRot>
                                  </p:childTnLst>
                                </p:cTn>
                              </p:par>
                              <p:par>
                                <p:cTn id="9" presetID="53" presetClass="entr" presetSubtype="16" fill="hold" nodeType="withEffect">
                                  <p:stCondLst>
                                    <p:cond delay="350"/>
                                  </p:stCondLst>
                                  <p:childTnLst>
                                    <p:set>
                                      <p:cBhvr>
                                        <p:cTn id="10" dur="1" fill="hold">
                                          <p:stCondLst>
                                            <p:cond delay="0"/>
                                          </p:stCondLst>
                                        </p:cTn>
                                        <p:tgtEl>
                                          <p:spTgt spid="6"/>
                                        </p:tgtEl>
                                        <p:attrNameLst>
                                          <p:attrName>style.visibility</p:attrName>
                                        </p:attrNameLst>
                                      </p:cBhvr>
                                      <p:to>
                                        <p:strVal val="visible"/>
                                      </p:to>
                                    </p:set>
                                    <p:anim calcmode="lin" valueType="num">
                                      <p:cBhvr>
                                        <p:cTn id="11" dur="550" fill="hold"/>
                                        <p:tgtEl>
                                          <p:spTgt spid="6"/>
                                        </p:tgtEl>
                                        <p:attrNameLst>
                                          <p:attrName>ppt_w</p:attrName>
                                        </p:attrNameLst>
                                      </p:cBhvr>
                                      <p:tavLst>
                                        <p:tav tm="0">
                                          <p:val>
                                            <p:fltVal val="0"/>
                                          </p:val>
                                        </p:tav>
                                        <p:tav tm="100000">
                                          <p:val>
                                            <p:strVal val="#ppt_w"/>
                                          </p:val>
                                        </p:tav>
                                      </p:tavLst>
                                    </p:anim>
                                    <p:anim calcmode="lin" valueType="num">
                                      <p:cBhvr>
                                        <p:cTn id="12" dur="550" fill="hold"/>
                                        <p:tgtEl>
                                          <p:spTgt spid="6"/>
                                        </p:tgtEl>
                                        <p:attrNameLst>
                                          <p:attrName>ppt_h</p:attrName>
                                        </p:attrNameLst>
                                      </p:cBhvr>
                                      <p:tavLst>
                                        <p:tav tm="0">
                                          <p:val>
                                            <p:fltVal val="0"/>
                                          </p:val>
                                        </p:tav>
                                        <p:tav tm="100000">
                                          <p:val>
                                            <p:strVal val="#ppt_h"/>
                                          </p:val>
                                        </p:tav>
                                      </p:tavLst>
                                    </p:anim>
                                    <p:animEffect transition="in" filter="fade">
                                      <p:cBhvr>
                                        <p:cTn id="13" dur="550"/>
                                        <p:tgtEl>
                                          <p:spTgt spid="6"/>
                                        </p:tgtEl>
                                      </p:cBhvr>
                                    </p:animEffect>
                                  </p:childTnLst>
                                </p:cTn>
                              </p:par>
                              <p:par>
                                <p:cTn id="14" presetID="53" presetClass="entr" presetSubtype="16" fill="hold" nodeType="withEffect">
                                  <p:stCondLst>
                                    <p:cond delay="350"/>
                                  </p:stCondLst>
                                  <p:childTnLst>
                                    <p:set>
                                      <p:cBhvr>
                                        <p:cTn id="15" dur="1" fill="hold">
                                          <p:stCondLst>
                                            <p:cond delay="0"/>
                                          </p:stCondLst>
                                        </p:cTn>
                                        <p:tgtEl>
                                          <p:spTgt spid="7"/>
                                        </p:tgtEl>
                                        <p:attrNameLst>
                                          <p:attrName>style.visibility</p:attrName>
                                        </p:attrNameLst>
                                      </p:cBhvr>
                                      <p:to>
                                        <p:strVal val="visible"/>
                                      </p:to>
                                    </p:set>
                                    <p:anim calcmode="lin" valueType="num">
                                      <p:cBhvr>
                                        <p:cTn id="16" dur="550" fill="hold"/>
                                        <p:tgtEl>
                                          <p:spTgt spid="7"/>
                                        </p:tgtEl>
                                        <p:attrNameLst>
                                          <p:attrName>ppt_w</p:attrName>
                                        </p:attrNameLst>
                                      </p:cBhvr>
                                      <p:tavLst>
                                        <p:tav tm="0">
                                          <p:val>
                                            <p:fltVal val="0"/>
                                          </p:val>
                                        </p:tav>
                                        <p:tav tm="100000">
                                          <p:val>
                                            <p:strVal val="#ppt_w"/>
                                          </p:val>
                                        </p:tav>
                                      </p:tavLst>
                                    </p:anim>
                                    <p:anim calcmode="lin" valueType="num">
                                      <p:cBhvr>
                                        <p:cTn id="17" dur="550" fill="hold"/>
                                        <p:tgtEl>
                                          <p:spTgt spid="7"/>
                                        </p:tgtEl>
                                        <p:attrNameLst>
                                          <p:attrName>ppt_h</p:attrName>
                                        </p:attrNameLst>
                                      </p:cBhvr>
                                      <p:tavLst>
                                        <p:tav tm="0">
                                          <p:val>
                                            <p:fltVal val="0"/>
                                          </p:val>
                                        </p:tav>
                                        <p:tav tm="100000">
                                          <p:val>
                                            <p:strVal val="#ppt_h"/>
                                          </p:val>
                                        </p:tav>
                                      </p:tavLst>
                                    </p:anim>
                                    <p:animEffect transition="in" filter="fade">
                                      <p:cBhvr>
                                        <p:cTn id="18" dur="550"/>
                                        <p:tgtEl>
                                          <p:spTgt spid="7"/>
                                        </p:tgtEl>
                                      </p:cBhvr>
                                    </p:animEffect>
                                  </p:childTnLst>
                                </p:cTn>
                              </p:par>
                              <p:par>
                                <p:cTn id="19" presetID="53" presetClass="entr" presetSubtype="16" fill="hold" nodeType="withEffect">
                                  <p:stCondLst>
                                    <p:cond delay="510"/>
                                  </p:stCondLst>
                                  <p:childTnLst>
                                    <p:set>
                                      <p:cBhvr>
                                        <p:cTn id="20" dur="1" fill="hold">
                                          <p:stCondLst>
                                            <p:cond delay="0"/>
                                          </p:stCondLst>
                                        </p:cTn>
                                        <p:tgtEl>
                                          <p:spTgt spid="8"/>
                                        </p:tgtEl>
                                        <p:attrNameLst>
                                          <p:attrName>style.visibility</p:attrName>
                                        </p:attrNameLst>
                                      </p:cBhvr>
                                      <p:to>
                                        <p:strVal val="visible"/>
                                      </p:to>
                                    </p:set>
                                    <p:anim calcmode="lin" valueType="num">
                                      <p:cBhvr>
                                        <p:cTn id="21" dur="550" fill="hold"/>
                                        <p:tgtEl>
                                          <p:spTgt spid="8"/>
                                        </p:tgtEl>
                                        <p:attrNameLst>
                                          <p:attrName>ppt_w</p:attrName>
                                        </p:attrNameLst>
                                      </p:cBhvr>
                                      <p:tavLst>
                                        <p:tav tm="0">
                                          <p:val>
                                            <p:fltVal val="0"/>
                                          </p:val>
                                        </p:tav>
                                        <p:tav tm="100000">
                                          <p:val>
                                            <p:strVal val="#ppt_w"/>
                                          </p:val>
                                        </p:tav>
                                      </p:tavLst>
                                    </p:anim>
                                    <p:anim calcmode="lin" valueType="num">
                                      <p:cBhvr>
                                        <p:cTn id="22" dur="550" fill="hold"/>
                                        <p:tgtEl>
                                          <p:spTgt spid="8"/>
                                        </p:tgtEl>
                                        <p:attrNameLst>
                                          <p:attrName>ppt_h</p:attrName>
                                        </p:attrNameLst>
                                      </p:cBhvr>
                                      <p:tavLst>
                                        <p:tav tm="0">
                                          <p:val>
                                            <p:fltVal val="0"/>
                                          </p:val>
                                        </p:tav>
                                        <p:tav tm="100000">
                                          <p:val>
                                            <p:strVal val="#ppt_h"/>
                                          </p:val>
                                        </p:tav>
                                      </p:tavLst>
                                    </p:anim>
                                    <p:animEffect transition="in" filter="fade">
                                      <p:cBhvr>
                                        <p:cTn id="23" dur="550"/>
                                        <p:tgtEl>
                                          <p:spTgt spid="8"/>
                                        </p:tgtEl>
                                      </p:cBhvr>
                                    </p:animEffect>
                                  </p:childTnLst>
                                </p:cTn>
                              </p:par>
                              <p:par>
                                <p:cTn id="24" presetID="53" presetClass="entr" presetSubtype="16" fill="hold" grpId="0" nodeType="withEffect">
                                  <p:stCondLst>
                                    <p:cond delay="510"/>
                                  </p:stCondLst>
                                  <p:childTnLst>
                                    <p:set>
                                      <p:cBhvr>
                                        <p:cTn id="25" dur="1" fill="hold">
                                          <p:stCondLst>
                                            <p:cond delay="0"/>
                                          </p:stCondLst>
                                        </p:cTn>
                                        <p:tgtEl>
                                          <p:spTgt spid="9"/>
                                        </p:tgtEl>
                                        <p:attrNameLst>
                                          <p:attrName>style.visibility</p:attrName>
                                        </p:attrNameLst>
                                      </p:cBhvr>
                                      <p:to>
                                        <p:strVal val="visible"/>
                                      </p:to>
                                    </p:set>
                                    <p:anim calcmode="lin" valueType="num">
                                      <p:cBhvr>
                                        <p:cTn id="26" dur="550" fill="hold"/>
                                        <p:tgtEl>
                                          <p:spTgt spid="9"/>
                                        </p:tgtEl>
                                        <p:attrNameLst>
                                          <p:attrName>ppt_w</p:attrName>
                                        </p:attrNameLst>
                                      </p:cBhvr>
                                      <p:tavLst>
                                        <p:tav tm="0">
                                          <p:val>
                                            <p:fltVal val="0"/>
                                          </p:val>
                                        </p:tav>
                                        <p:tav tm="100000">
                                          <p:val>
                                            <p:strVal val="#ppt_w"/>
                                          </p:val>
                                        </p:tav>
                                      </p:tavLst>
                                    </p:anim>
                                    <p:anim calcmode="lin" valueType="num">
                                      <p:cBhvr>
                                        <p:cTn id="27" dur="550" fill="hold"/>
                                        <p:tgtEl>
                                          <p:spTgt spid="9"/>
                                        </p:tgtEl>
                                        <p:attrNameLst>
                                          <p:attrName>ppt_h</p:attrName>
                                        </p:attrNameLst>
                                      </p:cBhvr>
                                      <p:tavLst>
                                        <p:tav tm="0">
                                          <p:val>
                                            <p:fltVal val="0"/>
                                          </p:val>
                                        </p:tav>
                                        <p:tav tm="100000">
                                          <p:val>
                                            <p:strVal val="#ppt_h"/>
                                          </p:val>
                                        </p:tav>
                                      </p:tavLst>
                                    </p:anim>
                                    <p:animEffect transition="in" filter="fade">
                                      <p:cBhvr>
                                        <p:cTn id="28" dur="550"/>
                                        <p:tgtEl>
                                          <p:spTgt spid="9"/>
                                        </p:tgtEl>
                                      </p:cBhvr>
                                    </p:animEffect>
                                  </p:childTnLst>
                                </p:cTn>
                              </p:par>
                              <p:par>
                                <p:cTn id="29" presetID="53" presetClass="entr" presetSubtype="16" fill="hold" grpId="0" nodeType="withEffect">
                                  <p:stCondLst>
                                    <p:cond delay="510"/>
                                  </p:stCondLst>
                                  <p:childTnLst>
                                    <p:set>
                                      <p:cBhvr>
                                        <p:cTn id="30" dur="1" fill="hold">
                                          <p:stCondLst>
                                            <p:cond delay="0"/>
                                          </p:stCondLst>
                                        </p:cTn>
                                        <p:tgtEl>
                                          <p:spTgt spid="10"/>
                                        </p:tgtEl>
                                        <p:attrNameLst>
                                          <p:attrName>style.visibility</p:attrName>
                                        </p:attrNameLst>
                                      </p:cBhvr>
                                      <p:to>
                                        <p:strVal val="visible"/>
                                      </p:to>
                                    </p:set>
                                    <p:anim calcmode="lin" valueType="num">
                                      <p:cBhvr>
                                        <p:cTn id="31" dur="550" fill="hold"/>
                                        <p:tgtEl>
                                          <p:spTgt spid="10"/>
                                        </p:tgtEl>
                                        <p:attrNameLst>
                                          <p:attrName>ppt_w</p:attrName>
                                        </p:attrNameLst>
                                      </p:cBhvr>
                                      <p:tavLst>
                                        <p:tav tm="0">
                                          <p:val>
                                            <p:fltVal val="0"/>
                                          </p:val>
                                        </p:tav>
                                        <p:tav tm="100000">
                                          <p:val>
                                            <p:strVal val="#ppt_w"/>
                                          </p:val>
                                        </p:tav>
                                      </p:tavLst>
                                    </p:anim>
                                    <p:anim calcmode="lin" valueType="num">
                                      <p:cBhvr>
                                        <p:cTn id="32" dur="550" fill="hold"/>
                                        <p:tgtEl>
                                          <p:spTgt spid="10"/>
                                        </p:tgtEl>
                                        <p:attrNameLst>
                                          <p:attrName>ppt_h</p:attrName>
                                        </p:attrNameLst>
                                      </p:cBhvr>
                                      <p:tavLst>
                                        <p:tav tm="0">
                                          <p:val>
                                            <p:fltVal val="0"/>
                                          </p:val>
                                        </p:tav>
                                        <p:tav tm="100000">
                                          <p:val>
                                            <p:strVal val="#ppt_h"/>
                                          </p:val>
                                        </p:tav>
                                      </p:tavLst>
                                    </p:anim>
                                    <p:animEffect transition="in" filter="fade">
                                      <p:cBhvr>
                                        <p:cTn id="33" dur="550"/>
                                        <p:tgtEl>
                                          <p:spTgt spid="10"/>
                                        </p:tgtEl>
                                      </p:cBhvr>
                                    </p:animEffect>
                                  </p:childTnLst>
                                </p:cTn>
                              </p:par>
                              <p:par>
                                <p:cTn id="34" presetID="42" presetClass="entr" presetSubtype="0" fill="hold" grpId="0" nodeType="withEffect">
                                  <p:stCondLst>
                                    <p:cond delay="67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550"/>
                                        <p:tgtEl>
                                          <p:spTgt spid="11"/>
                                        </p:tgtEl>
                                      </p:cBhvr>
                                    </p:animEffect>
                                    <p:anim calcmode="lin" valueType="num">
                                      <p:cBhvr>
                                        <p:cTn id="37" dur="550" fill="hold"/>
                                        <p:tgtEl>
                                          <p:spTgt spid="11"/>
                                        </p:tgtEl>
                                        <p:attrNameLst>
                                          <p:attrName>ppt_x</p:attrName>
                                        </p:attrNameLst>
                                      </p:cBhvr>
                                      <p:tavLst>
                                        <p:tav tm="0">
                                          <p:val>
                                            <p:strVal val="#ppt_x"/>
                                          </p:val>
                                        </p:tav>
                                        <p:tav tm="100000">
                                          <p:val>
                                            <p:strVal val="#ppt_x"/>
                                          </p:val>
                                        </p:tav>
                                      </p:tavLst>
                                    </p:anim>
                                    <p:anim calcmode="lin" valueType="num">
                                      <p:cBhvr>
                                        <p:cTn id="38" dur="550" fill="hold"/>
                                        <p:tgtEl>
                                          <p:spTgt spid="11"/>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67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550"/>
                                        <p:tgtEl>
                                          <p:spTgt spid="12"/>
                                        </p:tgtEl>
                                      </p:cBhvr>
                                    </p:animEffect>
                                    <p:anim calcmode="lin" valueType="num">
                                      <p:cBhvr>
                                        <p:cTn id="42" dur="550" fill="hold"/>
                                        <p:tgtEl>
                                          <p:spTgt spid="12"/>
                                        </p:tgtEl>
                                        <p:attrNameLst>
                                          <p:attrName>ppt_x</p:attrName>
                                        </p:attrNameLst>
                                      </p:cBhvr>
                                      <p:tavLst>
                                        <p:tav tm="0">
                                          <p:val>
                                            <p:strVal val="#ppt_x"/>
                                          </p:val>
                                        </p:tav>
                                        <p:tav tm="100000">
                                          <p:val>
                                            <p:strVal val="#ppt_x"/>
                                          </p:val>
                                        </p:tav>
                                      </p:tavLst>
                                    </p:anim>
                                    <p:anim calcmode="lin" valueType="num">
                                      <p:cBhvr>
                                        <p:cTn id="43" dur="550" fill="hold"/>
                                        <p:tgtEl>
                                          <p:spTgt spid="12"/>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83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50"/>
                                        <p:tgtEl>
                                          <p:spTgt spid="13"/>
                                        </p:tgtEl>
                                      </p:cBhvr>
                                    </p:animEffect>
                                    <p:anim calcmode="lin" valueType="num">
                                      <p:cBhvr>
                                        <p:cTn id="47" dur="550" fill="hold"/>
                                        <p:tgtEl>
                                          <p:spTgt spid="13"/>
                                        </p:tgtEl>
                                        <p:attrNameLst>
                                          <p:attrName>ppt_x</p:attrName>
                                        </p:attrNameLst>
                                      </p:cBhvr>
                                      <p:tavLst>
                                        <p:tav tm="0">
                                          <p:val>
                                            <p:strVal val="#ppt_x"/>
                                          </p:val>
                                        </p:tav>
                                        <p:tav tm="100000">
                                          <p:val>
                                            <p:strVal val="#ppt_x"/>
                                          </p:val>
                                        </p:tav>
                                      </p:tavLst>
                                    </p:anim>
                                    <p:anim calcmode="lin" valueType="num">
                                      <p:cBhvr>
                                        <p:cTn id="48" dur="550" fill="hold"/>
                                        <p:tgtEl>
                                          <p:spTgt spid="13"/>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83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550"/>
                                        <p:tgtEl>
                                          <p:spTgt spid="14"/>
                                        </p:tgtEl>
                                      </p:cBhvr>
                                    </p:animEffect>
                                    <p:anim calcmode="lin" valueType="num">
                                      <p:cBhvr>
                                        <p:cTn id="52" dur="550" fill="hold"/>
                                        <p:tgtEl>
                                          <p:spTgt spid="14"/>
                                        </p:tgtEl>
                                        <p:attrNameLst>
                                          <p:attrName>ppt_x</p:attrName>
                                        </p:attrNameLst>
                                      </p:cBhvr>
                                      <p:tavLst>
                                        <p:tav tm="0">
                                          <p:val>
                                            <p:strVal val="#ppt_x"/>
                                          </p:val>
                                        </p:tav>
                                        <p:tav tm="100000">
                                          <p:val>
                                            <p:strVal val="#ppt_x"/>
                                          </p:val>
                                        </p:tav>
                                      </p:tavLst>
                                    </p:anim>
                                    <p:anim calcmode="lin" valueType="num">
                                      <p:cBhvr>
                                        <p:cTn id="53" dur="550" fill="hold"/>
                                        <p:tgtEl>
                                          <p:spTgt spid="14"/>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99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550"/>
                                        <p:tgtEl>
                                          <p:spTgt spid="15"/>
                                        </p:tgtEl>
                                      </p:cBhvr>
                                    </p:animEffect>
                                    <p:anim calcmode="lin" valueType="num">
                                      <p:cBhvr>
                                        <p:cTn id="57" dur="550" fill="hold"/>
                                        <p:tgtEl>
                                          <p:spTgt spid="15"/>
                                        </p:tgtEl>
                                        <p:attrNameLst>
                                          <p:attrName>ppt_x</p:attrName>
                                        </p:attrNameLst>
                                      </p:cBhvr>
                                      <p:tavLst>
                                        <p:tav tm="0">
                                          <p:val>
                                            <p:strVal val="#ppt_x"/>
                                          </p:val>
                                        </p:tav>
                                        <p:tav tm="100000">
                                          <p:val>
                                            <p:strVal val="#ppt_x"/>
                                          </p:val>
                                        </p:tav>
                                      </p:tavLst>
                                    </p:anim>
                                    <p:anim calcmode="lin" valueType="num">
                                      <p:cBhvr>
                                        <p:cTn id="58" dur="550" fill="hold"/>
                                        <p:tgtEl>
                                          <p:spTgt spid="15"/>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990"/>
                                  </p:stCondLst>
                                  <p:childTnLst>
                                    <p:set>
                                      <p:cBhvr>
                                        <p:cTn id="60" dur="1" fill="hold">
                                          <p:stCondLst>
                                            <p:cond delay="0"/>
                                          </p:stCondLst>
                                        </p:cTn>
                                        <p:tgtEl>
                                          <p:spTgt spid="16"/>
                                        </p:tgtEl>
                                        <p:attrNameLst>
                                          <p:attrName>style.visibility</p:attrName>
                                        </p:attrNameLst>
                                      </p:cBhvr>
                                      <p:to>
                                        <p:strVal val="visible"/>
                                      </p:to>
                                    </p:set>
                                    <p:animEffect transition="in" filter="fade">
                                      <p:cBhvr>
                                        <p:cTn id="61" dur="550"/>
                                        <p:tgtEl>
                                          <p:spTgt spid="16"/>
                                        </p:tgtEl>
                                      </p:cBhvr>
                                    </p:animEffect>
                                    <p:anim calcmode="lin" valueType="num">
                                      <p:cBhvr>
                                        <p:cTn id="62" dur="550" fill="hold"/>
                                        <p:tgtEl>
                                          <p:spTgt spid="16"/>
                                        </p:tgtEl>
                                        <p:attrNameLst>
                                          <p:attrName>ppt_x</p:attrName>
                                        </p:attrNameLst>
                                      </p:cBhvr>
                                      <p:tavLst>
                                        <p:tav tm="0">
                                          <p:val>
                                            <p:strVal val="#ppt_x"/>
                                          </p:val>
                                        </p:tav>
                                        <p:tav tm="100000">
                                          <p:val>
                                            <p:strVal val="#ppt_x"/>
                                          </p:val>
                                        </p:tav>
                                      </p:tavLst>
                                    </p:anim>
                                    <p:anim calcmode="lin" valueType="num">
                                      <p:cBhvr>
                                        <p:cTn id="63" dur="550" fill="hold"/>
                                        <p:tgtEl>
                                          <p:spTgt spid="16"/>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115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550"/>
                                        <p:tgtEl>
                                          <p:spTgt spid="17"/>
                                        </p:tgtEl>
                                      </p:cBhvr>
                                    </p:animEffect>
                                    <p:anim calcmode="lin" valueType="num">
                                      <p:cBhvr>
                                        <p:cTn id="67" dur="550" fill="hold"/>
                                        <p:tgtEl>
                                          <p:spTgt spid="17"/>
                                        </p:tgtEl>
                                        <p:attrNameLst>
                                          <p:attrName>ppt_x</p:attrName>
                                        </p:attrNameLst>
                                      </p:cBhvr>
                                      <p:tavLst>
                                        <p:tav tm="0">
                                          <p:val>
                                            <p:strVal val="#ppt_x"/>
                                          </p:val>
                                        </p:tav>
                                        <p:tav tm="100000">
                                          <p:val>
                                            <p:strVal val="#ppt_x"/>
                                          </p:val>
                                        </p:tav>
                                      </p:tavLst>
                                    </p:anim>
                                    <p:anim calcmode="lin" valueType="num">
                                      <p:cBhvr>
                                        <p:cTn id="68" dur="550" fill="hold"/>
                                        <p:tgtEl>
                                          <p:spTgt spid="17"/>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1150"/>
                                  </p:stCondLst>
                                  <p:childTnLst>
                                    <p:set>
                                      <p:cBhvr>
                                        <p:cTn id="70" dur="1" fill="hold">
                                          <p:stCondLst>
                                            <p:cond delay="0"/>
                                          </p:stCondLst>
                                        </p:cTn>
                                        <p:tgtEl>
                                          <p:spTgt spid="18"/>
                                        </p:tgtEl>
                                        <p:attrNameLst>
                                          <p:attrName>style.visibility</p:attrName>
                                        </p:attrNameLst>
                                      </p:cBhvr>
                                      <p:to>
                                        <p:strVal val="visible"/>
                                      </p:to>
                                    </p:set>
                                    <p:animEffect transition="in" filter="fade">
                                      <p:cBhvr>
                                        <p:cTn id="71" dur="550"/>
                                        <p:tgtEl>
                                          <p:spTgt spid="18"/>
                                        </p:tgtEl>
                                      </p:cBhvr>
                                    </p:animEffect>
                                    <p:anim calcmode="lin" valueType="num">
                                      <p:cBhvr>
                                        <p:cTn id="72" dur="550" fill="hold"/>
                                        <p:tgtEl>
                                          <p:spTgt spid="18"/>
                                        </p:tgtEl>
                                        <p:attrNameLst>
                                          <p:attrName>ppt_x</p:attrName>
                                        </p:attrNameLst>
                                      </p:cBhvr>
                                      <p:tavLst>
                                        <p:tav tm="0">
                                          <p:val>
                                            <p:strVal val="#ppt_x"/>
                                          </p:val>
                                        </p:tav>
                                        <p:tav tm="100000">
                                          <p:val>
                                            <p:strVal val="#ppt_x"/>
                                          </p:val>
                                        </p:tav>
                                      </p:tavLst>
                                    </p:anim>
                                    <p:anim calcmode="lin" valueType="num">
                                      <p:cBhvr>
                                        <p:cTn id="73" dur="55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Glow" descr="assets/glow_soft.png"/>
          <p:cNvPicPr>
            <a:picLocks noChangeAspect="1"/>
          </p:cNvPicPr>
          <p:nvPr/>
        </p:nvPicPr>
        <p:blipFill>
          <a:blip r:embed="rId4"/>
          <a:stretch>
            <a:fillRect/>
          </a:stretch>
        </p:blipFill>
        <p:spPr>
          <a:xfrm>
            <a:off x="9767621" y="-371246"/>
            <a:ext cx="2743200" cy="2743200"/>
          </a:xfrm>
          <a:prstGeom prst="rect">
            <a:avLst/>
          </a:prstGeom>
        </p:spPr>
      </p:pic>
      <p:sp>
        <p:nvSpPr>
          <p:cNvPr id="3" name="Text 0"/>
          <p:cNvSpPr txBox="1"/>
          <p:nvPr/>
        </p:nvSpPr>
        <p:spPr>
          <a:xfrm>
            <a:off x="548640" y="274320"/>
            <a:ext cx="9692640" cy="256032"/>
          </a:xfrm>
          <a:prstGeom prst="rect">
            <a:avLst/>
          </a:prstGeom>
          <a:noFill/>
          <a:ln/>
        </p:spPr>
        <p:txBody>
          <a:bodyPr wrap="square" lIns="0" tIns="0" rIns="0" bIns="0" rtlCol="0" anchor="t"/>
          <a:lstStyle/>
          <a:p>
            <a:pPr marL="0" indent="0">
              <a:buNone/>
            </a:pPr>
            <a:r>
              <a:rPr lang="en-US" sz="950" i="1" dirty="0">
                <a:solidFill>
                  <a:srgbClr val="6E6A85"/>
                </a:solidFill>
                <a:latin typeface="Segoe UI" pitchFamily="34" charset="0"/>
                <a:ea typeface="Segoe UI" pitchFamily="34" charset="-122"/>
                <a:cs typeface="Segoe UI" pitchFamily="34" charset="-120"/>
              </a:rPr>
              <a:t>Mise en place d’une plateforme intelligente d’assistance au dépannage et de mise en relation avec des techniciens</a:t>
            </a:r>
            <a:endParaRPr lang="en-US" sz="950" dirty="0"/>
          </a:p>
        </p:txBody>
      </p:sp>
      <p:sp>
        <p:nvSpPr>
          <p:cNvPr id="4" name="!!Kicker"/>
          <p:cNvSpPr txBox="1"/>
          <p:nvPr/>
        </p:nvSpPr>
        <p:spPr>
          <a:xfrm>
            <a:off x="548640" y="713232"/>
            <a:ext cx="9692640" cy="274320"/>
          </a:xfrm>
          <a:prstGeom prst="rect">
            <a:avLst/>
          </a:prstGeom>
          <a:noFill/>
          <a:ln/>
        </p:spPr>
        <p:txBody>
          <a:bodyPr wrap="square" lIns="0" tIns="0" rIns="0" bIns="0" rtlCol="0" anchor="t"/>
          <a:lstStyle/>
          <a:p>
            <a:pPr marL="0" indent="0">
              <a:buNone/>
            </a:pPr>
            <a:r>
              <a:rPr lang="en-US" sz="1100" b="1" kern="0" spc="200" dirty="0">
                <a:solidFill>
                  <a:srgbClr val="5B2FD6"/>
                </a:solidFill>
                <a:latin typeface="Segoe UI" pitchFamily="34" charset="0"/>
                <a:ea typeface="Segoe UI" pitchFamily="34" charset="-122"/>
                <a:cs typeface="Segoe UI" pitchFamily="34" charset="-120"/>
              </a:rPr>
              <a:t>04 · ARCHITECTURE</a:t>
            </a:r>
            <a:endParaRPr lang="en-US" sz="1100" dirty="0"/>
          </a:p>
        </p:txBody>
      </p:sp>
      <p:sp>
        <p:nvSpPr>
          <p:cNvPr id="5" name="!!Title"/>
          <p:cNvSpPr txBox="1"/>
          <p:nvPr/>
        </p:nvSpPr>
        <p:spPr>
          <a:xfrm>
            <a:off x="548640" y="987552"/>
            <a:ext cx="9692640" cy="658368"/>
          </a:xfrm>
          <a:prstGeom prst="rect">
            <a:avLst/>
          </a:prstGeom>
          <a:noFill/>
          <a:ln/>
        </p:spPr>
        <p:txBody>
          <a:bodyPr wrap="square" lIns="0" tIns="0" rIns="0" bIns="0" rtlCol="0" anchor="ctr"/>
          <a:lstStyle/>
          <a:p>
            <a:pPr marL="0" indent="0">
              <a:buNone/>
            </a:pPr>
            <a:r>
              <a:rPr lang="en-US" sz="2800" dirty="0">
                <a:solidFill>
                  <a:srgbClr val="17132E"/>
                </a:solidFill>
                <a:latin typeface="Segoe UI Semibold" pitchFamily="34" charset="0"/>
                <a:ea typeface="Segoe UI Semibold" pitchFamily="34" charset="-122"/>
                <a:cs typeface="Segoe UI Semibold" pitchFamily="34" charset="-120"/>
              </a:rPr>
              <a:t>Une architecture physique 4-tiers</a:t>
            </a:r>
            <a:endParaRPr lang="en-US" sz="2800" dirty="0"/>
          </a:p>
        </p:txBody>
      </p:sp>
      <p:sp>
        <p:nvSpPr>
          <p:cNvPr id="6" name="S18_A00_zoom_321"/>
          <p:cNvSpPr/>
          <p:nvPr/>
        </p:nvSpPr>
        <p:spPr>
          <a:xfrm>
            <a:off x="548640" y="1828800"/>
            <a:ext cx="3319272" cy="2103120"/>
          </a:xfrm>
          <a:prstGeom prst="roundRect">
            <a:avLst>
              <a:gd name="adj" fmla="val 6957"/>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7" name="S18_A00_zoom_322"/>
          <p:cNvSpPr/>
          <p:nvPr/>
        </p:nvSpPr>
        <p:spPr>
          <a:xfrm>
            <a:off x="822960" y="2103120"/>
            <a:ext cx="713232" cy="713232"/>
          </a:xfrm>
          <a:prstGeom prst="ellipse">
            <a:avLst/>
          </a:prstGeom>
          <a:solidFill>
            <a:srgbClr val="EEE9FD"/>
          </a:solidFill>
          <a:ln w="9525">
            <a:solidFill>
              <a:srgbClr val="D6CCFA"/>
            </a:solidFill>
            <a:prstDash val="solid"/>
          </a:ln>
        </p:spPr>
      </p:sp>
      <p:pic>
        <p:nvPicPr>
          <p:cNvPr id="8" name="S18_A00_zoom_323" descr="preencoded.png"/>
          <p:cNvPicPr>
            <a:picLocks noChangeAspect="1"/>
          </p:cNvPicPr>
          <p:nvPr/>
        </p:nvPicPr>
        <p:blipFill>
          <a:blip r:embed="rId5"/>
          <a:stretch>
            <a:fillRect/>
          </a:stretch>
        </p:blipFill>
        <p:spPr>
          <a:xfrm>
            <a:off x="1008400" y="2288560"/>
            <a:ext cx="342351" cy="342351"/>
          </a:xfrm>
          <a:prstGeom prst="rect">
            <a:avLst/>
          </a:prstGeom>
        </p:spPr>
      </p:pic>
      <p:sp>
        <p:nvSpPr>
          <p:cNvPr id="9" name="S18_A00_zoom_324"/>
          <p:cNvSpPr txBox="1"/>
          <p:nvPr/>
        </p:nvSpPr>
        <p:spPr>
          <a:xfrm>
            <a:off x="1691640" y="2157984"/>
            <a:ext cx="2103120" cy="228600"/>
          </a:xfrm>
          <a:prstGeom prst="rect">
            <a:avLst/>
          </a:prstGeom>
          <a:noFill/>
          <a:ln/>
        </p:spPr>
        <p:txBody>
          <a:bodyPr wrap="square" lIns="0" tIns="0" rIns="0" bIns="0" rtlCol="0" anchor="t"/>
          <a:lstStyle/>
          <a:p>
            <a:pPr marL="0" indent="0">
              <a:buNone/>
            </a:pPr>
            <a:r>
              <a:rPr lang="en-US" sz="850" b="1" kern="0" spc="100" dirty="0">
                <a:solidFill>
                  <a:srgbClr val="5B2FD6"/>
                </a:solidFill>
                <a:latin typeface="Segoe UI" pitchFamily="34" charset="0"/>
                <a:ea typeface="Segoe UI" pitchFamily="34" charset="-122"/>
                <a:cs typeface="Segoe UI" pitchFamily="34" charset="-120"/>
              </a:rPr>
              <a:t>COUCHE 1 · PRÉSENTATION</a:t>
            </a:r>
            <a:endParaRPr lang="en-US" sz="850" dirty="0"/>
          </a:p>
        </p:txBody>
      </p:sp>
      <p:sp>
        <p:nvSpPr>
          <p:cNvPr id="10" name="S18_A00_zoom_325"/>
          <p:cNvSpPr txBox="1"/>
          <p:nvPr/>
        </p:nvSpPr>
        <p:spPr>
          <a:xfrm>
            <a:off x="1691640" y="2395728"/>
            <a:ext cx="2103120" cy="365760"/>
          </a:xfrm>
          <a:prstGeom prst="rect">
            <a:avLst/>
          </a:prstGeom>
          <a:noFill/>
          <a:ln/>
        </p:spPr>
        <p:txBody>
          <a:bodyPr wrap="square" lIns="0" tIns="0" rIns="0" bIns="0" rtlCol="0" anchor="t"/>
          <a:lstStyle/>
          <a:p>
            <a:pPr marL="0" indent="0">
              <a:buNone/>
            </a:pPr>
            <a:r>
              <a:rPr lang="en-US" sz="1600" dirty="0">
                <a:solidFill>
                  <a:srgbClr val="17132E"/>
                </a:solidFill>
                <a:latin typeface="Segoe UI Semibold" pitchFamily="34" charset="0"/>
                <a:ea typeface="Segoe UI Semibold" pitchFamily="34" charset="-122"/>
                <a:cs typeface="Segoe UI Semibold" pitchFamily="34" charset="-120"/>
              </a:rPr>
              <a:t>Application client</a:t>
            </a:r>
            <a:endParaRPr lang="en-US" sz="1600" dirty="0"/>
          </a:p>
        </p:txBody>
      </p:sp>
      <p:sp>
        <p:nvSpPr>
          <p:cNvPr id="11" name="S18_A00_zoom_326"/>
          <p:cNvSpPr txBox="1"/>
          <p:nvPr/>
        </p:nvSpPr>
        <p:spPr>
          <a:xfrm>
            <a:off x="822960" y="3017520"/>
            <a:ext cx="2834640" cy="777240"/>
          </a:xfrm>
          <a:prstGeom prst="rect">
            <a:avLst/>
          </a:prstGeom>
          <a:noFill/>
          <a:ln/>
        </p:spPr>
        <p:txBody>
          <a:bodyPr wrap="square" lIns="0" tIns="0" rIns="0" bIns="0" rtlCol="0" anchor="t"/>
          <a:lstStyle/>
          <a:p>
            <a:pPr marL="0" indent="0">
              <a:buNone/>
            </a:pPr>
            <a:r>
              <a:rPr lang="en-US" sz="1150" dirty="0">
                <a:solidFill>
                  <a:srgbClr val="3E3A56"/>
                </a:solidFill>
                <a:latin typeface="Segoe UI" pitchFamily="34" charset="0"/>
                <a:ea typeface="Segoe UI" pitchFamily="34" charset="-122"/>
                <a:cs typeface="Segoe UI" pitchFamily="34" charset="-120"/>
              </a:rPr>
              <a:t>Interfaces du client, du technicien et de l’administrateur</a:t>
            </a:r>
            <a:endParaRPr lang="en-US" sz="1150" dirty="0"/>
          </a:p>
        </p:txBody>
      </p:sp>
      <p:sp>
        <p:nvSpPr>
          <p:cNvPr id="12" name="S18_A01_wipe_327"/>
          <p:cNvSpPr/>
          <p:nvPr/>
        </p:nvSpPr>
        <p:spPr>
          <a:xfrm>
            <a:off x="3931920" y="2880360"/>
            <a:ext cx="438912" cy="0"/>
          </a:xfrm>
          <a:prstGeom prst="line">
            <a:avLst/>
          </a:prstGeom>
          <a:noFill/>
          <a:ln w="31750">
            <a:solidFill>
              <a:srgbClr val="5B2FD6"/>
            </a:solidFill>
            <a:prstDash val="solid"/>
            <a:headEnd type="triangle"/>
            <a:tailEnd type="triangle"/>
          </a:ln>
        </p:spPr>
      </p:sp>
      <p:sp>
        <p:nvSpPr>
          <p:cNvPr id="13" name="S18_A02_zoom_328"/>
          <p:cNvSpPr/>
          <p:nvPr/>
        </p:nvSpPr>
        <p:spPr>
          <a:xfrm>
            <a:off x="4434840" y="1828800"/>
            <a:ext cx="3319272" cy="2103120"/>
          </a:xfrm>
          <a:prstGeom prst="roundRect">
            <a:avLst>
              <a:gd name="adj" fmla="val 6957"/>
            </a:avLst>
          </a:prstGeom>
          <a:solidFill>
            <a:srgbClr val="F3EFFF"/>
          </a:solidFill>
          <a:ln w="12700">
            <a:solidFill>
              <a:srgbClr val="C9B8FF"/>
            </a:solidFill>
            <a:prstDash val="solid"/>
          </a:ln>
        </p:spPr>
      </p:sp>
      <p:sp>
        <p:nvSpPr>
          <p:cNvPr id="14" name="S18_A02_zoom_329"/>
          <p:cNvSpPr/>
          <p:nvPr/>
        </p:nvSpPr>
        <p:spPr>
          <a:xfrm>
            <a:off x="4709160" y="2103120"/>
            <a:ext cx="713232" cy="713232"/>
          </a:xfrm>
          <a:prstGeom prst="ellipse">
            <a:avLst/>
          </a:prstGeom>
          <a:solidFill>
            <a:srgbClr val="9BE15D"/>
          </a:solidFill>
          <a:ln w="9525">
            <a:solidFill>
              <a:srgbClr val="7CC63F"/>
            </a:solidFill>
            <a:prstDash val="solid"/>
          </a:ln>
        </p:spPr>
      </p:sp>
      <p:pic>
        <p:nvPicPr>
          <p:cNvPr id="15" name="S18_A02_zoom_330" descr="preencoded.png"/>
          <p:cNvPicPr>
            <a:picLocks noChangeAspect="1"/>
          </p:cNvPicPr>
          <p:nvPr/>
        </p:nvPicPr>
        <p:blipFill>
          <a:blip r:embed="rId6"/>
          <a:stretch>
            <a:fillRect/>
          </a:stretch>
        </p:blipFill>
        <p:spPr>
          <a:xfrm>
            <a:off x="4894600" y="2288560"/>
            <a:ext cx="342351" cy="342351"/>
          </a:xfrm>
          <a:prstGeom prst="rect">
            <a:avLst/>
          </a:prstGeom>
        </p:spPr>
      </p:pic>
      <p:sp>
        <p:nvSpPr>
          <p:cNvPr id="16" name="S18_A02_zoom_331"/>
          <p:cNvSpPr txBox="1"/>
          <p:nvPr/>
        </p:nvSpPr>
        <p:spPr>
          <a:xfrm>
            <a:off x="5577840" y="2157984"/>
            <a:ext cx="2103120" cy="228600"/>
          </a:xfrm>
          <a:prstGeom prst="rect">
            <a:avLst/>
          </a:prstGeom>
          <a:noFill/>
          <a:ln/>
        </p:spPr>
        <p:txBody>
          <a:bodyPr wrap="square" lIns="0" tIns="0" rIns="0" bIns="0" rtlCol="0" anchor="t"/>
          <a:lstStyle/>
          <a:p>
            <a:pPr marL="0" indent="0">
              <a:buNone/>
            </a:pPr>
            <a:r>
              <a:rPr lang="en-US" sz="850" b="1" kern="0" spc="100" dirty="0">
                <a:solidFill>
                  <a:srgbClr val="5B2FD6"/>
                </a:solidFill>
                <a:latin typeface="Segoe UI" pitchFamily="34" charset="0"/>
                <a:ea typeface="Segoe UI" pitchFamily="34" charset="-122"/>
                <a:cs typeface="Segoe UI" pitchFamily="34" charset="-120"/>
              </a:rPr>
              <a:t>COUCHE 2 · LOGIQUE MÉTIER</a:t>
            </a:r>
            <a:endParaRPr lang="en-US" sz="850" dirty="0"/>
          </a:p>
        </p:txBody>
      </p:sp>
      <p:sp>
        <p:nvSpPr>
          <p:cNvPr id="17" name="S18_A02_zoom_332"/>
          <p:cNvSpPr txBox="1"/>
          <p:nvPr/>
        </p:nvSpPr>
        <p:spPr>
          <a:xfrm>
            <a:off x="5577840" y="2395728"/>
            <a:ext cx="2103120" cy="365760"/>
          </a:xfrm>
          <a:prstGeom prst="rect">
            <a:avLst/>
          </a:prstGeom>
          <a:noFill/>
          <a:ln/>
        </p:spPr>
        <p:txBody>
          <a:bodyPr wrap="square" lIns="0" tIns="0" rIns="0" bIns="0" rtlCol="0" anchor="t"/>
          <a:lstStyle/>
          <a:p>
            <a:pPr marL="0" indent="0">
              <a:buNone/>
            </a:pPr>
            <a:r>
              <a:rPr lang="en-US" sz="1600" dirty="0">
                <a:solidFill>
                  <a:srgbClr val="17132E"/>
                </a:solidFill>
                <a:latin typeface="Segoe UI Semibold" pitchFamily="34" charset="0"/>
                <a:ea typeface="Segoe UI Semibold" pitchFamily="34" charset="-122"/>
                <a:cs typeface="Segoe UI Semibold" pitchFamily="34" charset="-120"/>
              </a:rPr>
              <a:t>Serveur applicatif</a:t>
            </a:r>
            <a:endParaRPr lang="en-US" sz="1600" dirty="0"/>
          </a:p>
        </p:txBody>
      </p:sp>
      <p:sp>
        <p:nvSpPr>
          <p:cNvPr id="18" name="S18_A02_zoom_333"/>
          <p:cNvSpPr txBox="1"/>
          <p:nvPr/>
        </p:nvSpPr>
        <p:spPr>
          <a:xfrm>
            <a:off x="4709160" y="3017520"/>
            <a:ext cx="2834640" cy="777240"/>
          </a:xfrm>
          <a:prstGeom prst="rect">
            <a:avLst/>
          </a:prstGeom>
          <a:noFill/>
          <a:ln/>
        </p:spPr>
        <p:txBody>
          <a:bodyPr wrap="square" lIns="0" tIns="0" rIns="0" bIns="0" rtlCol="0" anchor="t"/>
          <a:lstStyle/>
          <a:p>
            <a:pPr marL="0" indent="0">
              <a:buNone/>
            </a:pPr>
            <a:r>
              <a:rPr lang="en-US" sz="1150" dirty="0">
                <a:solidFill>
                  <a:srgbClr val="3E3A56"/>
                </a:solidFill>
                <a:latin typeface="Segoe UI" pitchFamily="34" charset="0"/>
                <a:ea typeface="Segoe UI" pitchFamily="34" charset="-122"/>
                <a:cs typeface="Segoe UI" pitchFamily="34" charset="-120"/>
              </a:rPr>
              <a:t>API sécurisée, règles métier, orchestration des services</a:t>
            </a:r>
            <a:endParaRPr lang="en-US" sz="1150" dirty="0"/>
          </a:p>
        </p:txBody>
      </p:sp>
      <p:sp>
        <p:nvSpPr>
          <p:cNvPr id="19" name="S18_A03_wipe_334"/>
          <p:cNvSpPr/>
          <p:nvPr/>
        </p:nvSpPr>
        <p:spPr>
          <a:xfrm>
            <a:off x="7818120" y="2880360"/>
            <a:ext cx="438912" cy="0"/>
          </a:xfrm>
          <a:prstGeom prst="line">
            <a:avLst/>
          </a:prstGeom>
          <a:noFill/>
          <a:ln w="31750">
            <a:solidFill>
              <a:srgbClr val="5B2FD6"/>
            </a:solidFill>
            <a:prstDash val="solid"/>
            <a:headEnd type="triangle"/>
            <a:tailEnd type="triangle"/>
          </a:ln>
        </p:spPr>
      </p:sp>
      <p:sp>
        <p:nvSpPr>
          <p:cNvPr id="20" name="S18_A04_zoom_335"/>
          <p:cNvSpPr/>
          <p:nvPr/>
        </p:nvSpPr>
        <p:spPr>
          <a:xfrm>
            <a:off x="8321040" y="1828800"/>
            <a:ext cx="3319272" cy="2103120"/>
          </a:xfrm>
          <a:prstGeom prst="roundRect">
            <a:avLst>
              <a:gd name="adj" fmla="val 6957"/>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21" name="S18_A04_zoom_336"/>
          <p:cNvSpPr/>
          <p:nvPr/>
        </p:nvSpPr>
        <p:spPr>
          <a:xfrm>
            <a:off x="8595360" y="2103120"/>
            <a:ext cx="713232" cy="713232"/>
          </a:xfrm>
          <a:prstGeom prst="ellipse">
            <a:avLst/>
          </a:prstGeom>
          <a:solidFill>
            <a:srgbClr val="EEE9FD"/>
          </a:solidFill>
          <a:ln w="9525">
            <a:solidFill>
              <a:srgbClr val="D6CCFA"/>
            </a:solidFill>
            <a:prstDash val="solid"/>
          </a:ln>
        </p:spPr>
      </p:sp>
      <p:pic>
        <p:nvPicPr>
          <p:cNvPr id="22" name="S18_A04_zoom_337" descr="preencoded.png"/>
          <p:cNvPicPr>
            <a:picLocks noChangeAspect="1"/>
          </p:cNvPicPr>
          <p:nvPr/>
        </p:nvPicPr>
        <p:blipFill>
          <a:blip r:embed="rId7"/>
          <a:stretch>
            <a:fillRect/>
          </a:stretch>
        </p:blipFill>
        <p:spPr>
          <a:xfrm>
            <a:off x="8780800" y="2288560"/>
            <a:ext cx="342351" cy="342351"/>
          </a:xfrm>
          <a:prstGeom prst="rect">
            <a:avLst/>
          </a:prstGeom>
        </p:spPr>
      </p:pic>
      <p:sp>
        <p:nvSpPr>
          <p:cNvPr id="23" name="S18_A04_zoom_338"/>
          <p:cNvSpPr txBox="1"/>
          <p:nvPr/>
        </p:nvSpPr>
        <p:spPr>
          <a:xfrm>
            <a:off x="9464040" y="2157984"/>
            <a:ext cx="2103120" cy="228600"/>
          </a:xfrm>
          <a:prstGeom prst="rect">
            <a:avLst/>
          </a:prstGeom>
          <a:noFill/>
          <a:ln/>
        </p:spPr>
        <p:txBody>
          <a:bodyPr wrap="square" lIns="0" tIns="0" rIns="0" bIns="0" rtlCol="0" anchor="t"/>
          <a:lstStyle/>
          <a:p>
            <a:pPr marL="0" indent="0">
              <a:buNone/>
            </a:pPr>
            <a:r>
              <a:rPr lang="en-US" sz="850" b="1" kern="0" spc="100" dirty="0">
                <a:solidFill>
                  <a:srgbClr val="5B2FD6"/>
                </a:solidFill>
                <a:latin typeface="Segoe UI" pitchFamily="34" charset="0"/>
                <a:ea typeface="Segoe UI" pitchFamily="34" charset="-122"/>
                <a:cs typeface="Segoe UI" pitchFamily="34" charset="-120"/>
              </a:rPr>
              <a:t>COUCHE 3 · DONNÉES</a:t>
            </a:r>
            <a:endParaRPr lang="en-US" sz="850" dirty="0"/>
          </a:p>
        </p:txBody>
      </p:sp>
      <p:sp>
        <p:nvSpPr>
          <p:cNvPr id="24" name="S18_A04_zoom_339"/>
          <p:cNvSpPr txBox="1"/>
          <p:nvPr/>
        </p:nvSpPr>
        <p:spPr>
          <a:xfrm>
            <a:off x="9464040" y="2395728"/>
            <a:ext cx="2103120" cy="365760"/>
          </a:xfrm>
          <a:prstGeom prst="rect">
            <a:avLst/>
          </a:prstGeom>
          <a:noFill/>
          <a:ln/>
        </p:spPr>
        <p:txBody>
          <a:bodyPr wrap="square" lIns="0" tIns="0" rIns="0" bIns="0" rtlCol="0" anchor="t"/>
          <a:lstStyle/>
          <a:p>
            <a:pPr marL="0" indent="0">
              <a:buNone/>
            </a:pPr>
            <a:r>
              <a:rPr lang="en-US" sz="1600" dirty="0">
                <a:solidFill>
                  <a:srgbClr val="17132E"/>
                </a:solidFill>
                <a:latin typeface="Segoe UI Semibold" pitchFamily="34" charset="0"/>
                <a:ea typeface="Segoe UI Semibold" pitchFamily="34" charset="-122"/>
                <a:cs typeface="Segoe UI Semibold" pitchFamily="34" charset="-120"/>
              </a:rPr>
              <a:t>Base de données</a:t>
            </a:r>
            <a:endParaRPr lang="en-US" sz="1600" dirty="0"/>
          </a:p>
        </p:txBody>
      </p:sp>
      <p:sp>
        <p:nvSpPr>
          <p:cNvPr id="25" name="S18_A04_zoom_340"/>
          <p:cNvSpPr txBox="1"/>
          <p:nvPr/>
        </p:nvSpPr>
        <p:spPr>
          <a:xfrm>
            <a:off x="8595360" y="3017520"/>
            <a:ext cx="2834640" cy="777240"/>
          </a:xfrm>
          <a:prstGeom prst="rect">
            <a:avLst/>
          </a:prstGeom>
          <a:noFill/>
          <a:ln/>
        </p:spPr>
        <p:txBody>
          <a:bodyPr wrap="square" lIns="0" tIns="0" rIns="0" bIns="0" rtlCol="0" anchor="t"/>
          <a:lstStyle/>
          <a:p>
            <a:pPr marL="0" indent="0">
              <a:buNone/>
            </a:pPr>
            <a:r>
              <a:rPr lang="en-US" sz="1150" dirty="0">
                <a:solidFill>
                  <a:srgbClr val="3E3A56"/>
                </a:solidFill>
                <a:latin typeface="Segoe UI" pitchFamily="34" charset="0"/>
                <a:ea typeface="Segoe UI" pitchFamily="34" charset="-122"/>
                <a:cs typeface="Segoe UI" pitchFamily="34" charset="-120"/>
              </a:rPr>
              <a:t>Utilisateurs, missions, devis, paiements, évaluations…</a:t>
            </a:r>
            <a:endParaRPr lang="en-US" sz="1150" dirty="0"/>
          </a:p>
        </p:txBody>
      </p:sp>
      <p:sp>
        <p:nvSpPr>
          <p:cNvPr id="26" name="S18_A05_fade_341"/>
          <p:cNvSpPr txBox="1"/>
          <p:nvPr/>
        </p:nvSpPr>
        <p:spPr>
          <a:xfrm>
            <a:off x="548640" y="4224527"/>
            <a:ext cx="5385816" cy="347473"/>
          </a:xfrm>
          <a:prstGeom prst="rect">
            <a:avLst/>
          </a:prstGeom>
          <a:noFill/>
          <a:ln/>
        </p:spPr>
        <p:txBody>
          <a:bodyPr wrap="square" lIns="0" tIns="0" rIns="0" bIns="0" rtlCol="0" anchor="t"/>
          <a:lstStyle/>
          <a:p>
            <a:r>
              <a:rPr lang="en-US" sz="1000" b="1" kern="0" spc="100" dirty="0">
                <a:solidFill>
                  <a:srgbClr val="5B2FD6"/>
                </a:solidFill>
                <a:latin typeface="Segoe UI" pitchFamily="34" charset="0"/>
                <a:ea typeface="Segoe UI" pitchFamily="34" charset="-122"/>
                <a:cs typeface="Segoe UI" pitchFamily="34" charset="-120"/>
              </a:rPr>
              <a:t>COUCHE 4 . </a:t>
            </a:r>
            <a:r>
              <a:rPr lang="en-US" sz="950" b="1" kern="0" spc="150" dirty="0">
                <a:solidFill>
                  <a:srgbClr val="5B2FD6"/>
                </a:solidFill>
                <a:latin typeface="Segoe UI" pitchFamily="34" charset="0"/>
                <a:ea typeface="Segoe UI" pitchFamily="34" charset="-122"/>
                <a:cs typeface="Segoe UI" pitchFamily="34" charset="-120"/>
              </a:rPr>
              <a:t>SERVICES EXTERNES CONNECTÉS AU SERVEUR</a:t>
            </a:r>
            <a:endParaRPr lang="en-US" sz="950" dirty="0"/>
          </a:p>
        </p:txBody>
      </p:sp>
      <p:sp>
        <p:nvSpPr>
          <p:cNvPr id="27" name="S18_A05_fade_342"/>
          <p:cNvSpPr/>
          <p:nvPr/>
        </p:nvSpPr>
        <p:spPr>
          <a:xfrm>
            <a:off x="6094476" y="3931920"/>
            <a:ext cx="0" cy="594360"/>
          </a:xfrm>
          <a:prstGeom prst="line">
            <a:avLst/>
          </a:prstGeom>
          <a:noFill/>
          <a:ln w="19050">
            <a:solidFill>
              <a:srgbClr val="7C5CFF">
                <a:alpha val="70000"/>
              </a:srgbClr>
            </a:solidFill>
            <a:prstDash val="solid"/>
          </a:ln>
        </p:spPr>
      </p:sp>
      <p:sp>
        <p:nvSpPr>
          <p:cNvPr id="28" name="S18_A05_fade_343"/>
          <p:cNvSpPr/>
          <p:nvPr/>
        </p:nvSpPr>
        <p:spPr>
          <a:xfrm>
            <a:off x="1874520" y="4526280"/>
            <a:ext cx="8421624" cy="0"/>
          </a:xfrm>
          <a:prstGeom prst="line">
            <a:avLst/>
          </a:prstGeom>
          <a:noFill/>
          <a:ln w="19050">
            <a:solidFill>
              <a:srgbClr val="7C5CFF">
                <a:alpha val="70000"/>
              </a:srgbClr>
            </a:solidFill>
            <a:prstDash val="solid"/>
          </a:ln>
        </p:spPr>
      </p:sp>
      <p:sp>
        <p:nvSpPr>
          <p:cNvPr id="29" name="S18_A06_rise_344"/>
          <p:cNvSpPr/>
          <p:nvPr/>
        </p:nvSpPr>
        <p:spPr>
          <a:xfrm>
            <a:off x="1874520" y="4526280"/>
            <a:ext cx="0" cy="228600"/>
          </a:xfrm>
          <a:prstGeom prst="line">
            <a:avLst/>
          </a:prstGeom>
          <a:noFill/>
          <a:ln w="19050">
            <a:solidFill>
              <a:srgbClr val="7C5CFF">
                <a:alpha val="70000"/>
              </a:srgbClr>
            </a:solidFill>
            <a:prstDash val="solid"/>
          </a:ln>
        </p:spPr>
      </p:sp>
      <p:sp>
        <p:nvSpPr>
          <p:cNvPr id="30" name="S18_A06_rise_345"/>
          <p:cNvSpPr/>
          <p:nvPr/>
        </p:nvSpPr>
        <p:spPr>
          <a:xfrm>
            <a:off x="548640" y="4754880"/>
            <a:ext cx="2651760" cy="960120"/>
          </a:xfrm>
          <a:prstGeom prst="roundRect">
            <a:avLst>
              <a:gd name="adj" fmla="val 15238"/>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31" name="S18_A06_rise_346"/>
          <p:cNvSpPr/>
          <p:nvPr/>
        </p:nvSpPr>
        <p:spPr>
          <a:xfrm>
            <a:off x="749808" y="4937760"/>
            <a:ext cx="585216" cy="585216"/>
          </a:xfrm>
          <a:prstGeom prst="ellipse">
            <a:avLst/>
          </a:prstGeom>
          <a:solidFill>
            <a:srgbClr val="EEE9FD"/>
          </a:solidFill>
          <a:ln w="9525">
            <a:solidFill>
              <a:srgbClr val="D6CCFA"/>
            </a:solidFill>
            <a:prstDash val="solid"/>
          </a:ln>
        </p:spPr>
      </p:sp>
      <p:pic>
        <p:nvPicPr>
          <p:cNvPr id="32" name="S18_A06_rise_347" descr="preencoded.png"/>
          <p:cNvPicPr>
            <a:picLocks noChangeAspect="1"/>
          </p:cNvPicPr>
          <p:nvPr/>
        </p:nvPicPr>
        <p:blipFill>
          <a:blip r:embed="rId8"/>
          <a:stretch>
            <a:fillRect/>
          </a:stretch>
        </p:blipFill>
        <p:spPr>
          <a:xfrm>
            <a:off x="901964" y="5089916"/>
            <a:ext cx="280904" cy="280904"/>
          </a:xfrm>
          <a:prstGeom prst="rect">
            <a:avLst/>
          </a:prstGeom>
        </p:spPr>
      </p:pic>
      <p:sp>
        <p:nvSpPr>
          <p:cNvPr id="33" name="S18_A06_rise_348"/>
          <p:cNvSpPr txBox="1"/>
          <p:nvPr/>
        </p:nvSpPr>
        <p:spPr>
          <a:xfrm>
            <a:off x="1481328" y="4937760"/>
            <a:ext cx="1645920" cy="301752"/>
          </a:xfrm>
          <a:prstGeom prst="rect">
            <a:avLst/>
          </a:prstGeom>
          <a:noFill/>
          <a:ln/>
        </p:spPr>
        <p:txBody>
          <a:bodyPr wrap="square" lIns="0" tIns="0" rIns="0" bIns="0" rtlCol="0" anchor="t"/>
          <a:lstStyle/>
          <a:p>
            <a:pPr marL="0" indent="0">
              <a:buNone/>
            </a:pPr>
            <a:r>
              <a:rPr lang="en-US" sz="1300" dirty="0">
                <a:solidFill>
                  <a:srgbClr val="17132E"/>
                </a:solidFill>
                <a:latin typeface="Segoe UI Semibold" pitchFamily="34" charset="0"/>
                <a:ea typeface="Segoe UI Semibold" pitchFamily="34" charset="-122"/>
                <a:cs typeface="Segoe UI Semibold" pitchFamily="34" charset="-120"/>
              </a:rPr>
              <a:t>Groq IA</a:t>
            </a:r>
            <a:endParaRPr lang="en-US" sz="1300" dirty="0"/>
          </a:p>
        </p:txBody>
      </p:sp>
      <p:sp>
        <p:nvSpPr>
          <p:cNvPr id="34" name="S18_A06_rise_349"/>
          <p:cNvSpPr txBox="1"/>
          <p:nvPr/>
        </p:nvSpPr>
        <p:spPr>
          <a:xfrm>
            <a:off x="1481328" y="5248656"/>
            <a:ext cx="1645920" cy="274320"/>
          </a:xfrm>
          <a:prstGeom prst="rect">
            <a:avLst/>
          </a:prstGeom>
          <a:noFill/>
          <a:ln/>
        </p:spPr>
        <p:txBody>
          <a:bodyPr wrap="square" lIns="0" tIns="0" rIns="0" bIns="0" rtlCol="0" anchor="t"/>
          <a:lstStyle/>
          <a:p>
            <a:pPr marL="0" indent="0">
              <a:buNone/>
            </a:pPr>
            <a:r>
              <a:rPr lang="en-US" sz="1050" dirty="0">
                <a:solidFill>
                  <a:srgbClr val="3E3A56"/>
                </a:solidFill>
                <a:latin typeface="Segoe UI" pitchFamily="34" charset="0"/>
                <a:ea typeface="Segoe UI" pitchFamily="34" charset="-122"/>
                <a:cs typeface="Segoe UI" pitchFamily="34" charset="-120"/>
              </a:rPr>
              <a:t>Pré-diagnostic</a:t>
            </a:r>
            <a:endParaRPr lang="en-US" sz="1050" dirty="0"/>
          </a:p>
        </p:txBody>
      </p:sp>
      <p:sp>
        <p:nvSpPr>
          <p:cNvPr id="35" name="S18_A07_rise_350"/>
          <p:cNvSpPr/>
          <p:nvPr/>
        </p:nvSpPr>
        <p:spPr>
          <a:xfrm>
            <a:off x="4681728" y="4526280"/>
            <a:ext cx="0" cy="228600"/>
          </a:xfrm>
          <a:prstGeom prst="line">
            <a:avLst/>
          </a:prstGeom>
          <a:noFill/>
          <a:ln w="19050">
            <a:solidFill>
              <a:srgbClr val="7C5CFF">
                <a:alpha val="70000"/>
              </a:srgbClr>
            </a:solidFill>
            <a:prstDash val="solid"/>
          </a:ln>
        </p:spPr>
      </p:sp>
      <p:sp>
        <p:nvSpPr>
          <p:cNvPr id="36" name="S18_A07_rise_351"/>
          <p:cNvSpPr/>
          <p:nvPr/>
        </p:nvSpPr>
        <p:spPr>
          <a:xfrm>
            <a:off x="3355848" y="4754880"/>
            <a:ext cx="2651760" cy="960120"/>
          </a:xfrm>
          <a:prstGeom prst="roundRect">
            <a:avLst>
              <a:gd name="adj" fmla="val 15238"/>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37" name="S18_A07_rise_352"/>
          <p:cNvSpPr/>
          <p:nvPr/>
        </p:nvSpPr>
        <p:spPr>
          <a:xfrm>
            <a:off x="3557016" y="4937760"/>
            <a:ext cx="585216" cy="585216"/>
          </a:xfrm>
          <a:prstGeom prst="ellipse">
            <a:avLst/>
          </a:prstGeom>
          <a:solidFill>
            <a:srgbClr val="EEE9FD"/>
          </a:solidFill>
          <a:ln w="9525">
            <a:solidFill>
              <a:srgbClr val="D6CCFA"/>
            </a:solidFill>
            <a:prstDash val="solid"/>
          </a:ln>
        </p:spPr>
      </p:sp>
      <p:pic>
        <p:nvPicPr>
          <p:cNvPr id="38" name="S18_A07_rise_353" descr="preencoded.png"/>
          <p:cNvPicPr>
            <a:picLocks noChangeAspect="1"/>
          </p:cNvPicPr>
          <p:nvPr/>
        </p:nvPicPr>
        <p:blipFill>
          <a:blip r:embed="rId9"/>
          <a:stretch>
            <a:fillRect/>
          </a:stretch>
        </p:blipFill>
        <p:spPr>
          <a:xfrm>
            <a:off x="3709172" y="5089916"/>
            <a:ext cx="280904" cy="280904"/>
          </a:xfrm>
          <a:prstGeom prst="rect">
            <a:avLst/>
          </a:prstGeom>
        </p:spPr>
      </p:pic>
      <p:sp>
        <p:nvSpPr>
          <p:cNvPr id="39" name="S18_A07_rise_354"/>
          <p:cNvSpPr txBox="1"/>
          <p:nvPr/>
        </p:nvSpPr>
        <p:spPr>
          <a:xfrm>
            <a:off x="4288536" y="4937760"/>
            <a:ext cx="1645920" cy="301752"/>
          </a:xfrm>
          <a:prstGeom prst="rect">
            <a:avLst/>
          </a:prstGeom>
          <a:noFill/>
          <a:ln/>
        </p:spPr>
        <p:txBody>
          <a:bodyPr wrap="square" lIns="0" tIns="0" rIns="0" bIns="0" rtlCol="0" anchor="t"/>
          <a:lstStyle/>
          <a:p>
            <a:pPr marL="0" indent="0">
              <a:buNone/>
            </a:pPr>
            <a:r>
              <a:rPr lang="en-US" sz="1300" dirty="0">
                <a:solidFill>
                  <a:srgbClr val="17132E"/>
                </a:solidFill>
                <a:latin typeface="Segoe UI Semibold" pitchFamily="34" charset="0"/>
                <a:ea typeface="Segoe UI Semibold" pitchFamily="34" charset="-122"/>
                <a:cs typeface="Segoe UI Semibold" pitchFamily="34" charset="-120"/>
              </a:rPr>
              <a:t>ZegoCloud</a:t>
            </a:r>
            <a:endParaRPr lang="en-US" sz="1300" dirty="0"/>
          </a:p>
        </p:txBody>
      </p:sp>
      <p:sp>
        <p:nvSpPr>
          <p:cNvPr id="40" name="S18_A07_rise_355"/>
          <p:cNvSpPr txBox="1"/>
          <p:nvPr/>
        </p:nvSpPr>
        <p:spPr>
          <a:xfrm>
            <a:off x="4288536" y="5248656"/>
            <a:ext cx="1645920" cy="274320"/>
          </a:xfrm>
          <a:prstGeom prst="rect">
            <a:avLst/>
          </a:prstGeom>
          <a:noFill/>
          <a:ln/>
        </p:spPr>
        <p:txBody>
          <a:bodyPr wrap="square" lIns="0" tIns="0" rIns="0" bIns="0" rtlCol="0" anchor="t"/>
          <a:lstStyle/>
          <a:p>
            <a:pPr marL="0" indent="0">
              <a:buNone/>
            </a:pPr>
            <a:r>
              <a:rPr lang="en-US" sz="1050" dirty="0">
                <a:solidFill>
                  <a:srgbClr val="3E3A56"/>
                </a:solidFill>
                <a:latin typeface="Segoe UI" pitchFamily="34" charset="0"/>
                <a:ea typeface="Segoe UI" pitchFamily="34" charset="-122"/>
                <a:cs typeface="Segoe UI" pitchFamily="34" charset="-120"/>
              </a:rPr>
              <a:t>Appels</a:t>
            </a:r>
            <a:endParaRPr lang="en-US" sz="1050" dirty="0"/>
          </a:p>
        </p:txBody>
      </p:sp>
      <p:sp>
        <p:nvSpPr>
          <p:cNvPr id="41" name="S18_A08_rise_356"/>
          <p:cNvSpPr/>
          <p:nvPr/>
        </p:nvSpPr>
        <p:spPr>
          <a:xfrm>
            <a:off x="7488936" y="4526280"/>
            <a:ext cx="0" cy="228600"/>
          </a:xfrm>
          <a:prstGeom prst="line">
            <a:avLst/>
          </a:prstGeom>
          <a:noFill/>
          <a:ln w="19050">
            <a:solidFill>
              <a:srgbClr val="7C5CFF">
                <a:alpha val="70000"/>
              </a:srgbClr>
            </a:solidFill>
            <a:prstDash val="solid"/>
          </a:ln>
        </p:spPr>
      </p:sp>
      <p:sp>
        <p:nvSpPr>
          <p:cNvPr id="42" name="S18_A08_rise_357"/>
          <p:cNvSpPr/>
          <p:nvPr/>
        </p:nvSpPr>
        <p:spPr>
          <a:xfrm>
            <a:off x="6163056" y="4754880"/>
            <a:ext cx="2651760" cy="960120"/>
          </a:xfrm>
          <a:prstGeom prst="roundRect">
            <a:avLst>
              <a:gd name="adj" fmla="val 15238"/>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43" name="S18_A08_rise_358"/>
          <p:cNvSpPr/>
          <p:nvPr/>
        </p:nvSpPr>
        <p:spPr>
          <a:xfrm>
            <a:off x="6364224" y="4937760"/>
            <a:ext cx="585216" cy="585216"/>
          </a:xfrm>
          <a:prstGeom prst="ellipse">
            <a:avLst/>
          </a:prstGeom>
          <a:solidFill>
            <a:srgbClr val="EEE9FD"/>
          </a:solidFill>
          <a:ln w="9525">
            <a:solidFill>
              <a:srgbClr val="D6CCFA"/>
            </a:solidFill>
            <a:prstDash val="solid"/>
          </a:ln>
        </p:spPr>
      </p:sp>
      <p:pic>
        <p:nvPicPr>
          <p:cNvPr id="44" name="S18_A08_rise_359" descr="preencoded.png"/>
          <p:cNvPicPr>
            <a:picLocks noChangeAspect="1"/>
          </p:cNvPicPr>
          <p:nvPr/>
        </p:nvPicPr>
        <p:blipFill>
          <a:blip r:embed="rId10"/>
          <a:stretch>
            <a:fillRect/>
          </a:stretch>
        </p:blipFill>
        <p:spPr>
          <a:xfrm>
            <a:off x="6516380" y="5089916"/>
            <a:ext cx="280904" cy="280904"/>
          </a:xfrm>
          <a:prstGeom prst="rect">
            <a:avLst/>
          </a:prstGeom>
        </p:spPr>
      </p:pic>
      <p:sp>
        <p:nvSpPr>
          <p:cNvPr id="45" name="S18_A08_rise_360"/>
          <p:cNvSpPr txBox="1"/>
          <p:nvPr/>
        </p:nvSpPr>
        <p:spPr>
          <a:xfrm>
            <a:off x="7095744" y="4937760"/>
            <a:ext cx="1645920" cy="301752"/>
          </a:xfrm>
          <a:prstGeom prst="rect">
            <a:avLst/>
          </a:prstGeom>
          <a:noFill/>
          <a:ln/>
        </p:spPr>
        <p:txBody>
          <a:bodyPr wrap="square" lIns="0" tIns="0" rIns="0" bIns="0" rtlCol="0" anchor="t"/>
          <a:lstStyle/>
          <a:p>
            <a:pPr marL="0" indent="0">
              <a:buNone/>
            </a:pPr>
            <a:r>
              <a:rPr lang="en-US" sz="1300" dirty="0">
                <a:solidFill>
                  <a:srgbClr val="17132E"/>
                </a:solidFill>
                <a:latin typeface="Segoe UI Semibold" pitchFamily="34" charset="0"/>
                <a:ea typeface="Segoe UI Semibold" pitchFamily="34" charset="-122"/>
                <a:cs typeface="Segoe UI Semibold" pitchFamily="34" charset="-120"/>
              </a:rPr>
              <a:t>Orange · MTN</a:t>
            </a:r>
            <a:endParaRPr lang="en-US" sz="1300" dirty="0"/>
          </a:p>
        </p:txBody>
      </p:sp>
      <p:sp>
        <p:nvSpPr>
          <p:cNvPr id="46" name="S18_A08_rise_361"/>
          <p:cNvSpPr txBox="1"/>
          <p:nvPr/>
        </p:nvSpPr>
        <p:spPr>
          <a:xfrm>
            <a:off x="7095744" y="5248656"/>
            <a:ext cx="1645920" cy="274320"/>
          </a:xfrm>
          <a:prstGeom prst="rect">
            <a:avLst/>
          </a:prstGeom>
          <a:noFill/>
          <a:ln/>
        </p:spPr>
        <p:txBody>
          <a:bodyPr wrap="square" lIns="0" tIns="0" rIns="0" bIns="0" rtlCol="0" anchor="t"/>
          <a:lstStyle/>
          <a:p>
            <a:pPr marL="0" indent="0">
              <a:buNone/>
            </a:pPr>
            <a:r>
              <a:rPr lang="en-US" sz="1050" dirty="0">
                <a:solidFill>
                  <a:srgbClr val="3E3A56"/>
                </a:solidFill>
                <a:latin typeface="Segoe UI" pitchFamily="34" charset="0"/>
                <a:ea typeface="Segoe UI" pitchFamily="34" charset="-122"/>
                <a:cs typeface="Segoe UI" pitchFamily="34" charset="-120"/>
              </a:rPr>
              <a:t>Paiement mobile</a:t>
            </a:r>
            <a:endParaRPr lang="en-US" sz="1050" dirty="0"/>
          </a:p>
        </p:txBody>
      </p:sp>
      <p:sp>
        <p:nvSpPr>
          <p:cNvPr id="47" name="S18_A09_rise_362"/>
          <p:cNvSpPr/>
          <p:nvPr/>
        </p:nvSpPr>
        <p:spPr>
          <a:xfrm>
            <a:off x="10296144" y="4526280"/>
            <a:ext cx="0" cy="228600"/>
          </a:xfrm>
          <a:prstGeom prst="line">
            <a:avLst/>
          </a:prstGeom>
          <a:noFill/>
          <a:ln w="19050">
            <a:solidFill>
              <a:srgbClr val="7C5CFF">
                <a:alpha val="70000"/>
              </a:srgbClr>
            </a:solidFill>
            <a:prstDash val="solid"/>
          </a:ln>
        </p:spPr>
      </p:sp>
      <p:sp>
        <p:nvSpPr>
          <p:cNvPr id="48" name="S18_A09_rise_363"/>
          <p:cNvSpPr/>
          <p:nvPr/>
        </p:nvSpPr>
        <p:spPr>
          <a:xfrm>
            <a:off x="8970264" y="4754880"/>
            <a:ext cx="2651760" cy="960120"/>
          </a:xfrm>
          <a:prstGeom prst="roundRect">
            <a:avLst>
              <a:gd name="adj" fmla="val 15238"/>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49" name="S18_A09_rise_364"/>
          <p:cNvSpPr/>
          <p:nvPr/>
        </p:nvSpPr>
        <p:spPr>
          <a:xfrm>
            <a:off x="9171432" y="4937760"/>
            <a:ext cx="585216" cy="585216"/>
          </a:xfrm>
          <a:prstGeom prst="ellipse">
            <a:avLst/>
          </a:prstGeom>
          <a:solidFill>
            <a:srgbClr val="EEE9FD"/>
          </a:solidFill>
          <a:ln w="9525">
            <a:solidFill>
              <a:srgbClr val="D6CCFA"/>
            </a:solidFill>
            <a:prstDash val="solid"/>
          </a:ln>
        </p:spPr>
      </p:sp>
      <p:pic>
        <p:nvPicPr>
          <p:cNvPr id="50" name="S18_A09_rise_365" descr="preencoded.png"/>
          <p:cNvPicPr>
            <a:picLocks noChangeAspect="1"/>
          </p:cNvPicPr>
          <p:nvPr/>
        </p:nvPicPr>
        <p:blipFill>
          <a:blip r:embed="rId11"/>
          <a:stretch>
            <a:fillRect/>
          </a:stretch>
        </p:blipFill>
        <p:spPr>
          <a:xfrm>
            <a:off x="9323588" y="5089916"/>
            <a:ext cx="280904" cy="280904"/>
          </a:xfrm>
          <a:prstGeom prst="rect">
            <a:avLst/>
          </a:prstGeom>
        </p:spPr>
      </p:pic>
      <p:sp>
        <p:nvSpPr>
          <p:cNvPr id="51" name="S18_A09_rise_366"/>
          <p:cNvSpPr txBox="1"/>
          <p:nvPr/>
        </p:nvSpPr>
        <p:spPr>
          <a:xfrm>
            <a:off x="9902952" y="4937760"/>
            <a:ext cx="1645920" cy="301752"/>
          </a:xfrm>
          <a:prstGeom prst="rect">
            <a:avLst/>
          </a:prstGeom>
          <a:noFill/>
          <a:ln/>
        </p:spPr>
        <p:txBody>
          <a:bodyPr wrap="square" lIns="0" tIns="0" rIns="0" bIns="0" rtlCol="0" anchor="t"/>
          <a:lstStyle/>
          <a:p>
            <a:pPr marL="0" indent="0">
              <a:buNone/>
            </a:pPr>
            <a:r>
              <a:rPr lang="en-US" sz="1300" dirty="0">
                <a:solidFill>
                  <a:srgbClr val="17132E"/>
                </a:solidFill>
                <a:latin typeface="Segoe UI Semibold" pitchFamily="34" charset="0"/>
                <a:ea typeface="Segoe UI Semibold" pitchFamily="34" charset="-122"/>
                <a:cs typeface="Segoe UI Semibold" pitchFamily="34" charset="-120"/>
              </a:rPr>
              <a:t>Notifications</a:t>
            </a:r>
            <a:endParaRPr lang="en-US" sz="1300" dirty="0"/>
          </a:p>
        </p:txBody>
      </p:sp>
      <p:sp>
        <p:nvSpPr>
          <p:cNvPr id="52" name="S18_A09_rise_367"/>
          <p:cNvSpPr txBox="1"/>
          <p:nvPr/>
        </p:nvSpPr>
        <p:spPr>
          <a:xfrm>
            <a:off x="9902952" y="5248656"/>
            <a:ext cx="1645920" cy="274320"/>
          </a:xfrm>
          <a:prstGeom prst="rect">
            <a:avLst/>
          </a:prstGeom>
          <a:noFill/>
          <a:ln/>
        </p:spPr>
        <p:txBody>
          <a:bodyPr wrap="square" lIns="0" tIns="0" rIns="0" bIns="0" rtlCol="0" anchor="t"/>
          <a:lstStyle/>
          <a:p>
            <a:pPr marL="0" indent="0">
              <a:buNone/>
            </a:pPr>
            <a:r>
              <a:rPr lang="en-US" sz="1050" dirty="0">
                <a:solidFill>
                  <a:srgbClr val="3E3A56"/>
                </a:solidFill>
                <a:latin typeface="Segoe UI" pitchFamily="34" charset="0"/>
                <a:ea typeface="Segoe UI" pitchFamily="34" charset="-122"/>
                <a:cs typeface="Segoe UI" pitchFamily="34" charset="-120"/>
              </a:rPr>
              <a:t>Alertes push</a:t>
            </a:r>
            <a:endParaRPr lang="en-US" sz="1050" dirty="0"/>
          </a:p>
        </p:txBody>
      </p:sp>
      <p:sp>
        <p:nvSpPr>
          <p:cNvPr id="53" name="!!NavPill"/>
          <p:cNvSpPr/>
          <p:nvPr/>
        </p:nvSpPr>
        <p:spPr>
          <a:xfrm>
            <a:off x="4059936" y="6382512"/>
            <a:ext cx="1097280" cy="274320"/>
          </a:xfrm>
          <a:prstGeom prst="roundRect">
            <a:avLst>
              <a:gd name="adj" fmla="val 50000"/>
            </a:avLst>
          </a:prstGeom>
          <a:solidFill>
            <a:srgbClr val="5B2FD6"/>
          </a:solidFill>
          <a:ln w="9525">
            <a:solidFill>
              <a:srgbClr val="7C5CFF"/>
            </a:solidFill>
            <a:prstDash val="solid"/>
          </a:ln>
        </p:spPr>
      </p:sp>
      <p:sp>
        <p:nvSpPr>
          <p:cNvPr id="54" name="Text 44"/>
          <p:cNvSpPr txBox="1"/>
          <p:nvPr/>
        </p:nvSpPr>
        <p:spPr>
          <a:xfrm>
            <a:off x="54864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Introduction</a:t>
            </a:r>
            <a:endParaRPr lang="en-US" sz="900" dirty="0"/>
          </a:p>
        </p:txBody>
      </p:sp>
      <p:sp>
        <p:nvSpPr>
          <p:cNvPr id="55" name="Text 45"/>
          <p:cNvSpPr txBox="1"/>
          <p:nvPr/>
        </p:nvSpPr>
        <p:spPr>
          <a:xfrm>
            <a:off x="1719072"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Entreprise</a:t>
            </a:r>
            <a:endParaRPr lang="en-US" sz="900" dirty="0"/>
          </a:p>
        </p:txBody>
      </p:sp>
      <p:sp>
        <p:nvSpPr>
          <p:cNvPr id="56" name="Text 46"/>
          <p:cNvSpPr txBox="1"/>
          <p:nvPr/>
        </p:nvSpPr>
        <p:spPr>
          <a:xfrm>
            <a:off x="2889504"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Contexte</a:t>
            </a:r>
            <a:endParaRPr lang="en-US" sz="900" dirty="0"/>
          </a:p>
        </p:txBody>
      </p:sp>
      <p:sp>
        <p:nvSpPr>
          <p:cNvPr id="57" name="Text 47"/>
          <p:cNvSpPr txBox="1"/>
          <p:nvPr/>
        </p:nvSpPr>
        <p:spPr>
          <a:xfrm>
            <a:off x="4059936" y="6382512"/>
            <a:ext cx="10972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Segoe UI" pitchFamily="34" charset="0"/>
                <a:ea typeface="Segoe UI" pitchFamily="34" charset="-122"/>
                <a:cs typeface="Segoe UI" pitchFamily="34" charset="-120"/>
              </a:rPr>
              <a:t>Méthodologie</a:t>
            </a:r>
            <a:endParaRPr lang="en-US" sz="900" dirty="0"/>
          </a:p>
        </p:txBody>
      </p:sp>
      <p:sp>
        <p:nvSpPr>
          <p:cNvPr id="58" name="Text 48"/>
          <p:cNvSpPr txBox="1"/>
          <p:nvPr/>
        </p:nvSpPr>
        <p:spPr>
          <a:xfrm>
            <a:off x="5230368"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Résultats</a:t>
            </a:r>
            <a:endParaRPr lang="en-US" sz="900" dirty="0"/>
          </a:p>
        </p:txBody>
      </p:sp>
      <p:sp>
        <p:nvSpPr>
          <p:cNvPr id="59" name="Text 49"/>
          <p:cNvSpPr txBox="1"/>
          <p:nvPr/>
        </p:nvSpPr>
        <p:spPr>
          <a:xfrm>
            <a:off x="640080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Conclusion</a:t>
            </a:r>
            <a:endParaRPr lang="en-US" sz="900" dirty="0"/>
          </a:p>
        </p:txBody>
      </p:sp>
      <p:sp>
        <p:nvSpPr>
          <p:cNvPr id="60" name="Text 50"/>
          <p:cNvSpPr txBox="1"/>
          <p:nvPr/>
        </p:nvSpPr>
        <p:spPr>
          <a:xfrm>
            <a:off x="8412480" y="6382512"/>
            <a:ext cx="3227832" cy="274320"/>
          </a:xfrm>
          <a:prstGeom prst="rect">
            <a:avLst/>
          </a:prstGeom>
          <a:noFill/>
          <a:ln/>
        </p:spPr>
        <p:txBody>
          <a:bodyPr wrap="square" lIns="0" tIns="0" rIns="0" bIns="0" rtlCol="0" anchor="ctr"/>
          <a:lstStyle/>
          <a:p>
            <a:pPr marL="0" indent="0" algn="r">
              <a:buNone/>
            </a:pPr>
            <a:r>
              <a:rPr lang="en-US" sz="900" dirty="0">
                <a:solidFill>
                  <a:srgbClr val="6E6A85"/>
                </a:solidFill>
                <a:latin typeface="Segoe UI" pitchFamily="34" charset="0"/>
                <a:ea typeface="Segoe UI" pitchFamily="34" charset="-122"/>
                <a:cs typeface="Segoe UI" pitchFamily="34" charset="-120"/>
              </a:rPr>
              <a:t>FEUNOU FOSSO Otniel</a:t>
            </a:r>
            <a:r>
              <a:rPr lang="en-US" sz="900" b="1" dirty="0">
                <a:solidFill>
                  <a:srgbClr val="5B2FD6"/>
                </a:solidFill>
                <a:latin typeface="Segoe UI" pitchFamily="34" charset="0"/>
                <a:ea typeface="Segoe UI" pitchFamily="34" charset="-122"/>
                <a:cs typeface="Segoe UI" pitchFamily="34" charset="-120"/>
              </a:rPr>
              <a:t>   18</a:t>
            </a:r>
            <a:endParaRPr lang="en-US" sz="900" dirty="0"/>
          </a:p>
        </p:txBody>
      </p:sp>
      <mc:AlternateContent xmlns:mc="http://schemas.openxmlformats.org/markup-compatibility/2006">
        <mc:Choice xmlns:am3d="http://schemas.microsoft.com/office/drawing/2017/model3d" Requires="am3d">
          <p:graphicFrame>
            <p:nvGraphicFramePr>
              <p:cNvPr id="61" name="!!GearBig" descr="Engrenage 3D animé">
                <a:extLst>
                  <a:ext uri="{FF2B5EF4-FFF2-40B4-BE49-F238E27FC236}">
                    <a16:creationId xmlns:a16="http://schemas.microsoft.com/office/drawing/2014/main" id="{1DEAAC0C-CFE8-4D0B-945A-F190E66F4F9A}"/>
                  </a:ext>
                </a:extLst>
              </p:cNvPr>
              <p:cNvGraphicFramePr>
                <a:graphicFrameLocks/>
              </p:cNvGraphicFramePr>
              <p:nvPr>
                <p:extLst>
                  <p:ext uri="{D42A27DB-BD31-4B8C-83A1-F6EECF244321}">
                    <p14:modId xmlns:p14="http://schemas.microsoft.com/office/powerpoint/2010/main" val="1744651281"/>
                  </p:ext>
                </p:extLst>
              </p:nvPr>
            </p:nvGraphicFramePr>
            <p:xfrm>
              <a:off x="10195560" y="320040"/>
              <a:ext cx="1097280" cy="1097280"/>
            </p:xfrm>
            <a:graphic>
              <a:graphicData uri="http://schemas.microsoft.com/office/drawing/2017/model3d">
                <am3d:model3d r:embed="rId12" r:link="rId13">
                  <am3d:spPr>
                    <a:xfrm>
                      <a:off x="0" y="0"/>
                      <a:ext cx="1097280" cy="1097280"/>
                    </a:xfrm>
                    <a:prstGeom prst="rect">
                      <a:avLst/>
                    </a:prstGeom>
                  </am3d:spPr>
                  <am3d:camera>
                    <am3d:pos x="0" y="158400000" z="158400000"/>
                    <am3d:up dx="0" dy="36000000" dz="0"/>
                    <am3d:lookAt x="0" y="0" z="0"/>
                    <am3d:perspective fov="660000"/>
                  </am3d:camera>
                  <am3d:trans>
                    <am3d:meterPerModelUnit n="404766" d="1000000"/>
                    <am3d:preTrans dx="0" dy="0" dz="0"/>
                    <am3d:scale>
                      <am3d:sx n="1000000" d="1000000"/>
                      <am3d:sy n="1000000" d="1000000"/>
                      <am3d:sz n="1000000" d="1000000"/>
                    </am3d:scale>
                    <am3d:rot/>
                    <am3d:postTrans dx="0" dy="0" dz="0"/>
                  </am3d:trans>
                  <am3d:raster rName="Office3DRenderer" rVer="16.0.8326">
                    <am3d:blip r:embed="rId14"/>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61" name="!!GearBig" descr="Engrenage 3D animé">
                <a:extLst>
                  <a:ext uri="{FF2B5EF4-FFF2-40B4-BE49-F238E27FC236}">
                    <a16:creationId xmlns:a16="http://schemas.microsoft.com/office/drawing/2014/main" id="{1DEAAC0C-CFE8-4D0B-945A-F190E66F4F9A}"/>
                  </a:ext>
                </a:extLst>
              </p:cNvPr>
              <p:cNvPicPr>
                <a:picLocks noGrp="1" noRot="1" noChangeAspect="1" noMove="1" noResize="1" noEditPoints="1" noAdjustHandles="1" noChangeArrowheads="1" noChangeShapeType="1" noCrop="1"/>
              </p:cNvPicPr>
              <p:nvPr/>
            </p:nvPicPr>
            <p:blipFill>
              <a:blip r:embed="rId14"/>
              <a:stretch>
                <a:fillRect/>
              </a:stretch>
            </p:blipFill>
            <p:spPr>
              <a:xfrm>
                <a:off x="10195560" y="320040"/>
                <a:ext cx="1097280" cy="109728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62" name="!!GearSmall" descr="Engrenage 3D animé">
                <a:extLst>
                  <a:ext uri="{FF2B5EF4-FFF2-40B4-BE49-F238E27FC236}">
                    <a16:creationId xmlns:a16="http://schemas.microsoft.com/office/drawing/2014/main" id="{0FF9E88A-D66A-4BD0-AB6A-1F45425D18FC}"/>
                  </a:ext>
                </a:extLst>
              </p:cNvPr>
              <p:cNvGraphicFramePr>
                <a:graphicFrameLocks/>
              </p:cNvGraphicFramePr>
              <p:nvPr>
                <p:extLst>
                  <p:ext uri="{D42A27DB-BD31-4B8C-83A1-F6EECF244321}">
                    <p14:modId xmlns:p14="http://schemas.microsoft.com/office/powerpoint/2010/main" val="1330773367"/>
                  </p:ext>
                </p:extLst>
              </p:nvPr>
            </p:nvGraphicFramePr>
            <p:xfrm>
              <a:off x="11150194" y="742493"/>
              <a:ext cx="779069" cy="779069"/>
            </p:xfrm>
            <a:graphic>
              <a:graphicData uri="http://schemas.microsoft.com/office/drawing/2017/model3d">
                <am3d:model3d r:embed="rId15" r:link="rId16">
                  <am3d:spPr>
                    <a:xfrm>
                      <a:off x="0" y="0"/>
                      <a:ext cx="779069" cy="779069"/>
                    </a:xfrm>
                    <a:prstGeom prst="rect">
                      <a:avLst/>
                    </a:prstGeom>
                  </am3d:spPr>
                  <am3d:camera>
                    <am3d:pos x="0" y="158400000" z="158400000"/>
                    <am3d:up dx="0" dy="36000000" dz="0"/>
                    <am3d:lookAt x="0" y="0" z="0"/>
                    <am3d:perspective fov="660000"/>
                  </am3d:camera>
                  <am3d:trans>
                    <am3d:meterPerModelUnit n="573084" d="1000000"/>
                    <am3d:preTrans dx="0" dy="0" dz="0"/>
                    <am3d:scale>
                      <am3d:sx n="1000000" d="1000000"/>
                      <am3d:sy n="1000000" d="1000000"/>
                      <am3d:sz n="1000000" d="1000000"/>
                    </am3d:scale>
                    <am3d:rot ay="10800000"/>
                    <am3d:postTrans dx="0" dy="0" dz="0"/>
                  </am3d:trans>
                  <am3d:raster rName="Office3DRenderer" rVer="16.0.8326">
                    <am3d:blip r:embed="rId17"/>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62" name="!!GearSmall" descr="Engrenage 3D animé">
                <a:extLst>
                  <a:ext uri="{FF2B5EF4-FFF2-40B4-BE49-F238E27FC236}">
                    <a16:creationId xmlns:a16="http://schemas.microsoft.com/office/drawing/2014/main" id="{0FF9E88A-D66A-4BD0-AB6A-1F45425D18FC}"/>
                  </a:ext>
                </a:extLst>
              </p:cNvPr>
              <p:cNvPicPr>
                <a:picLocks noGrp="1" noRot="1" noChangeAspect="1" noMove="1" noResize="1" noEditPoints="1" noAdjustHandles="1" noChangeArrowheads="1" noChangeShapeType="1" noCrop="1"/>
              </p:cNvPicPr>
              <p:nvPr/>
            </p:nvPicPr>
            <p:blipFill>
              <a:blip r:embed="rId17"/>
              <a:stretch>
                <a:fillRect/>
              </a:stretch>
            </p:blipFill>
            <p:spPr>
              <a:xfrm>
                <a:off x="11150194" y="742493"/>
                <a:ext cx="779069" cy="779069"/>
              </a:xfrm>
              <a:prstGeom prst="rect">
                <a:avLst/>
              </a:prstGeom>
            </p:spPr>
          </p:pic>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mph" presetSubtype="128" repeatCount="indefinite" fill="hold" nodeType="withEffect">
                                  <p:stCondLst>
                                    <p:cond delay="0"/>
                                  </p:stCondLst>
                                  <p:childTnLst>
                                    <p:animRot by="21600000">
                                      <p:cBhvr>
                                        <p:cTn id="6" dur="16000" fill="hold"/>
                                        <p:tgtEl>
                                          <p:spTgt spid="61"/>
                                        </p:tgtEl>
                                        <p:attrNameLst>
                                          <p:attrName>3d.view.rotation.y</p:attrName>
                                        </p:attrNameLst>
                                      </p:cBhvr>
                                    </p:animRot>
                                  </p:childTnLst>
                                </p:cTn>
                              </p:par>
                              <p:par>
                                <p:cTn id="7" presetID="37" presetClass="emph" presetSubtype="128" repeatCount="indefinite" fill="hold" nodeType="withEffect">
                                  <p:stCondLst>
                                    <p:cond delay="0"/>
                                  </p:stCondLst>
                                  <p:childTnLst>
                                    <p:animRot by="-21600000">
                                      <p:cBhvr>
                                        <p:cTn id="8" dur="10667" fill="hold"/>
                                        <p:tgtEl>
                                          <p:spTgt spid="62"/>
                                        </p:tgtEl>
                                        <p:attrNameLst>
                                          <p:attrName>3d.view.rotation.y</p:attrName>
                                        </p:attrNameLst>
                                      </p:cBhvr>
                                    </p:animRot>
                                  </p:childTnLst>
                                </p:cTn>
                              </p:par>
                              <p:par>
                                <p:cTn id="9" presetID="53" presetClass="entr" presetSubtype="16" fill="hold" nodeType="withEffect">
                                  <p:stCondLst>
                                    <p:cond delay="350"/>
                                  </p:stCondLst>
                                  <p:childTnLst>
                                    <p:set>
                                      <p:cBhvr>
                                        <p:cTn id="10" dur="1" fill="hold">
                                          <p:stCondLst>
                                            <p:cond delay="0"/>
                                          </p:stCondLst>
                                        </p:cTn>
                                        <p:tgtEl>
                                          <p:spTgt spid="6"/>
                                        </p:tgtEl>
                                        <p:attrNameLst>
                                          <p:attrName>style.visibility</p:attrName>
                                        </p:attrNameLst>
                                      </p:cBhvr>
                                      <p:to>
                                        <p:strVal val="visible"/>
                                      </p:to>
                                    </p:set>
                                    <p:anim calcmode="lin" valueType="num">
                                      <p:cBhvr>
                                        <p:cTn id="11" dur="550" fill="hold"/>
                                        <p:tgtEl>
                                          <p:spTgt spid="6"/>
                                        </p:tgtEl>
                                        <p:attrNameLst>
                                          <p:attrName>ppt_w</p:attrName>
                                        </p:attrNameLst>
                                      </p:cBhvr>
                                      <p:tavLst>
                                        <p:tav tm="0">
                                          <p:val>
                                            <p:fltVal val="0"/>
                                          </p:val>
                                        </p:tav>
                                        <p:tav tm="100000">
                                          <p:val>
                                            <p:strVal val="#ppt_w"/>
                                          </p:val>
                                        </p:tav>
                                      </p:tavLst>
                                    </p:anim>
                                    <p:anim calcmode="lin" valueType="num">
                                      <p:cBhvr>
                                        <p:cTn id="12" dur="550" fill="hold"/>
                                        <p:tgtEl>
                                          <p:spTgt spid="6"/>
                                        </p:tgtEl>
                                        <p:attrNameLst>
                                          <p:attrName>ppt_h</p:attrName>
                                        </p:attrNameLst>
                                      </p:cBhvr>
                                      <p:tavLst>
                                        <p:tav tm="0">
                                          <p:val>
                                            <p:fltVal val="0"/>
                                          </p:val>
                                        </p:tav>
                                        <p:tav tm="100000">
                                          <p:val>
                                            <p:strVal val="#ppt_h"/>
                                          </p:val>
                                        </p:tav>
                                      </p:tavLst>
                                    </p:anim>
                                    <p:animEffect transition="in" filter="fade">
                                      <p:cBhvr>
                                        <p:cTn id="13" dur="550"/>
                                        <p:tgtEl>
                                          <p:spTgt spid="6"/>
                                        </p:tgtEl>
                                      </p:cBhvr>
                                    </p:animEffect>
                                  </p:childTnLst>
                                </p:cTn>
                              </p:par>
                              <p:par>
                                <p:cTn id="14" presetID="53" presetClass="entr" presetSubtype="16" fill="hold" nodeType="withEffect">
                                  <p:stCondLst>
                                    <p:cond delay="350"/>
                                  </p:stCondLst>
                                  <p:childTnLst>
                                    <p:set>
                                      <p:cBhvr>
                                        <p:cTn id="15" dur="1" fill="hold">
                                          <p:stCondLst>
                                            <p:cond delay="0"/>
                                          </p:stCondLst>
                                        </p:cTn>
                                        <p:tgtEl>
                                          <p:spTgt spid="7"/>
                                        </p:tgtEl>
                                        <p:attrNameLst>
                                          <p:attrName>style.visibility</p:attrName>
                                        </p:attrNameLst>
                                      </p:cBhvr>
                                      <p:to>
                                        <p:strVal val="visible"/>
                                      </p:to>
                                    </p:set>
                                    <p:anim calcmode="lin" valueType="num">
                                      <p:cBhvr>
                                        <p:cTn id="16" dur="550" fill="hold"/>
                                        <p:tgtEl>
                                          <p:spTgt spid="7"/>
                                        </p:tgtEl>
                                        <p:attrNameLst>
                                          <p:attrName>ppt_w</p:attrName>
                                        </p:attrNameLst>
                                      </p:cBhvr>
                                      <p:tavLst>
                                        <p:tav tm="0">
                                          <p:val>
                                            <p:fltVal val="0"/>
                                          </p:val>
                                        </p:tav>
                                        <p:tav tm="100000">
                                          <p:val>
                                            <p:strVal val="#ppt_w"/>
                                          </p:val>
                                        </p:tav>
                                      </p:tavLst>
                                    </p:anim>
                                    <p:anim calcmode="lin" valueType="num">
                                      <p:cBhvr>
                                        <p:cTn id="17" dur="550" fill="hold"/>
                                        <p:tgtEl>
                                          <p:spTgt spid="7"/>
                                        </p:tgtEl>
                                        <p:attrNameLst>
                                          <p:attrName>ppt_h</p:attrName>
                                        </p:attrNameLst>
                                      </p:cBhvr>
                                      <p:tavLst>
                                        <p:tav tm="0">
                                          <p:val>
                                            <p:fltVal val="0"/>
                                          </p:val>
                                        </p:tav>
                                        <p:tav tm="100000">
                                          <p:val>
                                            <p:strVal val="#ppt_h"/>
                                          </p:val>
                                        </p:tav>
                                      </p:tavLst>
                                    </p:anim>
                                    <p:animEffect transition="in" filter="fade">
                                      <p:cBhvr>
                                        <p:cTn id="18" dur="550"/>
                                        <p:tgtEl>
                                          <p:spTgt spid="7"/>
                                        </p:tgtEl>
                                      </p:cBhvr>
                                    </p:animEffect>
                                  </p:childTnLst>
                                </p:cTn>
                              </p:par>
                              <p:par>
                                <p:cTn id="19" presetID="53" presetClass="entr" presetSubtype="16" fill="hold" nodeType="withEffect">
                                  <p:stCondLst>
                                    <p:cond delay="350"/>
                                  </p:stCondLst>
                                  <p:childTnLst>
                                    <p:set>
                                      <p:cBhvr>
                                        <p:cTn id="20" dur="1" fill="hold">
                                          <p:stCondLst>
                                            <p:cond delay="0"/>
                                          </p:stCondLst>
                                        </p:cTn>
                                        <p:tgtEl>
                                          <p:spTgt spid="8"/>
                                        </p:tgtEl>
                                        <p:attrNameLst>
                                          <p:attrName>style.visibility</p:attrName>
                                        </p:attrNameLst>
                                      </p:cBhvr>
                                      <p:to>
                                        <p:strVal val="visible"/>
                                      </p:to>
                                    </p:set>
                                    <p:anim calcmode="lin" valueType="num">
                                      <p:cBhvr>
                                        <p:cTn id="21" dur="550" fill="hold"/>
                                        <p:tgtEl>
                                          <p:spTgt spid="8"/>
                                        </p:tgtEl>
                                        <p:attrNameLst>
                                          <p:attrName>ppt_w</p:attrName>
                                        </p:attrNameLst>
                                      </p:cBhvr>
                                      <p:tavLst>
                                        <p:tav tm="0">
                                          <p:val>
                                            <p:fltVal val="0"/>
                                          </p:val>
                                        </p:tav>
                                        <p:tav tm="100000">
                                          <p:val>
                                            <p:strVal val="#ppt_w"/>
                                          </p:val>
                                        </p:tav>
                                      </p:tavLst>
                                    </p:anim>
                                    <p:anim calcmode="lin" valueType="num">
                                      <p:cBhvr>
                                        <p:cTn id="22" dur="550" fill="hold"/>
                                        <p:tgtEl>
                                          <p:spTgt spid="8"/>
                                        </p:tgtEl>
                                        <p:attrNameLst>
                                          <p:attrName>ppt_h</p:attrName>
                                        </p:attrNameLst>
                                      </p:cBhvr>
                                      <p:tavLst>
                                        <p:tav tm="0">
                                          <p:val>
                                            <p:fltVal val="0"/>
                                          </p:val>
                                        </p:tav>
                                        <p:tav tm="100000">
                                          <p:val>
                                            <p:strVal val="#ppt_h"/>
                                          </p:val>
                                        </p:tav>
                                      </p:tavLst>
                                    </p:anim>
                                    <p:animEffect transition="in" filter="fade">
                                      <p:cBhvr>
                                        <p:cTn id="23" dur="550"/>
                                        <p:tgtEl>
                                          <p:spTgt spid="8"/>
                                        </p:tgtEl>
                                      </p:cBhvr>
                                    </p:animEffect>
                                  </p:childTnLst>
                                </p:cTn>
                              </p:par>
                              <p:par>
                                <p:cTn id="24" presetID="53" presetClass="entr" presetSubtype="16" fill="hold" grpId="0" nodeType="withEffect">
                                  <p:stCondLst>
                                    <p:cond delay="350"/>
                                  </p:stCondLst>
                                  <p:childTnLst>
                                    <p:set>
                                      <p:cBhvr>
                                        <p:cTn id="25" dur="1" fill="hold">
                                          <p:stCondLst>
                                            <p:cond delay="0"/>
                                          </p:stCondLst>
                                        </p:cTn>
                                        <p:tgtEl>
                                          <p:spTgt spid="9"/>
                                        </p:tgtEl>
                                        <p:attrNameLst>
                                          <p:attrName>style.visibility</p:attrName>
                                        </p:attrNameLst>
                                      </p:cBhvr>
                                      <p:to>
                                        <p:strVal val="visible"/>
                                      </p:to>
                                    </p:set>
                                    <p:anim calcmode="lin" valueType="num">
                                      <p:cBhvr>
                                        <p:cTn id="26" dur="550" fill="hold"/>
                                        <p:tgtEl>
                                          <p:spTgt spid="9"/>
                                        </p:tgtEl>
                                        <p:attrNameLst>
                                          <p:attrName>ppt_w</p:attrName>
                                        </p:attrNameLst>
                                      </p:cBhvr>
                                      <p:tavLst>
                                        <p:tav tm="0">
                                          <p:val>
                                            <p:fltVal val="0"/>
                                          </p:val>
                                        </p:tav>
                                        <p:tav tm="100000">
                                          <p:val>
                                            <p:strVal val="#ppt_w"/>
                                          </p:val>
                                        </p:tav>
                                      </p:tavLst>
                                    </p:anim>
                                    <p:anim calcmode="lin" valueType="num">
                                      <p:cBhvr>
                                        <p:cTn id="27" dur="550" fill="hold"/>
                                        <p:tgtEl>
                                          <p:spTgt spid="9"/>
                                        </p:tgtEl>
                                        <p:attrNameLst>
                                          <p:attrName>ppt_h</p:attrName>
                                        </p:attrNameLst>
                                      </p:cBhvr>
                                      <p:tavLst>
                                        <p:tav tm="0">
                                          <p:val>
                                            <p:fltVal val="0"/>
                                          </p:val>
                                        </p:tav>
                                        <p:tav tm="100000">
                                          <p:val>
                                            <p:strVal val="#ppt_h"/>
                                          </p:val>
                                        </p:tav>
                                      </p:tavLst>
                                    </p:anim>
                                    <p:animEffect transition="in" filter="fade">
                                      <p:cBhvr>
                                        <p:cTn id="28" dur="550"/>
                                        <p:tgtEl>
                                          <p:spTgt spid="9"/>
                                        </p:tgtEl>
                                      </p:cBhvr>
                                    </p:animEffect>
                                  </p:childTnLst>
                                </p:cTn>
                              </p:par>
                              <p:par>
                                <p:cTn id="29" presetID="53" presetClass="entr" presetSubtype="16" fill="hold" grpId="0" nodeType="withEffect">
                                  <p:stCondLst>
                                    <p:cond delay="350"/>
                                  </p:stCondLst>
                                  <p:childTnLst>
                                    <p:set>
                                      <p:cBhvr>
                                        <p:cTn id="30" dur="1" fill="hold">
                                          <p:stCondLst>
                                            <p:cond delay="0"/>
                                          </p:stCondLst>
                                        </p:cTn>
                                        <p:tgtEl>
                                          <p:spTgt spid="10"/>
                                        </p:tgtEl>
                                        <p:attrNameLst>
                                          <p:attrName>style.visibility</p:attrName>
                                        </p:attrNameLst>
                                      </p:cBhvr>
                                      <p:to>
                                        <p:strVal val="visible"/>
                                      </p:to>
                                    </p:set>
                                    <p:anim calcmode="lin" valueType="num">
                                      <p:cBhvr>
                                        <p:cTn id="31" dur="550" fill="hold"/>
                                        <p:tgtEl>
                                          <p:spTgt spid="10"/>
                                        </p:tgtEl>
                                        <p:attrNameLst>
                                          <p:attrName>ppt_w</p:attrName>
                                        </p:attrNameLst>
                                      </p:cBhvr>
                                      <p:tavLst>
                                        <p:tav tm="0">
                                          <p:val>
                                            <p:fltVal val="0"/>
                                          </p:val>
                                        </p:tav>
                                        <p:tav tm="100000">
                                          <p:val>
                                            <p:strVal val="#ppt_w"/>
                                          </p:val>
                                        </p:tav>
                                      </p:tavLst>
                                    </p:anim>
                                    <p:anim calcmode="lin" valueType="num">
                                      <p:cBhvr>
                                        <p:cTn id="32" dur="550" fill="hold"/>
                                        <p:tgtEl>
                                          <p:spTgt spid="10"/>
                                        </p:tgtEl>
                                        <p:attrNameLst>
                                          <p:attrName>ppt_h</p:attrName>
                                        </p:attrNameLst>
                                      </p:cBhvr>
                                      <p:tavLst>
                                        <p:tav tm="0">
                                          <p:val>
                                            <p:fltVal val="0"/>
                                          </p:val>
                                        </p:tav>
                                        <p:tav tm="100000">
                                          <p:val>
                                            <p:strVal val="#ppt_h"/>
                                          </p:val>
                                        </p:tav>
                                      </p:tavLst>
                                    </p:anim>
                                    <p:animEffect transition="in" filter="fade">
                                      <p:cBhvr>
                                        <p:cTn id="33" dur="550"/>
                                        <p:tgtEl>
                                          <p:spTgt spid="10"/>
                                        </p:tgtEl>
                                      </p:cBhvr>
                                    </p:animEffect>
                                  </p:childTnLst>
                                </p:cTn>
                              </p:par>
                              <p:par>
                                <p:cTn id="34" presetID="53" presetClass="entr" presetSubtype="16" fill="hold" grpId="0" nodeType="withEffect">
                                  <p:stCondLst>
                                    <p:cond delay="350"/>
                                  </p:stCondLst>
                                  <p:childTnLst>
                                    <p:set>
                                      <p:cBhvr>
                                        <p:cTn id="35" dur="1" fill="hold">
                                          <p:stCondLst>
                                            <p:cond delay="0"/>
                                          </p:stCondLst>
                                        </p:cTn>
                                        <p:tgtEl>
                                          <p:spTgt spid="11"/>
                                        </p:tgtEl>
                                        <p:attrNameLst>
                                          <p:attrName>style.visibility</p:attrName>
                                        </p:attrNameLst>
                                      </p:cBhvr>
                                      <p:to>
                                        <p:strVal val="visible"/>
                                      </p:to>
                                    </p:set>
                                    <p:anim calcmode="lin" valueType="num">
                                      <p:cBhvr>
                                        <p:cTn id="36" dur="550" fill="hold"/>
                                        <p:tgtEl>
                                          <p:spTgt spid="11"/>
                                        </p:tgtEl>
                                        <p:attrNameLst>
                                          <p:attrName>ppt_w</p:attrName>
                                        </p:attrNameLst>
                                      </p:cBhvr>
                                      <p:tavLst>
                                        <p:tav tm="0">
                                          <p:val>
                                            <p:fltVal val="0"/>
                                          </p:val>
                                        </p:tav>
                                        <p:tav tm="100000">
                                          <p:val>
                                            <p:strVal val="#ppt_w"/>
                                          </p:val>
                                        </p:tav>
                                      </p:tavLst>
                                    </p:anim>
                                    <p:anim calcmode="lin" valueType="num">
                                      <p:cBhvr>
                                        <p:cTn id="37" dur="550" fill="hold"/>
                                        <p:tgtEl>
                                          <p:spTgt spid="11"/>
                                        </p:tgtEl>
                                        <p:attrNameLst>
                                          <p:attrName>ppt_h</p:attrName>
                                        </p:attrNameLst>
                                      </p:cBhvr>
                                      <p:tavLst>
                                        <p:tav tm="0">
                                          <p:val>
                                            <p:fltVal val="0"/>
                                          </p:val>
                                        </p:tav>
                                        <p:tav tm="100000">
                                          <p:val>
                                            <p:strVal val="#ppt_h"/>
                                          </p:val>
                                        </p:tav>
                                      </p:tavLst>
                                    </p:anim>
                                    <p:animEffect transition="in" filter="fade">
                                      <p:cBhvr>
                                        <p:cTn id="38" dur="550"/>
                                        <p:tgtEl>
                                          <p:spTgt spid="11"/>
                                        </p:tgtEl>
                                      </p:cBhvr>
                                    </p:animEffect>
                                  </p:childTnLst>
                                </p:cTn>
                              </p:par>
                              <p:par>
                                <p:cTn id="39" presetID="22" presetClass="entr" presetSubtype="8" fill="hold" nodeType="withEffect">
                                  <p:stCondLst>
                                    <p:cond delay="510"/>
                                  </p:stCondLst>
                                  <p:childTnLst>
                                    <p:set>
                                      <p:cBhvr>
                                        <p:cTn id="40" dur="1" fill="hold">
                                          <p:stCondLst>
                                            <p:cond delay="0"/>
                                          </p:stCondLst>
                                        </p:cTn>
                                        <p:tgtEl>
                                          <p:spTgt spid="12"/>
                                        </p:tgtEl>
                                        <p:attrNameLst>
                                          <p:attrName>style.visibility</p:attrName>
                                        </p:attrNameLst>
                                      </p:cBhvr>
                                      <p:to>
                                        <p:strVal val="visible"/>
                                      </p:to>
                                    </p:set>
                                    <p:animEffect transition="in" filter="wipe(left)">
                                      <p:cBhvr>
                                        <p:cTn id="41" dur="500"/>
                                        <p:tgtEl>
                                          <p:spTgt spid="12"/>
                                        </p:tgtEl>
                                      </p:cBhvr>
                                    </p:animEffect>
                                  </p:childTnLst>
                                </p:cTn>
                              </p:par>
                              <p:par>
                                <p:cTn id="42" presetID="53" presetClass="entr" presetSubtype="16" fill="hold" nodeType="withEffect">
                                  <p:stCondLst>
                                    <p:cond delay="670"/>
                                  </p:stCondLst>
                                  <p:childTnLst>
                                    <p:set>
                                      <p:cBhvr>
                                        <p:cTn id="43" dur="1" fill="hold">
                                          <p:stCondLst>
                                            <p:cond delay="0"/>
                                          </p:stCondLst>
                                        </p:cTn>
                                        <p:tgtEl>
                                          <p:spTgt spid="13"/>
                                        </p:tgtEl>
                                        <p:attrNameLst>
                                          <p:attrName>style.visibility</p:attrName>
                                        </p:attrNameLst>
                                      </p:cBhvr>
                                      <p:to>
                                        <p:strVal val="visible"/>
                                      </p:to>
                                    </p:set>
                                    <p:anim calcmode="lin" valueType="num">
                                      <p:cBhvr>
                                        <p:cTn id="44" dur="550" fill="hold"/>
                                        <p:tgtEl>
                                          <p:spTgt spid="13"/>
                                        </p:tgtEl>
                                        <p:attrNameLst>
                                          <p:attrName>ppt_w</p:attrName>
                                        </p:attrNameLst>
                                      </p:cBhvr>
                                      <p:tavLst>
                                        <p:tav tm="0">
                                          <p:val>
                                            <p:fltVal val="0"/>
                                          </p:val>
                                        </p:tav>
                                        <p:tav tm="100000">
                                          <p:val>
                                            <p:strVal val="#ppt_w"/>
                                          </p:val>
                                        </p:tav>
                                      </p:tavLst>
                                    </p:anim>
                                    <p:anim calcmode="lin" valueType="num">
                                      <p:cBhvr>
                                        <p:cTn id="45" dur="550" fill="hold"/>
                                        <p:tgtEl>
                                          <p:spTgt spid="13"/>
                                        </p:tgtEl>
                                        <p:attrNameLst>
                                          <p:attrName>ppt_h</p:attrName>
                                        </p:attrNameLst>
                                      </p:cBhvr>
                                      <p:tavLst>
                                        <p:tav tm="0">
                                          <p:val>
                                            <p:fltVal val="0"/>
                                          </p:val>
                                        </p:tav>
                                        <p:tav tm="100000">
                                          <p:val>
                                            <p:strVal val="#ppt_h"/>
                                          </p:val>
                                        </p:tav>
                                      </p:tavLst>
                                    </p:anim>
                                    <p:animEffect transition="in" filter="fade">
                                      <p:cBhvr>
                                        <p:cTn id="46" dur="550"/>
                                        <p:tgtEl>
                                          <p:spTgt spid="13"/>
                                        </p:tgtEl>
                                      </p:cBhvr>
                                    </p:animEffect>
                                  </p:childTnLst>
                                </p:cTn>
                              </p:par>
                              <p:par>
                                <p:cTn id="47" presetID="53" presetClass="entr" presetSubtype="16" fill="hold" nodeType="withEffect">
                                  <p:stCondLst>
                                    <p:cond delay="670"/>
                                  </p:stCondLst>
                                  <p:childTnLst>
                                    <p:set>
                                      <p:cBhvr>
                                        <p:cTn id="48" dur="1" fill="hold">
                                          <p:stCondLst>
                                            <p:cond delay="0"/>
                                          </p:stCondLst>
                                        </p:cTn>
                                        <p:tgtEl>
                                          <p:spTgt spid="14"/>
                                        </p:tgtEl>
                                        <p:attrNameLst>
                                          <p:attrName>style.visibility</p:attrName>
                                        </p:attrNameLst>
                                      </p:cBhvr>
                                      <p:to>
                                        <p:strVal val="visible"/>
                                      </p:to>
                                    </p:set>
                                    <p:anim calcmode="lin" valueType="num">
                                      <p:cBhvr>
                                        <p:cTn id="49" dur="550" fill="hold"/>
                                        <p:tgtEl>
                                          <p:spTgt spid="14"/>
                                        </p:tgtEl>
                                        <p:attrNameLst>
                                          <p:attrName>ppt_w</p:attrName>
                                        </p:attrNameLst>
                                      </p:cBhvr>
                                      <p:tavLst>
                                        <p:tav tm="0">
                                          <p:val>
                                            <p:fltVal val="0"/>
                                          </p:val>
                                        </p:tav>
                                        <p:tav tm="100000">
                                          <p:val>
                                            <p:strVal val="#ppt_w"/>
                                          </p:val>
                                        </p:tav>
                                      </p:tavLst>
                                    </p:anim>
                                    <p:anim calcmode="lin" valueType="num">
                                      <p:cBhvr>
                                        <p:cTn id="50" dur="550" fill="hold"/>
                                        <p:tgtEl>
                                          <p:spTgt spid="14"/>
                                        </p:tgtEl>
                                        <p:attrNameLst>
                                          <p:attrName>ppt_h</p:attrName>
                                        </p:attrNameLst>
                                      </p:cBhvr>
                                      <p:tavLst>
                                        <p:tav tm="0">
                                          <p:val>
                                            <p:fltVal val="0"/>
                                          </p:val>
                                        </p:tav>
                                        <p:tav tm="100000">
                                          <p:val>
                                            <p:strVal val="#ppt_h"/>
                                          </p:val>
                                        </p:tav>
                                      </p:tavLst>
                                    </p:anim>
                                    <p:animEffect transition="in" filter="fade">
                                      <p:cBhvr>
                                        <p:cTn id="51" dur="550"/>
                                        <p:tgtEl>
                                          <p:spTgt spid="14"/>
                                        </p:tgtEl>
                                      </p:cBhvr>
                                    </p:animEffect>
                                  </p:childTnLst>
                                </p:cTn>
                              </p:par>
                              <p:par>
                                <p:cTn id="52" presetID="53" presetClass="entr" presetSubtype="16" fill="hold" nodeType="withEffect">
                                  <p:stCondLst>
                                    <p:cond delay="670"/>
                                  </p:stCondLst>
                                  <p:childTnLst>
                                    <p:set>
                                      <p:cBhvr>
                                        <p:cTn id="53" dur="1" fill="hold">
                                          <p:stCondLst>
                                            <p:cond delay="0"/>
                                          </p:stCondLst>
                                        </p:cTn>
                                        <p:tgtEl>
                                          <p:spTgt spid="15"/>
                                        </p:tgtEl>
                                        <p:attrNameLst>
                                          <p:attrName>style.visibility</p:attrName>
                                        </p:attrNameLst>
                                      </p:cBhvr>
                                      <p:to>
                                        <p:strVal val="visible"/>
                                      </p:to>
                                    </p:set>
                                    <p:anim calcmode="lin" valueType="num">
                                      <p:cBhvr>
                                        <p:cTn id="54" dur="550" fill="hold"/>
                                        <p:tgtEl>
                                          <p:spTgt spid="15"/>
                                        </p:tgtEl>
                                        <p:attrNameLst>
                                          <p:attrName>ppt_w</p:attrName>
                                        </p:attrNameLst>
                                      </p:cBhvr>
                                      <p:tavLst>
                                        <p:tav tm="0">
                                          <p:val>
                                            <p:fltVal val="0"/>
                                          </p:val>
                                        </p:tav>
                                        <p:tav tm="100000">
                                          <p:val>
                                            <p:strVal val="#ppt_w"/>
                                          </p:val>
                                        </p:tav>
                                      </p:tavLst>
                                    </p:anim>
                                    <p:anim calcmode="lin" valueType="num">
                                      <p:cBhvr>
                                        <p:cTn id="55" dur="550" fill="hold"/>
                                        <p:tgtEl>
                                          <p:spTgt spid="15"/>
                                        </p:tgtEl>
                                        <p:attrNameLst>
                                          <p:attrName>ppt_h</p:attrName>
                                        </p:attrNameLst>
                                      </p:cBhvr>
                                      <p:tavLst>
                                        <p:tav tm="0">
                                          <p:val>
                                            <p:fltVal val="0"/>
                                          </p:val>
                                        </p:tav>
                                        <p:tav tm="100000">
                                          <p:val>
                                            <p:strVal val="#ppt_h"/>
                                          </p:val>
                                        </p:tav>
                                      </p:tavLst>
                                    </p:anim>
                                    <p:animEffect transition="in" filter="fade">
                                      <p:cBhvr>
                                        <p:cTn id="56" dur="550"/>
                                        <p:tgtEl>
                                          <p:spTgt spid="15"/>
                                        </p:tgtEl>
                                      </p:cBhvr>
                                    </p:animEffect>
                                  </p:childTnLst>
                                </p:cTn>
                              </p:par>
                              <p:par>
                                <p:cTn id="57" presetID="53" presetClass="entr" presetSubtype="16" fill="hold" grpId="0" nodeType="withEffect">
                                  <p:stCondLst>
                                    <p:cond delay="670"/>
                                  </p:stCondLst>
                                  <p:childTnLst>
                                    <p:set>
                                      <p:cBhvr>
                                        <p:cTn id="58" dur="1" fill="hold">
                                          <p:stCondLst>
                                            <p:cond delay="0"/>
                                          </p:stCondLst>
                                        </p:cTn>
                                        <p:tgtEl>
                                          <p:spTgt spid="16"/>
                                        </p:tgtEl>
                                        <p:attrNameLst>
                                          <p:attrName>style.visibility</p:attrName>
                                        </p:attrNameLst>
                                      </p:cBhvr>
                                      <p:to>
                                        <p:strVal val="visible"/>
                                      </p:to>
                                    </p:set>
                                    <p:anim calcmode="lin" valueType="num">
                                      <p:cBhvr>
                                        <p:cTn id="59" dur="550" fill="hold"/>
                                        <p:tgtEl>
                                          <p:spTgt spid="16"/>
                                        </p:tgtEl>
                                        <p:attrNameLst>
                                          <p:attrName>ppt_w</p:attrName>
                                        </p:attrNameLst>
                                      </p:cBhvr>
                                      <p:tavLst>
                                        <p:tav tm="0">
                                          <p:val>
                                            <p:fltVal val="0"/>
                                          </p:val>
                                        </p:tav>
                                        <p:tav tm="100000">
                                          <p:val>
                                            <p:strVal val="#ppt_w"/>
                                          </p:val>
                                        </p:tav>
                                      </p:tavLst>
                                    </p:anim>
                                    <p:anim calcmode="lin" valueType="num">
                                      <p:cBhvr>
                                        <p:cTn id="60" dur="550" fill="hold"/>
                                        <p:tgtEl>
                                          <p:spTgt spid="16"/>
                                        </p:tgtEl>
                                        <p:attrNameLst>
                                          <p:attrName>ppt_h</p:attrName>
                                        </p:attrNameLst>
                                      </p:cBhvr>
                                      <p:tavLst>
                                        <p:tav tm="0">
                                          <p:val>
                                            <p:fltVal val="0"/>
                                          </p:val>
                                        </p:tav>
                                        <p:tav tm="100000">
                                          <p:val>
                                            <p:strVal val="#ppt_h"/>
                                          </p:val>
                                        </p:tav>
                                      </p:tavLst>
                                    </p:anim>
                                    <p:animEffect transition="in" filter="fade">
                                      <p:cBhvr>
                                        <p:cTn id="61" dur="550"/>
                                        <p:tgtEl>
                                          <p:spTgt spid="16"/>
                                        </p:tgtEl>
                                      </p:cBhvr>
                                    </p:animEffect>
                                  </p:childTnLst>
                                </p:cTn>
                              </p:par>
                              <p:par>
                                <p:cTn id="62" presetID="53" presetClass="entr" presetSubtype="16" fill="hold" grpId="0" nodeType="withEffect">
                                  <p:stCondLst>
                                    <p:cond delay="670"/>
                                  </p:stCondLst>
                                  <p:childTnLst>
                                    <p:set>
                                      <p:cBhvr>
                                        <p:cTn id="63" dur="1" fill="hold">
                                          <p:stCondLst>
                                            <p:cond delay="0"/>
                                          </p:stCondLst>
                                        </p:cTn>
                                        <p:tgtEl>
                                          <p:spTgt spid="17"/>
                                        </p:tgtEl>
                                        <p:attrNameLst>
                                          <p:attrName>style.visibility</p:attrName>
                                        </p:attrNameLst>
                                      </p:cBhvr>
                                      <p:to>
                                        <p:strVal val="visible"/>
                                      </p:to>
                                    </p:set>
                                    <p:anim calcmode="lin" valueType="num">
                                      <p:cBhvr>
                                        <p:cTn id="64" dur="550" fill="hold"/>
                                        <p:tgtEl>
                                          <p:spTgt spid="17"/>
                                        </p:tgtEl>
                                        <p:attrNameLst>
                                          <p:attrName>ppt_w</p:attrName>
                                        </p:attrNameLst>
                                      </p:cBhvr>
                                      <p:tavLst>
                                        <p:tav tm="0">
                                          <p:val>
                                            <p:fltVal val="0"/>
                                          </p:val>
                                        </p:tav>
                                        <p:tav tm="100000">
                                          <p:val>
                                            <p:strVal val="#ppt_w"/>
                                          </p:val>
                                        </p:tav>
                                      </p:tavLst>
                                    </p:anim>
                                    <p:anim calcmode="lin" valueType="num">
                                      <p:cBhvr>
                                        <p:cTn id="65" dur="550" fill="hold"/>
                                        <p:tgtEl>
                                          <p:spTgt spid="17"/>
                                        </p:tgtEl>
                                        <p:attrNameLst>
                                          <p:attrName>ppt_h</p:attrName>
                                        </p:attrNameLst>
                                      </p:cBhvr>
                                      <p:tavLst>
                                        <p:tav tm="0">
                                          <p:val>
                                            <p:fltVal val="0"/>
                                          </p:val>
                                        </p:tav>
                                        <p:tav tm="100000">
                                          <p:val>
                                            <p:strVal val="#ppt_h"/>
                                          </p:val>
                                        </p:tav>
                                      </p:tavLst>
                                    </p:anim>
                                    <p:animEffect transition="in" filter="fade">
                                      <p:cBhvr>
                                        <p:cTn id="66" dur="550"/>
                                        <p:tgtEl>
                                          <p:spTgt spid="17"/>
                                        </p:tgtEl>
                                      </p:cBhvr>
                                    </p:animEffect>
                                  </p:childTnLst>
                                </p:cTn>
                              </p:par>
                              <p:par>
                                <p:cTn id="67" presetID="53" presetClass="entr" presetSubtype="16" fill="hold" grpId="0" nodeType="withEffect">
                                  <p:stCondLst>
                                    <p:cond delay="670"/>
                                  </p:stCondLst>
                                  <p:childTnLst>
                                    <p:set>
                                      <p:cBhvr>
                                        <p:cTn id="68" dur="1" fill="hold">
                                          <p:stCondLst>
                                            <p:cond delay="0"/>
                                          </p:stCondLst>
                                        </p:cTn>
                                        <p:tgtEl>
                                          <p:spTgt spid="18"/>
                                        </p:tgtEl>
                                        <p:attrNameLst>
                                          <p:attrName>style.visibility</p:attrName>
                                        </p:attrNameLst>
                                      </p:cBhvr>
                                      <p:to>
                                        <p:strVal val="visible"/>
                                      </p:to>
                                    </p:set>
                                    <p:anim calcmode="lin" valueType="num">
                                      <p:cBhvr>
                                        <p:cTn id="69" dur="550" fill="hold"/>
                                        <p:tgtEl>
                                          <p:spTgt spid="18"/>
                                        </p:tgtEl>
                                        <p:attrNameLst>
                                          <p:attrName>ppt_w</p:attrName>
                                        </p:attrNameLst>
                                      </p:cBhvr>
                                      <p:tavLst>
                                        <p:tav tm="0">
                                          <p:val>
                                            <p:fltVal val="0"/>
                                          </p:val>
                                        </p:tav>
                                        <p:tav tm="100000">
                                          <p:val>
                                            <p:strVal val="#ppt_w"/>
                                          </p:val>
                                        </p:tav>
                                      </p:tavLst>
                                    </p:anim>
                                    <p:anim calcmode="lin" valueType="num">
                                      <p:cBhvr>
                                        <p:cTn id="70" dur="550" fill="hold"/>
                                        <p:tgtEl>
                                          <p:spTgt spid="18"/>
                                        </p:tgtEl>
                                        <p:attrNameLst>
                                          <p:attrName>ppt_h</p:attrName>
                                        </p:attrNameLst>
                                      </p:cBhvr>
                                      <p:tavLst>
                                        <p:tav tm="0">
                                          <p:val>
                                            <p:fltVal val="0"/>
                                          </p:val>
                                        </p:tav>
                                        <p:tav tm="100000">
                                          <p:val>
                                            <p:strVal val="#ppt_h"/>
                                          </p:val>
                                        </p:tav>
                                      </p:tavLst>
                                    </p:anim>
                                    <p:animEffect transition="in" filter="fade">
                                      <p:cBhvr>
                                        <p:cTn id="71" dur="550"/>
                                        <p:tgtEl>
                                          <p:spTgt spid="18"/>
                                        </p:tgtEl>
                                      </p:cBhvr>
                                    </p:animEffect>
                                  </p:childTnLst>
                                </p:cTn>
                              </p:par>
                              <p:par>
                                <p:cTn id="72" presetID="22" presetClass="entr" presetSubtype="8" fill="hold" nodeType="withEffect">
                                  <p:stCondLst>
                                    <p:cond delay="830"/>
                                  </p:stCondLst>
                                  <p:childTnLst>
                                    <p:set>
                                      <p:cBhvr>
                                        <p:cTn id="73" dur="1" fill="hold">
                                          <p:stCondLst>
                                            <p:cond delay="0"/>
                                          </p:stCondLst>
                                        </p:cTn>
                                        <p:tgtEl>
                                          <p:spTgt spid="19"/>
                                        </p:tgtEl>
                                        <p:attrNameLst>
                                          <p:attrName>style.visibility</p:attrName>
                                        </p:attrNameLst>
                                      </p:cBhvr>
                                      <p:to>
                                        <p:strVal val="visible"/>
                                      </p:to>
                                    </p:set>
                                    <p:animEffect transition="in" filter="wipe(left)">
                                      <p:cBhvr>
                                        <p:cTn id="74" dur="500"/>
                                        <p:tgtEl>
                                          <p:spTgt spid="19"/>
                                        </p:tgtEl>
                                      </p:cBhvr>
                                    </p:animEffect>
                                  </p:childTnLst>
                                </p:cTn>
                              </p:par>
                              <p:par>
                                <p:cTn id="75" presetID="53" presetClass="entr" presetSubtype="16" fill="hold" nodeType="withEffect">
                                  <p:stCondLst>
                                    <p:cond delay="990"/>
                                  </p:stCondLst>
                                  <p:childTnLst>
                                    <p:set>
                                      <p:cBhvr>
                                        <p:cTn id="76" dur="1" fill="hold">
                                          <p:stCondLst>
                                            <p:cond delay="0"/>
                                          </p:stCondLst>
                                        </p:cTn>
                                        <p:tgtEl>
                                          <p:spTgt spid="20"/>
                                        </p:tgtEl>
                                        <p:attrNameLst>
                                          <p:attrName>style.visibility</p:attrName>
                                        </p:attrNameLst>
                                      </p:cBhvr>
                                      <p:to>
                                        <p:strVal val="visible"/>
                                      </p:to>
                                    </p:set>
                                    <p:anim calcmode="lin" valueType="num">
                                      <p:cBhvr>
                                        <p:cTn id="77" dur="550" fill="hold"/>
                                        <p:tgtEl>
                                          <p:spTgt spid="20"/>
                                        </p:tgtEl>
                                        <p:attrNameLst>
                                          <p:attrName>ppt_w</p:attrName>
                                        </p:attrNameLst>
                                      </p:cBhvr>
                                      <p:tavLst>
                                        <p:tav tm="0">
                                          <p:val>
                                            <p:fltVal val="0"/>
                                          </p:val>
                                        </p:tav>
                                        <p:tav tm="100000">
                                          <p:val>
                                            <p:strVal val="#ppt_w"/>
                                          </p:val>
                                        </p:tav>
                                      </p:tavLst>
                                    </p:anim>
                                    <p:anim calcmode="lin" valueType="num">
                                      <p:cBhvr>
                                        <p:cTn id="78" dur="550" fill="hold"/>
                                        <p:tgtEl>
                                          <p:spTgt spid="20"/>
                                        </p:tgtEl>
                                        <p:attrNameLst>
                                          <p:attrName>ppt_h</p:attrName>
                                        </p:attrNameLst>
                                      </p:cBhvr>
                                      <p:tavLst>
                                        <p:tav tm="0">
                                          <p:val>
                                            <p:fltVal val="0"/>
                                          </p:val>
                                        </p:tav>
                                        <p:tav tm="100000">
                                          <p:val>
                                            <p:strVal val="#ppt_h"/>
                                          </p:val>
                                        </p:tav>
                                      </p:tavLst>
                                    </p:anim>
                                    <p:animEffect transition="in" filter="fade">
                                      <p:cBhvr>
                                        <p:cTn id="79" dur="550"/>
                                        <p:tgtEl>
                                          <p:spTgt spid="20"/>
                                        </p:tgtEl>
                                      </p:cBhvr>
                                    </p:animEffect>
                                  </p:childTnLst>
                                </p:cTn>
                              </p:par>
                              <p:par>
                                <p:cTn id="80" presetID="53" presetClass="entr" presetSubtype="16" fill="hold" nodeType="withEffect">
                                  <p:stCondLst>
                                    <p:cond delay="990"/>
                                  </p:stCondLst>
                                  <p:childTnLst>
                                    <p:set>
                                      <p:cBhvr>
                                        <p:cTn id="81" dur="1" fill="hold">
                                          <p:stCondLst>
                                            <p:cond delay="0"/>
                                          </p:stCondLst>
                                        </p:cTn>
                                        <p:tgtEl>
                                          <p:spTgt spid="21"/>
                                        </p:tgtEl>
                                        <p:attrNameLst>
                                          <p:attrName>style.visibility</p:attrName>
                                        </p:attrNameLst>
                                      </p:cBhvr>
                                      <p:to>
                                        <p:strVal val="visible"/>
                                      </p:to>
                                    </p:set>
                                    <p:anim calcmode="lin" valueType="num">
                                      <p:cBhvr>
                                        <p:cTn id="82" dur="550" fill="hold"/>
                                        <p:tgtEl>
                                          <p:spTgt spid="21"/>
                                        </p:tgtEl>
                                        <p:attrNameLst>
                                          <p:attrName>ppt_w</p:attrName>
                                        </p:attrNameLst>
                                      </p:cBhvr>
                                      <p:tavLst>
                                        <p:tav tm="0">
                                          <p:val>
                                            <p:fltVal val="0"/>
                                          </p:val>
                                        </p:tav>
                                        <p:tav tm="100000">
                                          <p:val>
                                            <p:strVal val="#ppt_w"/>
                                          </p:val>
                                        </p:tav>
                                      </p:tavLst>
                                    </p:anim>
                                    <p:anim calcmode="lin" valueType="num">
                                      <p:cBhvr>
                                        <p:cTn id="83" dur="550" fill="hold"/>
                                        <p:tgtEl>
                                          <p:spTgt spid="21"/>
                                        </p:tgtEl>
                                        <p:attrNameLst>
                                          <p:attrName>ppt_h</p:attrName>
                                        </p:attrNameLst>
                                      </p:cBhvr>
                                      <p:tavLst>
                                        <p:tav tm="0">
                                          <p:val>
                                            <p:fltVal val="0"/>
                                          </p:val>
                                        </p:tav>
                                        <p:tav tm="100000">
                                          <p:val>
                                            <p:strVal val="#ppt_h"/>
                                          </p:val>
                                        </p:tav>
                                      </p:tavLst>
                                    </p:anim>
                                    <p:animEffect transition="in" filter="fade">
                                      <p:cBhvr>
                                        <p:cTn id="84" dur="550"/>
                                        <p:tgtEl>
                                          <p:spTgt spid="21"/>
                                        </p:tgtEl>
                                      </p:cBhvr>
                                    </p:animEffect>
                                  </p:childTnLst>
                                </p:cTn>
                              </p:par>
                              <p:par>
                                <p:cTn id="85" presetID="53" presetClass="entr" presetSubtype="16" fill="hold" nodeType="withEffect">
                                  <p:stCondLst>
                                    <p:cond delay="990"/>
                                  </p:stCondLst>
                                  <p:childTnLst>
                                    <p:set>
                                      <p:cBhvr>
                                        <p:cTn id="86" dur="1" fill="hold">
                                          <p:stCondLst>
                                            <p:cond delay="0"/>
                                          </p:stCondLst>
                                        </p:cTn>
                                        <p:tgtEl>
                                          <p:spTgt spid="22"/>
                                        </p:tgtEl>
                                        <p:attrNameLst>
                                          <p:attrName>style.visibility</p:attrName>
                                        </p:attrNameLst>
                                      </p:cBhvr>
                                      <p:to>
                                        <p:strVal val="visible"/>
                                      </p:to>
                                    </p:set>
                                    <p:anim calcmode="lin" valueType="num">
                                      <p:cBhvr>
                                        <p:cTn id="87" dur="550" fill="hold"/>
                                        <p:tgtEl>
                                          <p:spTgt spid="22"/>
                                        </p:tgtEl>
                                        <p:attrNameLst>
                                          <p:attrName>ppt_w</p:attrName>
                                        </p:attrNameLst>
                                      </p:cBhvr>
                                      <p:tavLst>
                                        <p:tav tm="0">
                                          <p:val>
                                            <p:fltVal val="0"/>
                                          </p:val>
                                        </p:tav>
                                        <p:tav tm="100000">
                                          <p:val>
                                            <p:strVal val="#ppt_w"/>
                                          </p:val>
                                        </p:tav>
                                      </p:tavLst>
                                    </p:anim>
                                    <p:anim calcmode="lin" valueType="num">
                                      <p:cBhvr>
                                        <p:cTn id="88" dur="550" fill="hold"/>
                                        <p:tgtEl>
                                          <p:spTgt spid="22"/>
                                        </p:tgtEl>
                                        <p:attrNameLst>
                                          <p:attrName>ppt_h</p:attrName>
                                        </p:attrNameLst>
                                      </p:cBhvr>
                                      <p:tavLst>
                                        <p:tav tm="0">
                                          <p:val>
                                            <p:fltVal val="0"/>
                                          </p:val>
                                        </p:tav>
                                        <p:tav tm="100000">
                                          <p:val>
                                            <p:strVal val="#ppt_h"/>
                                          </p:val>
                                        </p:tav>
                                      </p:tavLst>
                                    </p:anim>
                                    <p:animEffect transition="in" filter="fade">
                                      <p:cBhvr>
                                        <p:cTn id="89" dur="550"/>
                                        <p:tgtEl>
                                          <p:spTgt spid="22"/>
                                        </p:tgtEl>
                                      </p:cBhvr>
                                    </p:animEffect>
                                  </p:childTnLst>
                                </p:cTn>
                              </p:par>
                              <p:par>
                                <p:cTn id="90" presetID="53" presetClass="entr" presetSubtype="16" fill="hold" grpId="0" nodeType="withEffect">
                                  <p:stCondLst>
                                    <p:cond delay="990"/>
                                  </p:stCondLst>
                                  <p:childTnLst>
                                    <p:set>
                                      <p:cBhvr>
                                        <p:cTn id="91" dur="1" fill="hold">
                                          <p:stCondLst>
                                            <p:cond delay="0"/>
                                          </p:stCondLst>
                                        </p:cTn>
                                        <p:tgtEl>
                                          <p:spTgt spid="23"/>
                                        </p:tgtEl>
                                        <p:attrNameLst>
                                          <p:attrName>style.visibility</p:attrName>
                                        </p:attrNameLst>
                                      </p:cBhvr>
                                      <p:to>
                                        <p:strVal val="visible"/>
                                      </p:to>
                                    </p:set>
                                    <p:anim calcmode="lin" valueType="num">
                                      <p:cBhvr>
                                        <p:cTn id="92" dur="550" fill="hold"/>
                                        <p:tgtEl>
                                          <p:spTgt spid="23"/>
                                        </p:tgtEl>
                                        <p:attrNameLst>
                                          <p:attrName>ppt_w</p:attrName>
                                        </p:attrNameLst>
                                      </p:cBhvr>
                                      <p:tavLst>
                                        <p:tav tm="0">
                                          <p:val>
                                            <p:fltVal val="0"/>
                                          </p:val>
                                        </p:tav>
                                        <p:tav tm="100000">
                                          <p:val>
                                            <p:strVal val="#ppt_w"/>
                                          </p:val>
                                        </p:tav>
                                      </p:tavLst>
                                    </p:anim>
                                    <p:anim calcmode="lin" valueType="num">
                                      <p:cBhvr>
                                        <p:cTn id="93" dur="550" fill="hold"/>
                                        <p:tgtEl>
                                          <p:spTgt spid="23"/>
                                        </p:tgtEl>
                                        <p:attrNameLst>
                                          <p:attrName>ppt_h</p:attrName>
                                        </p:attrNameLst>
                                      </p:cBhvr>
                                      <p:tavLst>
                                        <p:tav tm="0">
                                          <p:val>
                                            <p:fltVal val="0"/>
                                          </p:val>
                                        </p:tav>
                                        <p:tav tm="100000">
                                          <p:val>
                                            <p:strVal val="#ppt_h"/>
                                          </p:val>
                                        </p:tav>
                                      </p:tavLst>
                                    </p:anim>
                                    <p:animEffect transition="in" filter="fade">
                                      <p:cBhvr>
                                        <p:cTn id="94" dur="550"/>
                                        <p:tgtEl>
                                          <p:spTgt spid="23"/>
                                        </p:tgtEl>
                                      </p:cBhvr>
                                    </p:animEffect>
                                  </p:childTnLst>
                                </p:cTn>
                              </p:par>
                              <p:par>
                                <p:cTn id="95" presetID="53" presetClass="entr" presetSubtype="16" fill="hold" grpId="0" nodeType="withEffect">
                                  <p:stCondLst>
                                    <p:cond delay="990"/>
                                  </p:stCondLst>
                                  <p:childTnLst>
                                    <p:set>
                                      <p:cBhvr>
                                        <p:cTn id="96" dur="1" fill="hold">
                                          <p:stCondLst>
                                            <p:cond delay="0"/>
                                          </p:stCondLst>
                                        </p:cTn>
                                        <p:tgtEl>
                                          <p:spTgt spid="24"/>
                                        </p:tgtEl>
                                        <p:attrNameLst>
                                          <p:attrName>style.visibility</p:attrName>
                                        </p:attrNameLst>
                                      </p:cBhvr>
                                      <p:to>
                                        <p:strVal val="visible"/>
                                      </p:to>
                                    </p:set>
                                    <p:anim calcmode="lin" valueType="num">
                                      <p:cBhvr>
                                        <p:cTn id="97" dur="550" fill="hold"/>
                                        <p:tgtEl>
                                          <p:spTgt spid="24"/>
                                        </p:tgtEl>
                                        <p:attrNameLst>
                                          <p:attrName>ppt_w</p:attrName>
                                        </p:attrNameLst>
                                      </p:cBhvr>
                                      <p:tavLst>
                                        <p:tav tm="0">
                                          <p:val>
                                            <p:fltVal val="0"/>
                                          </p:val>
                                        </p:tav>
                                        <p:tav tm="100000">
                                          <p:val>
                                            <p:strVal val="#ppt_w"/>
                                          </p:val>
                                        </p:tav>
                                      </p:tavLst>
                                    </p:anim>
                                    <p:anim calcmode="lin" valueType="num">
                                      <p:cBhvr>
                                        <p:cTn id="98" dur="550" fill="hold"/>
                                        <p:tgtEl>
                                          <p:spTgt spid="24"/>
                                        </p:tgtEl>
                                        <p:attrNameLst>
                                          <p:attrName>ppt_h</p:attrName>
                                        </p:attrNameLst>
                                      </p:cBhvr>
                                      <p:tavLst>
                                        <p:tav tm="0">
                                          <p:val>
                                            <p:fltVal val="0"/>
                                          </p:val>
                                        </p:tav>
                                        <p:tav tm="100000">
                                          <p:val>
                                            <p:strVal val="#ppt_h"/>
                                          </p:val>
                                        </p:tav>
                                      </p:tavLst>
                                    </p:anim>
                                    <p:animEffect transition="in" filter="fade">
                                      <p:cBhvr>
                                        <p:cTn id="99" dur="550"/>
                                        <p:tgtEl>
                                          <p:spTgt spid="24"/>
                                        </p:tgtEl>
                                      </p:cBhvr>
                                    </p:animEffect>
                                  </p:childTnLst>
                                </p:cTn>
                              </p:par>
                              <p:par>
                                <p:cTn id="100" presetID="53" presetClass="entr" presetSubtype="16" fill="hold" grpId="0" nodeType="withEffect">
                                  <p:stCondLst>
                                    <p:cond delay="990"/>
                                  </p:stCondLst>
                                  <p:childTnLst>
                                    <p:set>
                                      <p:cBhvr>
                                        <p:cTn id="101" dur="1" fill="hold">
                                          <p:stCondLst>
                                            <p:cond delay="0"/>
                                          </p:stCondLst>
                                        </p:cTn>
                                        <p:tgtEl>
                                          <p:spTgt spid="25"/>
                                        </p:tgtEl>
                                        <p:attrNameLst>
                                          <p:attrName>style.visibility</p:attrName>
                                        </p:attrNameLst>
                                      </p:cBhvr>
                                      <p:to>
                                        <p:strVal val="visible"/>
                                      </p:to>
                                    </p:set>
                                    <p:anim calcmode="lin" valueType="num">
                                      <p:cBhvr>
                                        <p:cTn id="102" dur="550" fill="hold"/>
                                        <p:tgtEl>
                                          <p:spTgt spid="25"/>
                                        </p:tgtEl>
                                        <p:attrNameLst>
                                          <p:attrName>ppt_w</p:attrName>
                                        </p:attrNameLst>
                                      </p:cBhvr>
                                      <p:tavLst>
                                        <p:tav tm="0">
                                          <p:val>
                                            <p:fltVal val="0"/>
                                          </p:val>
                                        </p:tav>
                                        <p:tav tm="100000">
                                          <p:val>
                                            <p:strVal val="#ppt_w"/>
                                          </p:val>
                                        </p:tav>
                                      </p:tavLst>
                                    </p:anim>
                                    <p:anim calcmode="lin" valueType="num">
                                      <p:cBhvr>
                                        <p:cTn id="103" dur="550" fill="hold"/>
                                        <p:tgtEl>
                                          <p:spTgt spid="25"/>
                                        </p:tgtEl>
                                        <p:attrNameLst>
                                          <p:attrName>ppt_h</p:attrName>
                                        </p:attrNameLst>
                                      </p:cBhvr>
                                      <p:tavLst>
                                        <p:tav tm="0">
                                          <p:val>
                                            <p:fltVal val="0"/>
                                          </p:val>
                                        </p:tav>
                                        <p:tav tm="100000">
                                          <p:val>
                                            <p:strVal val="#ppt_h"/>
                                          </p:val>
                                        </p:tav>
                                      </p:tavLst>
                                    </p:anim>
                                    <p:animEffect transition="in" filter="fade">
                                      <p:cBhvr>
                                        <p:cTn id="104" dur="550"/>
                                        <p:tgtEl>
                                          <p:spTgt spid="25"/>
                                        </p:tgtEl>
                                      </p:cBhvr>
                                    </p:animEffect>
                                  </p:childTnLst>
                                </p:cTn>
                              </p:par>
                              <p:par>
                                <p:cTn id="105" presetID="10" presetClass="entr" presetSubtype="0" fill="hold" grpId="0" nodeType="withEffect">
                                  <p:stCondLst>
                                    <p:cond delay="1150"/>
                                  </p:stCondLst>
                                  <p:childTnLst>
                                    <p:set>
                                      <p:cBhvr>
                                        <p:cTn id="106" dur="1" fill="hold">
                                          <p:stCondLst>
                                            <p:cond delay="0"/>
                                          </p:stCondLst>
                                        </p:cTn>
                                        <p:tgtEl>
                                          <p:spTgt spid="26"/>
                                        </p:tgtEl>
                                        <p:attrNameLst>
                                          <p:attrName>style.visibility</p:attrName>
                                        </p:attrNameLst>
                                      </p:cBhvr>
                                      <p:to>
                                        <p:strVal val="visible"/>
                                      </p:to>
                                    </p:set>
                                    <p:animEffect transition="in" filter="fade">
                                      <p:cBhvr>
                                        <p:cTn id="107" dur="550"/>
                                        <p:tgtEl>
                                          <p:spTgt spid="26"/>
                                        </p:tgtEl>
                                      </p:cBhvr>
                                    </p:animEffect>
                                  </p:childTnLst>
                                </p:cTn>
                              </p:par>
                              <p:par>
                                <p:cTn id="108" presetID="10" presetClass="entr" presetSubtype="0" fill="hold" nodeType="withEffect">
                                  <p:stCondLst>
                                    <p:cond delay="1150"/>
                                  </p:stCondLst>
                                  <p:childTnLst>
                                    <p:set>
                                      <p:cBhvr>
                                        <p:cTn id="109" dur="1" fill="hold">
                                          <p:stCondLst>
                                            <p:cond delay="0"/>
                                          </p:stCondLst>
                                        </p:cTn>
                                        <p:tgtEl>
                                          <p:spTgt spid="27"/>
                                        </p:tgtEl>
                                        <p:attrNameLst>
                                          <p:attrName>style.visibility</p:attrName>
                                        </p:attrNameLst>
                                      </p:cBhvr>
                                      <p:to>
                                        <p:strVal val="visible"/>
                                      </p:to>
                                    </p:set>
                                    <p:animEffect transition="in" filter="fade">
                                      <p:cBhvr>
                                        <p:cTn id="110" dur="550"/>
                                        <p:tgtEl>
                                          <p:spTgt spid="27"/>
                                        </p:tgtEl>
                                      </p:cBhvr>
                                    </p:animEffect>
                                  </p:childTnLst>
                                </p:cTn>
                              </p:par>
                              <p:par>
                                <p:cTn id="111" presetID="10" presetClass="entr" presetSubtype="0" fill="hold" nodeType="withEffect">
                                  <p:stCondLst>
                                    <p:cond delay="1150"/>
                                  </p:stCondLst>
                                  <p:childTnLst>
                                    <p:set>
                                      <p:cBhvr>
                                        <p:cTn id="112" dur="1" fill="hold">
                                          <p:stCondLst>
                                            <p:cond delay="0"/>
                                          </p:stCondLst>
                                        </p:cTn>
                                        <p:tgtEl>
                                          <p:spTgt spid="28"/>
                                        </p:tgtEl>
                                        <p:attrNameLst>
                                          <p:attrName>style.visibility</p:attrName>
                                        </p:attrNameLst>
                                      </p:cBhvr>
                                      <p:to>
                                        <p:strVal val="visible"/>
                                      </p:to>
                                    </p:set>
                                    <p:animEffect transition="in" filter="fade">
                                      <p:cBhvr>
                                        <p:cTn id="113" dur="550"/>
                                        <p:tgtEl>
                                          <p:spTgt spid="28"/>
                                        </p:tgtEl>
                                      </p:cBhvr>
                                    </p:animEffect>
                                  </p:childTnLst>
                                </p:cTn>
                              </p:par>
                              <p:par>
                                <p:cTn id="114" presetID="42" presetClass="entr" presetSubtype="0" fill="hold" nodeType="withEffect">
                                  <p:stCondLst>
                                    <p:cond delay="1310"/>
                                  </p:stCondLst>
                                  <p:childTnLst>
                                    <p:set>
                                      <p:cBhvr>
                                        <p:cTn id="115" dur="1" fill="hold">
                                          <p:stCondLst>
                                            <p:cond delay="0"/>
                                          </p:stCondLst>
                                        </p:cTn>
                                        <p:tgtEl>
                                          <p:spTgt spid="29"/>
                                        </p:tgtEl>
                                        <p:attrNameLst>
                                          <p:attrName>style.visibility</p:attrName>
                                        </p:attrNameLst>
                                      </p:cBhvr>
                                      <p:to>
                                        <p:strVal val="visible"/>
                                      </p:to>
                                    </p:set>
                                    <p:animEffect transition="in" filter="fade">
                                      <p:cBhvr>
                                        <p:cTn id="116" dur="550"/>
                                        <p:tgtEl>
                                          <p:spTgt spid="29"/>
                                        </p:tgtEl>
                                      </p:cBhvr>
                                    </p:animEffect>
                                    <p:anim calcmode="lin" valueType="num">
                                      <p:cBhvr>
                                        <p:cTn id="117" dur="550" fill="hold"/>
                                        <p:tgtEl>
                                          <p:spTgt spid="29"/>
                                        </p:tgtEl>
                                        <p:attrNameLst>
                                          <p:attrName>ppt_x</p:attrName>
                                        </p:attrNameLst>
                                      </p:cBhvr>
                                      <p:tavLst>
                                        <p:tav tm="0">
                                          <p:val>
                                            <p:strVal val="#ppt_x"/>
                                          </p:val>
                                        </p:tav>
                                        <p:tav tm="100000">
                                          <p:val>
                                            <p:strVal val="#ppt_x"/>
                                          </p:val>
                                        </p:tav>
                                      </p:tavLst>
                                    </p:anim>
                                    <p:anim calcmode="lin" valueType="num">
                                      <p:cBhvr>
                                        <p:cTn id="118" dur="550" fill="hold"/>
                                        <p:tgtEl>
                                          <p:spTgt spid="29"/>
                                        </p:tgtEl>
                                        <p:attrNameLst>
                                          <p:attrName>ppt_y</p:attrName>
                                        </p:attrNameLst>
                                      </p:cBhvr>
                                      <p:tavLst>
                                        <p:tav tm="0">
                                          <p:val>
                                            <p:strVal val="#ppt_y+.1"/>
                                          </p:val>
                                        </p:tav>
                                        <p:tav tm="100000">
                                          <p:val>
                                            <p:strVal val="#ppt_y"/>
                                          </p:val>
                                        </p:tav>
                                      </p:tavLst>
                                    </p:anim>
                                  </p:childTnLst>
                                </p:cTn>
                              </p:par>
                              <p:par>
                                <p:cTn id="119" presetID="42" presetClass="entr" presetSubtype="0" fill="hold" nodeType="withEffect">
                                  <p:stCondLst>
                                    <p:cond delay="1310"/>
                                  </p:stCondLst>
                                  <p:childTnLst>
                                    <p:set>
                                      <p:cBhvr>
                                        <p:cTn id="120" dur="1" fill="hold">
                                          <p:stCondLst>
                                            <p:cond delay="0"/>
                                          </p:stCondLst>
                                        </p:cTn>
                                        <p:tgtEl>
                                          <p:spTgt spid="30"/>
                                        </p:tgtEl>
                                        <p:attrNameLst>
                                          <p:attrName>style.visibility</p:attrName>
                                        </p:attrNameLst>
                                      </p:cBhvr>
                                      <p:to>
                                        <p:strVal val="visible"/>
                                      </p:to>
                                    </p:set>
                                    <p:animEffect transition="in" filter="fade">
                                      <p:cBhvr>
                                        <p:cTn id="121" dur="550"/>
                                        <p:tgtEl>
                                          <p:spTgt spid="30"/>
                                        </p:tgtEl>
                                      </p:cBhvr>
                                    </p:animEffect>
                                    <p:anim calcmode="lin" valueType="num">
                                      <p:cBhvr>
                                        <p:cTn id="122" dur="550" fill="hold"/>
                                        <p:tgtEl>
                                          <p:spTgt spid="30"/>
                                        </p:tgtEl>
                                        <p:attrNameLst>
                                          <p:attrName>ppt_x</p:attrName>
                                        </p:attrNameLst>
                                      </p:cBhvr>
                                      <p:tavLst>
                                        <p:tav tm="0">
                                          <p:val>
                                            <p:strVal val="#ppt_x"/>
                                          </p:val>
                                        </p:tav>
                                        <p:tav tm="100000">
                                          <p:val>
                                            <p:strVal val="#ppt_x"/>
                                          </p:val>
                                        </p:tav>
                                      </p:tavLst>
                                    </p:anim>
                                    <p:anim calcmode="lin" valueType="num">
                                      <p:cBhvr>
                                        <p:cTn id="123" dur="550" fill="hold"/>
                                        <p:tgtEl>
                                          <p:spTgt spid="30"/>
                                        </p:tgtEl>
                                        <p:attrNameLst>
                                          <p:attrName>ppt_y</p:attrName>
                                        </p:attrNameLst>
                                      </p:cBhvr>
                                      <p:tavLst>
                                        <p:tav tm="0">
                                          <p:val>
                                            <p:strVal val="#ppt_y+.1"/>
                                          </p:val>
                                        </p:tav>
                                        <p:tav tm="100000">
                                          <p:val>
                                            <p:strVal val="#ppt_y"/>
                                          </p:val>
                                        </p:tav>
                                      </p:tavLst>
                                    </p:anim>
                                  </p:childTnLst>
                                </p:cTn>
                              </p:par>
                              <p:par>
                                <p:cTn id="124" presetID="42" presetClass="entr" presetSubtype="0" fill="hold" nodeType="withEffect">
                                  <p:stCondLst>
                                    <p:cond delay="1310"/>
                                  </p:stCondLst>
                                  <p:childTnLst>
                                    <p:set>
                                      <p:cBhvr>
                                        <p:cTn id="125" dur="1" fill="hold">
                                          <p:stCondLst>
                                            <p:cond delay="0"/>
                                          </p:stCondLst>
                                        </p:cTn>
                                        <p:tgtEl>
                                          <p:spTgt spid="31"/>
                                        </p:tgtEl>
                                        <p:attrNameLst>
                                          <p:attrName>style.visibility</p:attrName>
                                        </p:attrNameLst>
                                      </p:cBhvr>
                                      <p:to>
                                        <p:strVal val="visible"/>
                                      </p:to>
                                    </p:set>
                                    <p:animEffect transition="in" filter="fade">
                                      <p:cBhvr>
                                        <p:cTn id="126" dur="550"/>
                                        <p:tgtEl>
                                          <p:spTgt spid="31"/>
                                        </p:tgtEl>
                                      </p:cBhvr>
                                    </p:animEffect>
                                    <p:anim calcmode="lin" valueType="num">
                                      <p:cBhvr>
                                        <p:cTn id="127" dur="550" fill="hold"/>
                                        <p:tgtEl>
                                          <p:spTgt spid="31"/>
                                        </p:tgtEl>
                                        <p:attrNameLst>
                                          <p:attrName>ppt_x</p:attrName>
                                        </p:attrNameLst>
                                      </p:cBhvr>
                                      <p:tavLst>
                                        <p:tav tm="0">
                                          <p:val>
                                            <p:strVal val="#ppt_x"/>
                                          </p:val>
                                        </p:tav>
                                        <p:tav tm="100000">
                                          <p:val>
                                            <p:strVal val="#ppt_x"/>
                                          </p:val>
                                        </p:tav>
                                      </p:tavLst>
                                    </p:anim>
                                    <p:anim calcmode="lin" valueType="num">
                                      <p:cBhvr>
                                        <p:cTn id="128" dur="550" fill="hold"/>
                                        <p:tgtEl>
                                          <p:spTgt spid="31"/>
                                        </p:tgtEl>
                                        <p:attrNameLst>
                                          <p:attrName>ppt_y</p:attrName>
                                        </p:attrNameLst>
                                      </p:cBhvr>
                                      <p:tavLst>
                                        <p:tav tm="0">
                                          <p:val>
                                            <p:strVal val="#ppt_y+.1"/>
                                          </p:val>
                                        </p:tav>
                                        <p:tav tm="100000">
                                          <p:val>
                                            <p:strVal val="#ppt_y"/>
                                          </p:val>
                                        </p:tav>
                                      </p:tavLst>
                                    </p:anim>
                                  </p:childTnLst>
                                </p:cTn>
                              </p:par>
                              <p:par>
                                <p:cTn id="129" presetID="42" presetClass="entr" presetSubtype="0" fill="hold" nodeType="withEffect">
                                  <p:stCondLst>
                                    <p:cond delay="1310"/>
                                  </p:stCondLst>
                                  <p:childTnLst>
                                    <p:set>
                                      <p:cBhvr>
                                        <p:cTn id="130" dur="1" fill="hold">
                                          <p:stCondLst>
                                            <p:cond delay="0"/>
                                          </p:stCondLst>
                                        </p:cTn>
                                        <p:tgtEl>
                                          <p:spTgt spid="32"/>
                                        </p:tgtEl>
                                        <p:attrNameLst>
                                          <p:attrName>style.visibility</p:attrName>
                                        </p:attrNameLst>
                                      </p:cBhvr>
                                      <p:to>
                                        <p:strVal val="visible"/>
                                      </p:to>
                                    </p:set>
                                    <p:animEffect transition="in" filter="fade">
                                      <p:cBhvr>
                                        <p:cTn id="131" dur="550"/>
                                        <p:tgtEl>
                                          <p:spTgt spid="32"/>
                                        </p:tgtEl>
                                      </p:cBhvr>
                                    </p:animEffect>
                                    <p:anim calcmode="lin" valueType="num">
                                      <p:cBhvr>
                                        <p:cTn id="132" dur="550" fill="hold"/>
                                        <p:tgtEl>
                                          <p:spTgt spid="32"/>
                                        </p:tgtEl>
                                        <p:attrNameLst>
                                          <p:attrName>ppt_x</p:attrName>
                                        </p:attrNameLst>
                                      </p:cBhvr>
                                      <p:tavLst>
                                        <p:tav tm="0">
                                          <p:val>
                                            <p:strVal val="#ppt_x"/>
                                          </p:val>
                                        </p:tav>
                                        <p:tav tm="100000">
                                          <p:val>
                                            <p:strVal val="#ppt_x"/>
                                          </p:val>
                                        </p:tav>
                                      </p:tavLst>
                                    </p:anim>
                                    <p:anim calcmode="lin" valueType="num">
                                      <p:cBhvr>
                                        <p:cTn id="133" dur="550" fill="hold"/>
                                        <p:tgtEl>
                                          <p:spTgt spid="32"/>
                                        </p:tgtEl>
                                        <p:attrNameLst>
                                          <p:attrName>ppt_y</p:attrName>
                                        </p:attrNameLst>
                                      </p:cBhvr>
                                      <p:tavLst>
                                        <p:tav tm="0">
                                          <p:val>
                                            <p:strVal val="#ppt_y+.1"/>
                                          </p:val>
                                        </p:tav>
                                        <p:tav tm="100000">
                                          <p:val>
                                            <p:strVal val="#ppt_y"/>
                                          </p:val>
                                        </p:tav>
                                      </p:tavLst>
                                    </p:anim>
                                  </p:childTnLst>
                                </p:cTn>
                              </p:par>
                              <p:par>
                                <p:cTn id="134" presetID="42" presetClass="entr" presetSubtype="0" fill="hold" grpId="0" nodeType="withEffect">
                                  <p:stCondLst>
                                    <p:cond delay="1310"/>
                                  </p:stCondLst>
                                  <p:childTnLst>
                                    <p:set>
                                      <p:cBhvr>
                                        <p:cTn id="135" dur="1" fill="hold">
                                          <p:stCondLst>
                                            <p:cond delay="0"/>
                                          </p:stCondLst>
                                        </p:cTn>
                                        <p:tgtEl>
                                          <p:spTgt spid="33"/>
                                        </p:tgtEl>
                                        <p:attrNameLst>
                                          <p:attrName>style.visibility</p:attrName>
                                        </p:attrNameLst>
                                      </p:cBhvr>
                                      <p:to>
                                        <p:strVal val="visible"/>
                                      </p:to>
                                    </p:set>
                                    <p:animEffect transition="in" filter="fade">
                                      <p:cBhvr>
                                        <p:cTn id="136" dur="550"/>
                                        <p:tgtEl>
                                          <p:spTgt spid="33"/>
                                        </p:tgtEl>
                                      </p:cBhvr>
                                    </p:animEffect>
                                    <p:anim calcmode="lin" valueType="num">
                                      <p:cBhvr>
                                        <p:cTn id="137" dur="550" fill="hold"/>
                                        <p:tgtEl>
                                          <p:spTgt spid="33"/>
                                        </p:tgtEl>
                                        <p:attrNameLst>
                                          <p:attrName>ppt_x</p:attrName>
                                        </p:attrNameLst>
                                      </p:cBhvr>
                                      <p:tavLst>
                                        <p:tav tm="0">
                                          <p:val>
                                            <p:strVal val="#ppt_x"/>
                                          </p:val>
                                        </p:tav>
                                        <p:tav tm="100000">
                                          <p:val>
                                            <p:strVal val="#ppt_x"/>
                                          </p:val>
                                        </p:tav>
                                      </p:tavLst>
                                    </p:anim>
                                    <p:anim calcmode="lin" valueType="num">
                                      <p:cBhvr>
                                        <p:cTn id="138" dur="550" fill="hold"/>
                                        <p:tgtEl>
                                          <p:spTgt spid="33"/>
                                        </p:tgtEl>
                                        <p:attrNameLst>
                                          <p:attrName>ppt_y</p:attrName>
                                        </p:attrNameLst>
                                      </p:cBhvr>
                                      <p:tavLst>
                                        <p:tav tm="0">
                                          <p:val>
                                            <p:strVal val="#ppt_y+.1"/>
                                          </p:val>
                                        </p:tav>
                                        <p:tav tm="100000">
                                          <p:val>
                                            <p:strVal val="#ppt_y"/>
                                          </p:val>
                                        </p:tav>
                                      </p:tavLst>
                                    </p:anim>
                                  </p:childTnLst>
                                </p:cTn>
                              </p:par>
                              <p:par>
                                <p:cTn id="139" presetID="42" presetClass="entr" presetSubtype="0" fill="hold" grpId="0" nodeType="withEffect">
                                  <p:stCondLst>
                                    <p:cond delay="1310"/>
                                  </p:stCondLst>
                                  <p:childTnLst>
                                    <p:set>
                                      <p:cBhvr>
                                        <p:cTn id="140" dur="1" fill="hold">
                                          <p:stCondLst>
                                            <p:cond delay="0"/>
                                          </p:stCondLst>
                                        </p:cTn>
                                        <p:tgtEl>
                                          <p:spTgt spid="34"/>
                                        </p:tgtEl>
                                        <p:attrNameLst>
                                          <p:attrName>style.visibility</p:attrName>
                                        </p:attrNameLst>
                                      </p:cBhvr>
                                      <p:to>
                                        <p:strVal val="visible"/>
                                      </p:to>
                                    </p:set>
                                    <p:animEffect transition="in" filter="fade">
                                      <p:cBhvr>
                                        <p:cTn id="141" dur="550"/>
                                        <p:tgtEl>
                                          <p:spTgt spid="34"/>
                                        </p:tgtEl>
                                      </p:cBhvr>
                                    </p:animEffect>
                                    <p:anim calcmode="lin" valueType="num">
                                      <p:cBhvr>
                                        <p:cTn id="142" dur="550" fill="hold"/>
                                        <p:tgtEl>
                                          <p:spTgt spid="34"/>
                                        </p:tgtEl>
                                        <p:attrNameLst>
                                          <p:attrName>ppt_x</p:attrName>
                                        </p:attrNameLst>
                                      </p:cBhvr>
                                      <p:tavLst>
                                        <p:tav tm="0">
                                          <p:val>
                                            <p:strVal val="#ppt_x"/>
                                          </p:val>
                                        </p:tav>
                                        <p:tav tm="100000">
                                          <p:val>
                                            <p:strVal val="#ppt_x"/>
                                          </p:val>
                                        </p:tav>
                                      </p:tavLst>
                                    </p:anim>
                                    <p:anim calcmode="lin" valueType="num">
                                      <p:cBhvr>
                                        <p:cTn id="143" dur="550" fill="hold"/>
                                        <p:tgtEl>
                                          <p:spTgt spid="34"/>
                                        </p:tgtEl>
                                        <p:attrNameLst>
                                          <p:attrName>ppt_y</p:attrName>
                                        </p:attrNameLst>
                                      </p:cBhvr>
                                      <p:tavLst>
                                        <p:tav tm="0">
                                          <p:val>
                                            <p:strVal val="#ppt_y+.1"/>
                                          </p:val>
                                        </p:tav>
                                        <p:tav tm="100000">
                                          <p:val>
                                            <p:strVal val="#ppt_y"/>
                                          </p:val>
                                        </p:tav>
                                      </p:tavLst>
                                    </p:anim>
                                  </p:childTnLst>
                                </p:cTn>
                              </p:par>
                              <p:par>
                                <p:cTn id="144" presetID="42" presetClass="entr" presetSubtype="0" fill="hold" nodeType="withEffect">
                                  <p:stCondLst>
                                    <p:cond delay="1470"/>
                                  </p:stCondLst>
                                  <p:childTnLst>
                                    <p:set>
                                      <p:cBhvr>
                                        <p:cTn id="145" dur="1" fill="hold">
                                          <p:stCondLst>
                                            <p:cond delay="0"/>
                                          </p:stCondLst>
                                        </p:cTn>
                                        <p:tgtEl>
                                          <p:spTgt spid="35"/>
                                        </p:tgtEl>
                                        <p:attrNameLst>
                                          <p:attrName>style.visibility</p:attrName>
                                        </p:attrNameLst>
                                      </p:cBhvr>
                                      <p:to>
                                        <p:strVal val="visible"/>
                                      </p:to>
                                    </p:set>
                                    <p:animEffect transition="in" filter="fade">
                                      <p:cBhvr>
                                        <p:cTn id="146" dur="550"/>
                                        <p:tgtEl>
                                          <p:spTgt spid="35"/>
                                        </p:tgtEl>
                                      </p:cBhvr>
                                    </p:animEffect>
                                    <p:anim calcmode="lin" valueType="num">
                                      <p:cBhvr>
                                        <p:cTn id="147" dur="550" fill="hold"/>
                                        <p:tgtEl>
                                          <p:spTgt spid="35"/>
                                        </p:tgtEl>
                                        <p:attrNameLst>
                                          <p:attrName>ppt_x</p:attrName>
                                        </p:attrNameLst>
                                      </p:cBhvr>
                                      <p:tavLst>
                                        <p:tav tm="0">
                                          <p:val>
                                            <p:strVal val="#ppt_x"/>
                                          </p:val>
                                        </p:tav>
                                        <p:tav tm="100000">
                                          <p:val>
                                            <p:strVal val="#ppt_x"/>
                                          </p:val>
                                        </p:tav>
                                      </p:tavLst>
                                    </p:anim>
                                    <p:anim calcmode="lin" valueType="num">
                                      <p:cBhvr>
                                        <p:cTn id="148" dur="550" fill="hold"/>
                                        <p:tgtEl>
                                          <p:spTgt spid="35"/>
                                        </p:tgtEl>
                                        <p:attrNameLst>
                                          <p:attrName>ppt_y</p:attrName>
                                        </p:attrNameLst>
                                      </p:cBhvr>
                                      <p:tavLst>
                                        <p:tav tm="0">
                                          <p:val>
                                            <p:strVal val="#ppt_y+.1"/>
                                          </p:val>
                                        </p:tav>
                                        <p:tav tm="100000">
                                          <p:val>
                                            <p:strVal val="#ppt_y"/>
                                          </p:val>
                                        </p:tav>
                                      </p:tavLst>
                                    </p:anim>
                                  </p:childTnLst>
                                </p:cTn>
                              </p:par>
                              <p:par>
                                <p:cTn id="149" presetID="42" presetClass="entr" presetSubtype="0" fill="hold" nodeType="withEffect">
                                  <p:stCondLst>
                                    <p:cond delay="1470"/>
                                  </p:stCondLst>
                                  <p:childTnLst>
                                    <p:set>
                                      <p:cBhvr>
                                        <p:cTn id="150" dur="1" fill="hold">
                                          <p:stCondLst>
                                            <p:cond delay="0"/>
                                          </p:stCondLst>
                                        </p:cTn>
                                        <p:tgtEl>
                                          <p:spTgt spid="36"/>
                                        </p:tgtEl>
                                        <p:attrNameLst>
                                          <p:attrName>style.visibility</p:attrName>
                                        </p:attrNameLst>
                                      </p:cBhvr>
                                      <p:to>
                                        <p:strVal val="visible"/>
                                      </p:to>
                                    </p:set>
                                    <p:animEffect transition="in" filter="fade">
                                      <p:cBhvr>
                                        <p:cTn id="151" dur="550"/>
                                        <p:tgtEl>
                                          <p:spTgt spid="36"/>
                                        </p:tgtEl>
                                      </p:cBhvr>
                                    </p:animEffect>
                                    <p:anim calcmode="lin" valueType="num">
                                      <p:cBhvr>
                                        <p:cTn id="152" dur="550" fill="hold"/>
                                        <p:tgtEl>
                                          <p:spTgt spid="36"/>
                                        </p:tgtEl>
                                        <p:attrNameLst>
                                          <p:attrName>ppt_x</p:attrName>
                                        </p:attrNameLst>
                                      </p:cBhvr>
                                      <p:tavLst>
                                        <p:tav tm="0">
                                          <p:val>
                                            <p:strVal val="#ppt_x"/>
                                          </p:val>
                                        </p:tav>
                                        <p:tav tm="100000">
                                          <p:val>
                                            <p:strVal val="#ppt_x"/>
                                          </p:val>
                                        </p:tav>
                                      </p:tavLst>
                                    </p:anim>
                                    <p:anim calcmode="lin" valueType="num">
                                      <p:cBhvr>
                                        <p:cTn id="153" dur="550" fill="hold"/>
                                        <p:tgtEl>
                                          <p:spTgt spid="36"/>
                                        </p:tgtEl>
                                        <p:attrNameLst>
                                          <p:attrName>ppt_y</p:attrName>
                                        </p:attrNameLst>
                                      </p:cBhvr>
                                      <p:tavLst>
                                        <p:tav tm="0">
                                          <p:val>
                                            <p:strVal val="#ppt_y+.1"/>
                                          </p:val>
                                        </p:tav>
                                        <p:tav tm="100000">
                                          <p:val>
                                            <p:strVal val="#ppt_y"/>
                                          </p:val>
                                        </p:tav>
                                      </p:tavLst>
                                    </p:anim>
                                  </p:childTnLst>
                                </p:cTn>
                              </p:par>
                              <p:par>
                                <p:cTn id="154" presetID="42" presetClass="entr" presetSubtype="0" fill="hold" nodeType="withEffect">
                                  <p:stCondLst>
                                    <p:cond delay="1470"/>
                                  </p:stCondLst>
                                  <p:childTnLst>
                                    <p:set>
                                      <p:cBhvr>
                                        <p:cTn id="155" dur="1" fill="hold">
                                          <p:stCondLst>
                                            <p:cond delay="0"/>
                                          </p:stCondLst>
                                        </p:cTn>
                                        <p:tgtEl>
                                          <p:spTgt spid="37"/>
                                        </p:tgtEl>
                                        <p:attrNameLst>
                                          <p:attrName>style.visibility</p:attrName>
                                        </p:attrNameLst>
                                      </p:cBhvr>
                                      <p:to>
                                        <p:strVal val="visible"/>
                                      </p:to>
                                    </p:set>
                                    <p:animEffect transition="in" filter="fade">
                                      <p:cBhvr>
                                        <p:cTn id="156" dur="550"/>
                                        <p:tgtEl>
                                          <p:spTgt spid="37"/>
                                        </p:tgtEl>
                                      </p:cBhvr>
                                    </p:animEffect>
                                    <p:anim calcmode="lin" valueType="num">
                                      <p:cBhvr>
                                        <p:cTn id="157" dur="550" fill="hold"/>
                                        <p:tgtEl>
                                          <p:spTgt spid="37"/>
                                        </p:tgtEl>
                                        <p:attrNameLst>
                                          <p:attrName>ppt_x</p:attrName>
                                        </p:attrNameLst>
                                      </p:cBhvr>
                                      <p:tavLst>
                                        <p:tav tm="0">
                                          <p:val>
                                            <p:strVal val="#ppt_x"/>
                                          </p:val>
                                        </p:tav>
                                        <p:tav tm="100000">
                                          <p:val>
                                            <p:strVal val="#ppt_x"/>
                                          </p:val>
                                        </p:tav>
                                      </p:tavLst>
                                    </p:anim>
                                    <p:anim calcmode="lin" valueType="num">
                                      <p:cBhvr>
                                        <p:cTn id="158" dur="550" fill="hold"/>
                                        <p:tgtEl>
                                          <p:spTgt spid="37"/>
                                        </p:tgtEl>
                                        <p:attrNameLst>
                                          <p:attrName>ppt_y</p:attrName>
                                        </p:attrNameLst>
                                      </p:cBhvr>
                                      <p:tavLst>
                                        <p:tav tm="0">
                                          <p:val>
                                            <p:strVal val="#ppt_y+.1"/>
                                          </p:val>
                                        </p:tav>
                                        <p:tav tm="100000">
                                          <p:val>
                                            <p:strVal val="#ppt_y"/>
                                          </p:val>
                                        </p:tav>
                                      </p:tavLst>
                                    </p:anim>
                                  </p:childTnLst>
                                </p:cTn>
                              </p:par>
                              <p:par>
                                <p:cTn id="159" presetID="42" presetClass="entr" presetSubtype="0" fill="hold" nodeType="withEffect">
                                  <p:stCondLst>
                                    <p:cond delay="1470"/>
                                  </p:stCondLst>
                                  <p:childTnLst>
                                    <p:set>
                                      <p:cBhvr>
                                        <p:cTn id="160" dur="1" fill="hold">
                                          <p:stCondLst>
                                            <p:cond delay="0"/>
                                          </p:stCondLst>
                                        </p:cTn>
                                        <p:tgtEl>
                                          <p:spTgt spid="38"/>
                                        </p:tgtEl>
                                        <p:attrNameLst>
                                          <p:attrName>style.visibility</p:attrName>
                                        </p:attrNameLst>
                                      </p:cBhvr>
                                      <p:to>
                                        <p:strVal val="visible"/>
                                      </p:to>
                                    </p:set>
                                    <p:animEffect transition="in" filter="fade">
                                      <p:cBhvr>
                                        <p:cTn id="161" dur="550"/>
                                        <p:tgtEl>
                                          <p:spTgt spid="38"/>
                                        </p:tgtEl>
                                      </p:cBhvr>
                                    </p:animEffect>
                                    <p:anim calcmode="lin" valueType="num">
                                      <p:cBhvr>
                                        <p:cTn id="162" dur="550" fill="hold"/>
                                        <p:tgtEl>
                                          <p:spTgt spid="38"/>
                                        </p:tgtEl>
                                        <p:attrNameLst>
                                          <p:attrName>ppt_x</p:attrName>
                                        </p:attrNameLst>
                                      </p:cBhvr>
                                      <p:tavLst>
                                        <p:tav tm="0">
                                          <p:val>
                                            <p:strVal val="#ppt_x"/>
                                          </p:val>
                                        </p:tav>
                                        <p:tav tm="100000">
                                          <p:val>
                                            <p:strVal val="#ppt_x"/>
                                          </p:val>
                                        </p:tav>
                                      </p:tavLst>
                                    </p:anim>
                                    <p:anim calcmode="lin" valueType="num">
                                      <p:cBhvr>
                                        <p:cTn id="163" dur="550" fill="hold"/>
                                        <p:tgtEl>
                                          <p:spTgt spid="38"/>
                                        </p:tgtEl>
                                        <p:attrNameLst>
                                          <p:attrName>ppt_y</p:attrName>
                                        </p:attrNameLst>
                                      </p:cBhvr>
                                      <p:tavLst>
                                        <p:tav tm="0">
                                          <p:val>
                                            <p:strVal val="#ppt_y+.1"/>
                                          </p:val>
                                        </p:tav>
                                        <p:tav tm="100000">
                                          <p:val>
                                            <p:strVal val="#ppt_y"/>
                                          </p:val>
                                        </p:tav>
                                      </p:tavLst>
                                    </p:anim>
                                  </p:childTnLst>
                                </p:cTn>
                              </p:par>
                              <p:par>
                                <p:cTn id="164" presetID="42" presetClass="entr" presetSubtype="0" fill="hold" grpId="0" nodeType="withEffect">
                                  <p:stCondLst>
                                    <p:cond delay="1470"/>
                                  </p:stCondLst>
                                  <p:childTnLst>
                                    <p:set>
                                      <p:cBhvr>
                                        <p:cTn id="165" dur="1" fill="hold">
                                          <p:stCondLst>
                                            <p:cond delay="0"/>
                                          </p:stCondLst>
                                        </p:cTn>
                                        <p:tgtEl>
                                          <p:spTgt spid="39"/>
                                        </p:tgtEl>
                                        <p:attrNameLst>
                                          <p:attrName>style.visibility</p:attrName>
                                        </p:attrNameLst>
                                      </p:cBhvr>
                                      <p:to>
                                        <p:strVal val="visible"/>
                                      </p:to>
                                    </p:set>
                                    <p:animEffect transition="in" filter="fade">
                                      <p:cBhvr>
                                        <p:cTn id="166" dur="550"/>
                                        <p:tgtEl>
                                          <p:spTgt spid="39"/>
                                        </p:tgtEl>
                                      </p:cBhvr>
                                    </p:animEffect>
                                    <p:anim calcmode="lin" valueType="num">
                                      <p:cBhvr>
                                        <p:cTn id="167" dur="550" fill="hold"/>
                                        <p:tgtEl>
                                          <p:spTgt spid="39"/>
                                        </p:tgtEl>
                                        <p:attrNameLst>
                                          <p:attrName>ppt_x</p:attrName>
                                        </p:attrNameLst>
                                      </p:cBhvr>
                                      <p:tavLst>
                                        <p:tav tm="0">
                                          <p:val>
                                            <p:strVal val="#ppt_x"/>
                                          </p:val>
                                        </p:tav>
                                        <p:tav tm="100000">
                                          <p:val>
                                            <p:strVal val="#ppt_x"/>
                                          </p:val>
                                        </p:tav>
                                      </p:tavLst>
                                    </p:anim>
                                    <p:anim calcmode="lin" valueType="num">
                                      <p:cBhvr>
                                        <p:cTn id="168" dur="550" fill="hold"/>
                                        <p:tgtEl>
                                          <p:spTgt spid="39"/>
                                        </p:tgtEl>
                                        <p:attrNameLst>
                                          <p:attrName>ppt_y</p:attrName>
                                        </p:attrNameLst>
                                      </p:cBhvr>
                                      <p:tavLst>
                                        <p:tav tm="0">
                                          <p:val>
                                            <p:strVal val="#ppt_y+.1"/>
                                          </p:val>
                                        </p:tav>
                                        <p:tav tm="100000">
                                          <p:val>
                                            <p:strVal val="#ppt_y"/>
                                          </p:val>
                                        </p:tav>
                                      </p:tavLst>
                                    </p:anim>
                                  </p:childTnLst>
                                </p:cTn>
                              </p:par>
                              <p:par>
                                <p:cTn id="169" presetID="42" presetClass="entr" presetSubtype="0" fill="hold" grpId="0" nodeType="withEffect">
                                  <p:stCondLst>
                                    <p:cond delay="1470"/>
                                  </p:stCondLst>
                                  <p:childTnLst>
                                    <p:set>
                                      <p:cBhvr>
                                        <p:cTn id="170" dur="1" fill="hold">
                                          <p:stCondLst>
                                            <p:cond delay="0"/>
                                          </p:stCondLst>
                                        </p:cTn>
                                        <p:tgtEl>
                                          <p:spTgt spid="40"/>
                                        </p:tgtEl>
                                        <p:attrNameLst>
                                          <p:attrName>style.visibility</p:attrName>
                                        </p:attrNameLst>
                                      </p:cBhvr>
                                      <p:to>
                                        <p:strVal val="visible"/>
                                      </p:to>
                                    </p:set>
                                    <p:animEffect transition="in" filter="fade">
                                      <p:cBhvr>
                                        <p:cTn id="171" dur="550"/>
                                        <p:tgtEl>
                                          <p:spTgt spid="40"/>
                                        </p:tgtEl>
                                      </p:cBhvr>
                                    </p:animEffect>
                                    <p:anim calcmode="lin" valueType="num">
                                      <p:cBhvr>
                                        <p:cTn id="172" dur="550" fill="hold"/>
                                        <p:tgtEl>
                                          <p:spTgt spid="40"/>
                                        </p:tgtEl>
                                        <p:attrNameLst>
                                          <p:attrName>ppt_x</p:attrName>
                                        </p:attrNameLst>
                                      </p:cBhvr>
                                      <p:tavLst>
                                        <p:tav tm="0">
                                          <p:val>
                                            <p:strVal val="#ppt_x"/>
                                          </p:val>
                                        </p:tav>
                                        <p:tav tm="100000">
                                          <p:val>
                                            <p:strVal val="#ppt_x"/>
                                          </p:val>
                                        </p:tav>
                                      </p:tavLst>
                                    </p:anim>
                                    <p:anim calcmode="lin" valueType="num">
                                      <p:cBhvr>
                                        <p:cTn id="173" dur="550" fill="hold"/>
                                        <p:tgtEl>
                                          <p:spTgt spid="40"/>
                                        </p:tgtEl>
                                        <p:attrNameLst>
                                          <p:attrName>ppt_y</p:attrName>
                                        </p:attrNameLst>
                                      </p:cBhvr>
                                      <p:tavLst>
                                        <p:tav tm="0">
                                          <p:val>
                                            <p:strVal val="#ppt_y+.1"/>
                                          </p:val>
                                        </p:tav>
                                        <p:tav tm="100000">
                                          <p:val>
                                            <p:strVal val="#ppt_y"/>
                                          </p:val>
                                        </p:tav>
                                      </p:tavLst>
                                    </p:anim>
                                  </p:childTnLst>
                                </p:cTn>
                              </p:par>
                              <p:par>
                                <p:cTn id="174" presetID="42" presetClass="entr" presetSubtype="0" fill="hold" nodeType="withEffect">
                                  <p:stCondLst>
                                    <p:cond delay="1630"/>
                                  </p:stCondLst>
                                  <p:childTnLst>
                                    <p:set>
                                      <p:cBhvr>
                                        <p:cTn id="175" dur="1" fill="hold">
                                          <p:stCondLst>
                                            <p:cond delay="0"/>
                                          </p:stCondLst>
                                        </p:cTn>
                                        <p:tgtEl>
                                          <p:spTgt spid="41"/>
                                        </p:tgtEl>
                                        <p:attrNameLst>
                                          <p:attrName>style.visibility</p:attrName>
                                        </p:attrNameLst>
                                      </p:cBhvr>
                                      <p:to>
                                        <p:strVal val="visible"/>
                                      </p:to>
                                    </p:set>
                                    <p:animEffect transition="in" filter="fade">
                                      <p:cBhvr>
                                        <p:cTn id="176" dur="550"/>
                                        <p:tgtEl>
                                          <p:spTgt spid="41"/>
                                        </p:tgtEl>
                                      </p:cBhvr>
                                    </p:animEffect>
                                    <p:anim calcmode="lin" valueType="num">
                                      <p:cBhvr>
                                        <p:cTn id="177" dur="550" fill="hold"/>
                                        <p:tgtEl>
                                          <p:spTgt spid="41"/>
                                        </p:tgtEl>
                                        <p:attrNameLst>
                                          <p:attrName>ppt_x</p:attrName>
                                        </p:attrNameLst>
                                      </p:cBhvr>
                                      <p:tavLst>
                                        <p:tav tm="0">
                                          <p:val>
                                            <p:strVal val="#ppt_x"/>
                                          </p:val>
                                        </p:tav>
                                        <p:tav tm="100000">
                                          <p:val>
                                            <p:strVal val="#ppt_x"/>
                                          </p:val>
                                        </p:tav>
                                      </p:tavLst>
                                    </p:anim>
                                    <p:anim calcmode="lin" valueType="num">
                                      <p:cBhvr>
                                        <p:cTn id="178" dur="550" fill="hold"/>
                                        <p:tgtEl>
                                          <p:spTgt spid="41"/>
                                        </p:tgtEl>
                                        <p:attrNameLst>
                                          <p:attrName>ppt_y</p:attrName>
                                        </p:attrNameLst>
                                      </p:cBhvr>
                                      <p:tavLst>
                                        <p:tav tm="0">
                                          <p:val>
                                            <p:strVal val="#ppt_y+.1"/>
                                          </p:val>
                                        </p:tav>
                                        <p:tav tm="100000">
                                          <p:val>
                                            <p:strVal val="#ppt_y"/>
                                          </p:val>
                                        </p:tav>
                                      </p:tavLst>
                                    </p:anim>
                                  </p:childTnLst>
                                </p:cTn>
                              </p:par>
                              <p:par>
                                <p:cTn id="179" presetID="42" presetClass="entr" presetSubtype="0" fill="hold" nodeType="withEffect">
                                  <p:stCondLst>
                                    <p:cond delay="1630"/>
                                  </p:stCondLst>
                                  <p:childTnLst>
                                    <p:set>
                                      <p:cBhvr>
                                        <p:cTn id="180" dur="1" fill="hold">
                                          <p:stCondLst>
                                            <p:cond delay="0"/>
                                          </p:stCondLst>
                                        </p:cTn>
                                        <p:tgtEl>
                                          <p:spTgt spid="42"/>
                                        </p:tgtEl>
                                        <p:attrNameLst>
                                          <p:attrName>style.visibility</p:attrName>
                                        </p:attrNameLst>
                                      </p:cBhvr>
                                      <p:to>
                                        <p:strVal val="visible"/>
                                      </p:to>
                                    </p:set>
                                    <p:animEffect transition="in" filter="fade">
                                      <p:cBhvr>
                                        <p:cTn id="181" dur="550"/>
                                        <p:tgtEl>
                                          <p:spTgt spid="42"/>
                                        </p:tgtEl>
                                      </p:cBhvr>
                                    </p:animEffect>
                                    <p:anim calcmode="lin" valueType="num">
                                      <p:cBhvr>
                                        <p:cTn id="182" dur="550" fill="hold"/>
                                        <p:tgtEl>
                                          <p:spTgt spid="42"/>
                                        </p:tgtEl>
                                        <p:attrNameLst>
                                          <p:attrName>ppt_x</p:attrName>
                                        </p:attrNameLst>
                                      </p:cBhvr>
                                      <p:tavLst>
                                        <p:tav tm="0">
                                          <p:val>
                                            <p:strVal val="#ppt_x"/>
                                          </p:val>
                                        </p:tav>
                                        <p:tav tm="100000">
                                          <p:val>
                                            <p:strVal val="#ppt_x"/>
                                          </p:val>
                                        </p:tav>
                                      </p:tavLst>
                                    </p:anim>
                                    <p:anim calcmode="lin" valueType="num">
                                      <p:cBhvr>
                                        <p:cTn id="183" dur="550" fill="hold"/>
                                        <p:tgtEl>
                                          <p:spTgt spid="42"/>
                                        </p:tgtEl>
                                        <p:attrNameLst>
                                          <p:attrName>ppt_y</p:attrName>
                                        </p:attrNameLst>
                                      </p:cBhvr>
                                      <p:tavLst>
                                        <p:tav tm="0">
                                          <p:val>
                                            <p:strVal val="#ppt_y+.1"/>
                                          </p:val>
                                        </p:tav>
                                        <p:tav tm="100000">
                                          <p:val>
                                            <p:strVal val="#ppt_y"/>
                                          </p:val>
                                        </p:tav>
                                      </p:tavLst>
                                    </p:anim>
                                  </p:childTnLst>
                                </p:cTn>
                              </p:par>
                              <p:par>
                                <p:cTn id="184" presetID="42" presetClass="entr" presetSubtype="0" fill="hold" nodeType="withEffect">
                                  <p:stCondLst>
                                    <p:cond delay="1630"/>
                                  </p:stCondLst>
                                  <p:childTnLst>
                                    <p:set>
                                      <p:cBhvr>
                                        <p:cTn id="185" dur="1" fill="hold">
                                          <p:stCondLst>
                                            <p:cond delay="0"/>
                                          </p:stCondLst>
                                        </p:cTn>
                                        <p:tgtEl>
                                          <p:spTgt spid="43"/>
                                        </p:tgtEl>
                                        <p:attrNameLst>
                                          <p:attrName>style.visibility</p:attrName>
                                        </p:attrNameLst>
                                      </p:cBhvr>
                                      <p:to>
                                        <p:strVal val="visible"/>
                                      </p:to>
                                    </p:set>
                                    <p:animEffect transition="in" filter="fade">
                                      <p:cBhvr>
                                        <p:cTn id="186" dur="550"/>
                                        <p:tgtEl>
                                          <p:spTgt spid="43"/>
                                        </p:tgtEl>
                                      </p:cBhvr>
                                    </p:animEffect>
                                    <p:anim calcmode="lin" valueType="num">
                                      <p:cBhvr>
                                        <p:cTn id="187" dur="550" fill="hold"/>
                                        <p:tgtEl>
                                          <p:spTgt spid="43"/>
                                        </p:tgtEl>
                                        <p:attrNameLst>
                                          <p:attrName>ppt_x</p:attrName>
                                        </p:attrNameLst>
                                      </p:cBhvr>
                                      <p:tavLst>
                                        <p:tav tm="0">
                                          <p:val>
                                            <p:strVal val="#ppt_x"/>
                                          </p:val>
                                        </p:tav>
                                        <p:tav tm="100000">
                                          <p:val>
                                            <p:strVal val="#ppt_x"/>
                                          </p:val>
                                        </p:tav>
                                      </p:tavLst>
                                    </p:anim>
                                    <p:anim calcmode="lin" valueType="num">
                                      <p:cBhvr>
                                        <p:cTn id="188" dur="550" fill="hold"/>
                                        <p:tgtEl>
                                          <p:spTgt spid="43"/>
                                        </p:tgtEl>
                                        <p:attrNameLst>
                                          <p:attrName>ppt_y</p:attrName>
                                        </p:attrNameLst>
                                      </p:cBhvr>
                                      <p:tavLst>
                                        <p:tav tm="0">
                                          <p:val>
                                            <p:strVal val="#ppt_y+.1"/>
                                          </p:val>
                                        </p:tav>
                                        <p:tav tm="100000">
                                          <p:val>
                                            <p:strVal val="#ppt_y"/>
                                          </p:val>
                                        </p:tav>
                                      </p:tavLst>
                                    </p:anim>
                                  </p:childTnLst>
                                </p:cTn>
                              </p:par>
                              <p:par>
                                <p:cTn id="189" presetID="42" presetClass="entr" presetSubtype="0" fill="hold" nodeType="withEffect">
                                  <p:stCondLst>
                                    <p:cond delay="1630"/>
                                  </p:stCondLst>
                                  <p:childTnLst>
                                    <p:set>
                                      <p:cBhvr>
                                        <p:cTn id="190" dur="1" fill="hold">
                                          <p:stCondLst>
                                            <p:cond delay="0"/>
                                          </p:stCondLst>
                                        </p:cTn>
                                        <p:tgtEl>
                                          <p:spTgt spid="44"/>
                                        </p:tgtEl>
                                        <p:attrNameLst>
                                          <p:attrName>style.visibility</p:attrName>
                                        </p:attrNameLst>
                                      </p:cBhvr>
                                      <p:to>
                                        <p:strVal val="visible"/>
                                      </p:to>
                                    </p:set>
                                    <p:animEffect transition="in" filter="fade">
                                      <p:cBhvr>
                                        <p:cTn id="191" dur="550"/>
                                        <p:tgtEl>
                                          <p:spTgt spid="44"/>
                                        </p:tgtEl>
                                      </p:cBhvr>
                                    </p:animEffect>
                                    <p:anim calcmode="lin" valueType="num">
                                      <p:cBhvr>
                                        <p:cTn id="192" dur="550" fill="hold"/>
                                        <p:tgtEl>
                                          <p:spTgt spid="44"/>
                                        </p:tgtEl>
                                        <p:attrNameLst>
                                          <p:attrName>ppt_x</p:attrName>
                                        </p:attrNameLst>
                                      </p:cBhvr>
                                      <p:tavLst>
                                        <p:tav tm="0">
                                          <p:val>
                                            <p:strVal val="#ppt_x"/>
                                          </p:val>
                                        </p:tav>
                                        <p:tav tm="100000">
                                          <p:val>
                                            <p:strVal val="#ppt_x"/>
                                          </p:val>
                                        </p:tav>
                                      </p:tavLst>
                                    </p:anim>
                                    <p:anim calcmode="lin" valueType="num">
                                      <p:cBhvr>
                                        <p:cTn id="193" dur="550" fill="hold"/>
                                        <p:tgtEl>
                                          <p:spTgt spid="44"/>
                                        </p:tgtEl>
                                        <p:attrNameLst>
                                          <p:attrName>ppt_y</p:attrName>
                                        </p:attrNameLst>
                                      </p:cBhvr>
                                      <p:tavLst>
                                        <p:tav tm="0">
                                          <p:val>
                                            <p:strVal val="#ppt_y+.1"/>
                                          </p:val>
                                        </p:tav>
                                        <p:tav tm="100000">
                                          <p:val>
                                            <p:strVal val="#ppt_y"/>
                                          </p:val>
                                        </p:tav>
                                      </p:tavLst>
                                    </p:anim>
                                  </p:childTnLst>
                                </p:cTn>
                              </p:par>
                              <p:par>
                                <p:cTn id="194" presetID="42" presetClass="entr" presetSubtype="0" fill="hold" grpId="0" nodeType="withEffect">
                                  <p:stCondLst>
                                    <p:cond delay="1630"/>
                                  </p:stCondLst>
                                  <p:childTnLst>
                                    <p:set>
                                      <p:cBhvr>
                                        <p:cTn id="195" dur="1" fill="hold">
                                          <p:stCondLst>
                                            <p:cond delay="0"/>
                                          </p:stCondLst>
                                        </p:cTn>
                                        <p:tgtEl>
                                          <p:spTgt spid="45"/>
                                        </p:tgtEl>
                                        <p:attrNameLst>
                                          <p:attrName>style.visibility</p:attrName>
                                        </p:attrNameLst>
                                      </p:cBhvr>
                                      <p:to>
                                        <p:strVal val="visible"/>
                                      </p:to>
                                    </p:set>
                                    <p:animEffect transition="in" filter="fade">
                                      <p:cBhvr>
                                        <p:cTn id="196" dur="550"/>
                                        <p:tgtEl>
                                          <p:spTgt spid="45"/>
                                        </p:tgtEl>
                                      </p:cBhvr>
                                    </p:animEffect>
                                    <p:anim calcmode="lin" valueType="num">
                                      <p:cBhvr>
                                        <p:cTn id="197" dur="550" fill="hold"/>
                                        <p:tgtEl>
                                          <p:spTgt spid="45"/>
                                        </p:tgtEl>
                                        <p:attrNameLst>
                                          <p:attrName>ppt_x</p:attrName>
                                        </p:attrNameLst>
                                      </p:cBhvr>
                                      <p:tavLst>
                                        <p:tav tm="0">
                                          <p:val>
                                            <p:strVal val="#ppt_x"/>
                                          </p:val>
                                        </p:tav>
                                        <p:tav tm="100000">
                                          <p:val>
                                            <p:strVal val="#ppt_x"/>
                                          </p:val>
                                        </p:tav>
                                      </p:tavLst>
                                    </p:anim>
                                    <p:anim calcmode="lin" valueType="num">
                                      <p:cBhvr>
                                        <p:cTn id="198" dur="550" fill="hold"/>
                                        <p:tgtEl>
                                          <p:spTgt spid="45"/>
                                        </p:tgtEl>
                                        <p:attrNameLst>
                                          <p:attrName>ppt_y</p:attrName>
                                        </p:attrNameLst>
                                      </p:cBhvr>
                                      <p:tavLst>
                                        <p:tav tm="0">
                                          <p:val>
                                            <p:strVal val="#ppt_y+.1"/>
                                          </p:val>
                                        </p:tav>
                                        <p:tav tm="100000">
                                          <p:val>
                                            <p:strVal val="#ppt_y"/>
                                          </p:val>
                                        </p:tav>
                                      </p:tavLst>
                                    </p:anim>
                                  </p:childTnLst>
                                </p:cTn>
                              </p:par>
                              <p:par>
                                <p:cTn id="199" presetID="42" presetClass="entr" presetSubtype="0" fill="hold" grpId="0" nodeType="withEffect">
                                  <p:stCondLst>
                                    <p:cond delay="1630"/>
                                  </p:stCondLst>
                                  <p:childTnLst>
                                    <p:set>
                                      <p:cBhvr>
                                        <p:cTn id="200" dur="1" fill="hold">
                                          <p:stCondLst>
                                            <p:cond delay="0"/>
                                          </p:stCondLst>
                                        </p:cTn>
                                        <p:tgtEl>
                                          <p:spTgt spid="46"/>
                                        </p:tgtEl>
                                        <p:attrNameLst>
                                          <p:attrName>style.visibility</p:attrName>
                                        </p:attrNameLst>
                                      </p:cBhvr>
                                      <p:to>
                                        <p:strVal val="visible"/>
                                      </p:to>
                                    </p:set>
                                    <p:animEffect transition="in" filter="fade">
                                      <p:cBhvr>
                                        <p:cTn id="201" dur="550"/>
                                        <p:tgtEl>
                                          <p:spTgt spid="46"/>
                                        </p:tgtEl>
                                      </p:cBhvr>
                                    </p:animEffect>
                                    <p:anim calcmode="lin" valueType="num">
                                      <p:cBhvr>
                                        <p:cTn id="202" dur="550" fill="hold"/>
                                        <p:tgtEl>
                                          <p:spTgt spid="46"/>
                                        </p:tgtEl>
                                        <p:attrNameLst>
                                          <p:attrName>ppt_x</p:attrName>
                                        </p:attrNameLst>
                                      </p:cBhvr>
                                      <p:tavLst>
                                        <p:tav tm="0">
                                          <p:val>
                                            <p:strVal val="#ppt_x"/>
                                          </p:val>
                                        </p:tav>
                                        <p:tav tm="100000">
                                          <p:val>
                                            <p:strVal val="#ppt_x"/>
                                          </p:val>
                                        </p:tav>
                                      </p:tavLst>
                                    </p:anim>
                                    <p:anim calcmode="lin" valueType="num">
                                      <p:cBhvr>
                                        <p:cTn id="203" dur="550" fill="hold"/>
                                        <p:tgtEl>
                                          <p:spTgt spid="46"/>
                                        </p:tgtEl>
                                        <p:attrNameLst>
                                          <p:attrName>ppt_y</p:attrName>
                                        </p:attrNameLst>
                                      </p:cBhvr>
                                      <p:tavLst>
                                        <p:tav tm="0">
                                          <p:val>
                                            <p:strVal val="#ppt_y+.1"/>
                                          </p:val>
                                        </p:tav>
                                        <p:tav tm="100000">
                                          <p:val>
                                            <p:strVal val="#ppt_y"/>
                                          </p:val>
                                        </p:tav>
                                      </p:tavLst>
                                    </p:anim>
                                  </p:childTnLst>
                                </p:cTn>
                              </p:par>
                              <p:par>
                                <p:cTn id="204" presetID="42" presetClass="entr" presetSubtype="0" fill="hold" nodeType="withEffect">
                                  <p:stCondLst>
                                    <p:cond delay="1790"/>
                                  </p:stCondLst>
                                  <p:childTnLst>
                                    <p:set>
                                      <p:cBhvr>
                                        <p:cTn id="205" dur="1" fill="hold">
                                          <p:stCondLst>
                                            <p:cond delay="0"/>
                                          </p:stCondLst>
                                        </p:cTn>
                                        <p:tgtEl>
                                          <p:spTgt spid="47"/>
                                        </p:tgtEl>
                                        <p:attrNameLst>
                                          <p:attrName>style.visibility</p:attrName>
                                        </p:attrNameLst>
                                      </p:cBhvr>
                                      <p:to>
                                        <p:strVal val="visible"/>
                                      </p:to>
                                    </p:set>
                                    <p:animEffect transition="in" filter="fade">
                                      <p:cBhvr>
                                        <p:cTn id="206" dur="550"/>
                                        <p:tgtEl>
                                          <p:spTgt spid="47"/>
                                        </p:tgtEl>
                                      </p:cBhvr>
                                    </p:animEffect>
                                    <p:anim calcmode="lin" valueType="num">
                                      <p:cBhvr>
                                        <p:cTn id="207" dur="550" fill="hold"/>
                                        <p:tgtEl>
                                          <p:spTgt spid="47"/>
                                        </p:tgtEl>
                                        <p:attrNameLst>
                                          <p:attrName>ppt_x</p:attrName>
                                        </p:attrNameLst>
                                      </p:cBhvr>
                                      <p:tavLst>
                                        <p:tav tm="0">
                                          <p:val>
                                            <p:strVal val="#ppt_x"/>
                                          </p:val>
                                        </p:tav>
                                        <p:tav tm="100000">
                                          <p:val>
                                            <p:strVal val="#ppt_x"/>
                                          </p:val>
                                        </p:tav>
                                      </p:tavLst>
                                    </p:anim>
                                    <p:anim calcmode="lin" valueType="num">
                                      <p:cBhvr>
                                        <p:cTn id="208" dur="550" fill="hold"/>
                                        <p:tgtEl>
                                          <p:spTgt spid="47"/>
                                        </p:tgtEl>
                                        <p:attrNameLst>
                                          <p:attrName>ppt_y</p:attrName>
                                        </p:attrNameLst>
                                      </p:cBhvr>
                                      <p:tavLst>
                                        <p:tav tm="0">
                                          <p:val>
                                            <p:strVal val="#ppt_y+.1"/>
                                          </p:val>
                                        </p:tav>
                                        <p:tav tm="100000">
                                          <p:val>
                                            <p:strVal val="#ppt_y"/>
                                          </p:val>
                                        </p:tav>
                                      </p:tavLst>
                                    </p:anim>
                                  </p:childTnLst>
                                </p:cTn>
                              </p:par>
                              <p:par>
                                <p:cTn id="209" presetID="42" presetClass="entr" presetSubtype="0" fill="hold" nodeType="withEffect">
                                  <p:stCondLst>
                                    <p:cond delay="1790"/>
                                  </p:stCondLst>
                                  <p:childTnLst>
                                    <p:set>
                                      <p:cBhvr>
                                        <p:cTn id="210" dur="1" fill="hold">
                                          <p:stCondLst>
                                            <p:cond delay="0"/>
                                          </p:stCondLst>
                                        </p:cTn>
                                        <p:tgtEl>
                                          <p:spTgt spid="48"/>
                                        </p:tgtEl>
                                        <p:attrNameLst>
                                          <p:attrName>style.visibility</p:attrName>
                                        </p:attrNameLst>
                                      </p:cBhvr>
                                      <p:to>
                                        <p:strVal val="visible"/>
                                      </p:to>
                                    </p:set>
                                    <p:animEffect transition="in" filter="fade">
                                      <p:cBhvr>
                                        <p:cTn id="211" dur="550"/>
                                        <p:tgtEl>
                                          <p:spTgt spid="48"/>
                                        </p:tgtEl>
                                      </p:cBhvr>
                                    </p:animEffect>
                                    <p:anim calcmode="lin" valueType="num">
                                      <p:cBhvr>
                                        <p:cTn id="212" dur="550" fill="hold"/>
                                        <p:tgtEl>
                                          <p:spTgt spid="48"/>
                                        </p:tgtEl>
                                        <p:attrNameLst>
                                          <p:attrName>ppt_x</p:attrName>
                                        </p:attrNameLst>
                                      </p:cBhvr>
                                      <p:tavLst>
                                        <p:tav tm="0">
                                          <p:val>
                                            <p:strVal val="#ppt_x"/>
                                          </p:val>
                                        </p:tav>
                                        <p:tav tm="100000">
                                          <p:val>
                                            <p:strVal val="#ppt_x"/>
                                          </p:val>
                                        </p:tav>
                                      </p:tavLst>
                                    </p:anim>
                                    <p:anim calcmode="lin" valueType="num">
                                      <p:cBhvr>
                                        <p:cTn id="213" dur="550" fill="hold"/>
                                        <p:tgtEl>
                                          <p:spTgt spid="48"/>
                                        </p:tgtEl>
                                        <p:attrNameLst>
                                          <p:attrName>ppt_y</p:attrName>
                                        </p:attrNameLst>
                                      </p:cBhvr>
                                      <p:tavLst>
                                        <p:tav tm="0">
                                          <p:val>
                                            <p:strVal val="#ppt_y+.1"/>
                                          </p:val>
                                        </p:tav>
                                        <p:tav tm="100000">
                                          <p:val>
                                            <p:strVal val="#ppt_y"/>
                                          </p:val>
                                        </p:tav>
                                      </p:tavLst>
                                    </p:anim>
                                  </p:childTnLst>
                                </p:cTn>
                              </p:par>
                              <p:par>
                                <p:cTn id="214" presetID="42" presetClass="entr" presetSubtype="0" fill="hold" nodeType="withEffect">
                                  <p:stCondLst>
                                    <p:cond delay="1790"/>
                                  </p:stCondLst>
                                  <p:childTnLst>
                                    <p:set>
                                      <p:cBhvr>
                                        <p:cTn id="215" dur="1" fill="hold">
                                          <p:stCondLst>
                                            <p:cond delay="0"/>
                                          </p:stCondLst>
                                        </p:cTn>
                                        <p:tgtEl>
                                          <p:spTgt spid="49"/>
                                        </p:tgtEl>
                                        <p:attrNameLst>
                                          <p:attrName>style.visibility</p:attrName>
                                        </p:attrNameLst>
                                      </p:cBhvr>
                                      <p:to>
                                        <p:strVal val="visible"/>
                                      </p:to>
                                    </p:set>
                                    <p:animEffect transition="in" filter="fade">
                                      <p:cBhvr>
                                        <p:cTn id="216" dur="550"/>
                                        <p:tgtEl>
                                          <p:spTgt spid="49"/>
                                        </p:tgtEl>
                                      </p:cBhvr>
                                    </p:animEffect>
                                    <p:anim calcmode="lin" valueType="num">
                                      <p:cBhvr>
                                        <p:cTn id="217" dur="550" fill="hold"/>
                                        <p:tgtEl>
                                          <p:spTgt spid="49"/>
                                        </p:tgtEl>
                                        <p:attrNameLst>
                                          <p:attrName>ppt_x</p:attrName>
                                        </p:attrNameLst>
                                      </p:cBhvr>
                                      <p:tavLst>
                                        <p:tav tm="0">
                                          <p:val>
                                            <p:strVal val="#ppt_x"/>
                                          </p:val>
                                        </p:tav>
                                        <p:tav tm="100000">
                                          <p:val>
                                            <p:strVal val="#ppt_x"/>
                                          </p:val>
                                        </p:tav>
                                      </p:tavLst>
                                    </p:anim>
                                    <p:anim calcmode="lin" valueType="num">
                                      <p:cBhvr>
                                        <p:cTn id="218" dur="550" fill="hold"/>
                                        <p:tgtEl>
                                          <p:spTgt spid="49"/>
                                        </p:tgtEl>
                                        <p:attrNameLst>
                                          <p:attrName>ppt_y</p:attrName>
                                        </p:attrNameLst>
                                      </p:cBhvr>
                                      <p:tavLst>
                                        <p:tav tm="0">
                                          <p:val>
                                            <p:strVal val="#ppt_y+.1"/>
                                          </p:val>
                                        </p:tav>
                                        <p:tav tm="100000">
                                          <p:val>
                                            <p:strVal val="#ppt_y"/>
                                          </p:val>
                                        </p:tav>
                                      </p:tavLst>
                                    </p:anim>
                                  </p:childTnLst>
                                </p:cTn>
                              </p:par>
                              <p:par>
                                <p:cTn id="219" presetID="42" presetClass="entr" presetSubtype="0" fill="hold" nodeType="withEffect">
                                  <p:stCondLst>
                                    <p:cond delay="1790"/>
                                  </p:stCondLst>
                                  <p:childTnLst>
                                    <p:set>
                                      <p:cBhvr>
                                        <p:cTn id="220" dur="1" fill="hold">
                                          <p:stCondLst>
                                            <p:cond delay="0"/>
                                          </p:stCondLst>
                                        </p:cTn>
                                        <p:tgtEl>
                                          <p:spTgt spid="50"/>
                                        </p:tgtEl>
                                        <p:attrNameLst>
                                          <p:attrName>style.visibility</p:attrName>
                                        </p:attrNameLst>
                                      </p:cBhvr>
                                      <p:to>
                                        <p:strVal val="visible"/>
                                      </p:to>
                                    </p:set>
                                    <p:animEffect transition="in" filter="fade">
                                      <p:cBhvr>
                                        <p:cTn id="221" dur="550"/>
                                        <p:tgtEl>
                                          <p:spTgt spid="50"/>
                                        </p:tgtEl>
                                      </p:cBhvr>
                                    </p:animEffect>
                                    <p:anim calcmode="lin" valueType="num">
                                      <p:cBhvr>
                                        <p:cTn id="222" dur="550" fill="hold"/>
                                        <p:tgtEl>
                                          <p:spTgt spid="50"/>
                                        </p:tgtEl>
                                        <p:attrNameLst>
                                          <p:attrName>ppt_x</p:attrName>
                                        </p:attrNameLst>
                                      </p:cBhvr>
                                      <p:tavLst>
                                        <p:tav tm="0">
                                          <p:val>
                                            <p:strVal val="#ppt_x"/>
                                          </p:val>
                                        </p:tav>
                                        <p:tav tm="100000">
                                          <p:val>
                                            <p:strVal val="#ppt_x"/>
                                          </p:val>
                                        </p:tav>
                                      </p:tavLst>
                                    </p:anim>
                                    <p:anim calcmode="lin" valueType="num">
                                      <p:cBhvr>
                                        <p:cTn id="223" dur="550" fill="hold"/>
                                        <p:tgtEl>
                                          <p:spTgt spid="50"/>
                                        </p:tgtEl>
                                        <p:attrNameLst>
                                          <p:attrName>ppt_y</p:attrName>
                                        </p:attrNameLst>
                                      </p:cBhvr>
                                      <p:tavLst>
                                        <p:tav tm="0">
                                          <p:val>
                                            <p:strVal val="#ppt_y+.1"/>
                                          </p:val>
                                        </p:tav>
                                        <p:tav tm="100000">
                                          <p:val>
                                            <p:strVal val="#ppt_y"/>
                                          </p:val>
                                        </p:tav>
                                      </p:tavLst>
                                    </p:anim>
                                  </p:childTnLst>
                                </p:cTn>
                              </p:par>
                              <p:par>
                                <p:cTn id="224" presetID="42" presetClass="entr" presetSubtype="0" fill="hold" grpId="0" nodeType="withEffect">
                                  <p:stCondLst>
                                    <p:cond delay="1790"/>
                                  </p:stCondLst>
                                  <p:childTnLst>
                                    <p:set>
                                      <p:cBhvr>
                                        <p:cTn id="225" dur="1" fill="hold">
                                          <p:stCondLst>
                                            <p:cond delay="0"/>
                                          </p:stCondLst>
                                        </p:cTn>
                                        <p:tgtEl>
                                          <p:spTgt spid="51"/>
                                        </p:tgtEl>
                                        <p:attrNameLst>
                                          <p:attrName>style.visibility</p:attrName>
                                        </p:attrNameLst>
                                      </p:cBhvr>
                                      <p:to>
                                        <p:strVal val="visible"/>
                                      </p:to>
                                    </p:set>
                                    <p:animEffect transition="in" filter="fade">
                                      <p:cBhvr>
                                        <p:cTn id="226" dur="550"/>
                                        <p:tgtEl>
                                          <p:spTgt spid="51"/>
                                        </p:tgtEl>
                                      </p:cBhvr>
                                    </p:animEffect>
                                    <p:anim calcmode="lin" valueType="num">
                                      <p:cBhvr>
                                        <p:cTn id="227" dur="550" fill="hold"/>
                                        <p:tgtEl>
                                          <p:spTgt spid="51"/>
                                        </p:tgtEl>
                                        <p:attrNameLst>
                                          <p:attrName>ppt_x</p:attrName>
                                        </p:attrNameLst>
                                      </p:cBhvr>
                                      <p:tavLst>
                                        <p:tav tm="0">
                                          <p:val>
                                            <p:strVal val="#ppt_x"/>
                                          </p:val>
                                        </p:tav>
                                        <p:tav tm="100000">
                                          <p:val>
                                            <p:strVal val="#ppt_x"/>
                                          </p:val>
                                        </p:tav>
                                      </p:tavLst>
                                    </p:anim>
                                    <p:anim calcmode="lin" valueType="num">
                                      <p:cBhvr>
                                        <p:cTn id="228" dur="550" fill="hold"/>
                                        <p:tgtEl>
                                          <p:spTgt spid="51"/>
                                        </p:tgtEl>
                                        <p:attrNameLst>
                                          <p:attrName>ppt_y</p:attrName>
                                        </p:attrNameLst>
                                      </p:cBhvr>
                                      <p:tavLst>
                                        <p:tav tm="0">
                                          <p:val>
                                            <p:strVal val="#ppt_y+.1"/>
                                          </p:val>
                                        </p:tav>
                                        <p:tav tm="100000">
                                          <p:val>
                                            <p:strVal val="#ppt_y"/>
                                          </p:val>
                                        </p:tav>
                                      </p:tavLst>
                                    </p:anim>
                                  </p:childTnLst>
                                </p:cTn>
                              </p:par>
                              <p:par>
                                <p:cTn id="229" presetID="42" presetClass="entr" presetSubtype="0" fill="hold" grpId="0" nodeType="withEffect">
                                  <p:stCondLst>
                                    <p:cond delay="1790"/>
                                  </p:stCondLst>
                                  <p:childTnLst>
                                    <p:set>
                                      <p:cBhvr>
                                        <p:cTn id="230" dur="1" fill="hold">
                                          <p:stCondLst>
                                            <p:cond delay="0"/>
                                          </p:stCondLst>
                                        </p:cTn>
                                        <p:tgtEl>
                                          <p:spTgt spid="52"/>
                                        </p:tgtEl>
                                        <p:attrNameLst>
                                          <p:attrName>style.visibility</p:attrName>
                                        </p:attrNameLst>
                                      </p:cBhvr>
                                      <p:to>
                                        <p:strVal val="visible"/>
                                      </p:to>
                                    </p:set>
                                    <p:animEffect transition="in" filter="fade">
                                      <p:cBhvr>
                                        <p:cTn id="231" dur="550"/>
                                        <p:tgtEl>
                                          <p:spTgt spid="52"/>
                                        </p:tgtEl>
                                      </p:cBhvr>
                                    </p:animEffect>
                                    <p:anim calcmode="lin" valueType="num">
                                      <p:cBhvr>
                                        <p:cTn id="232" dur="550" fill="hold"/>
                                        <p:tgtEl>
                                          <p:spTgt spid="52"/>
                                        </p:tgtEl>
                                        <p:attrNameLst>
                                          <p:attrName>ppt_x</p:attrName>
                                        </p:attrNameLst>
                                      </p:cBhvr>
                                      <p:tavLst>
                                        <p:tav tm="0">
                                          <p:val>
                                            <p:strVal val="#ppt_x"/>
                                          </p:val>
                                        </p:tav>
                                        <p:tav tm="100000">
                                          <p:val>
                                            <p:strVal val="#ppt_x"/>
                                          </p:val>
                                        </p:tav>
                                      </p:tavLst>
                                    </p:anim>
                                    <p:anim calcmode="lin" valueType="num">
                                      <p:cBhvr>
                                        <p:cTn id="233" dur="550" fill="hold"/>
                                        <p:tgtEl>
                                          <p:spTgt spid="5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6" grpId="0" animBg="1"/>
      <p:bldP spid="17" grpId="0" animBg="1"/>
      <p:bldP spid="18" grpId="0" animBg="1"/>
      <p:bldP spid="23" grpId="0" animBg="1"/>
      <p:bldP spid="24" grpId="0" animBg="1"/>
      <p:bldP spid="25" grpId="0" animBg="1"/>
      <p:bldP spid="26" grpId="0" animBg="1"/>
      <p:bldP spid="33" grpId="0" animBg="1"/>
      <p:bldP spid="34" grpId="0" animBg="1"/>
      <p:bldP spid="39" grpId="0" animBg="1"/>
      <p:bldP spid="40" grpId="0" animBg="1"/>
      <p:bldP spid="45" grpId="0" animBg="1"/>
      <p:bldP spid="46" grpId="0" animBg="1"/>
      <p:bldP spid="51" grpId="0" animBg="1"/>
      <p:bldP spid="5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Glow" descr="assets/glow_soft.png"/>
          <p:cNvPicPr>
            <a:picLocks noChangeAspect="1"/>
          </p:cNvPicPr>
          <p:nvPr/>
        </p:nvPicPr>
        <p:blipFill>
          <a:blip r:embed="rId4"/>
          <a:stretch>
            <a:fillRect/>
          </a:stretch>
        </p:blipFill>
        <p:spPr>
          <a:xfrm>
            <a:off x="9767621" y="-371246"/>
            <a:ext cx="2743200" cy="2743200"/>
          </a:xfrm>
          <a:prstGeom prst="rect">
            <a:avLst/>
          </a:prstGeom>
        </p:spPr>
      </p:pic>
      <p:sp>
        <p:nvSpPr>
          <p:cNvPr id="3" name="Text 0"/>
          <p:cNvSpPr txBox="1"/>
          <p:nvPr/>
        </p:nvSpPr>
        <p:spPr>
          <a:xfrm>
            <a:off x="548640" y="274320"/>
            <a:ext cx="9692640" cy="256032"/>
          </a:xfrm>
          <a:prstGeom prst="rect">
            <a:avLst/>
          </a:prstGeom>
          <a:noFill/>
          <a:ln/>
        </p:spPr>
        <p:txBody>
          <a:bodyPr wrap="square" lIns="0" tIns="0" rIns="0" bIns="0" rtlCol="0" anchor="t"/>
          <a:lstStyle/>
          <a:p>
            <a:pPr marL="0" indent="0">
              <a:buNone/>
            </a:pPr>
            <a:r>
              <a:rPr lang="en-US" sz="950" i="1" dirty="0">
                <a:solidFill>
                  <a:srgbClr val="6E6A85"/>
                </a:solidFill>
                <a:latin typeface="Segoe UI" pitchFamily="34" charset="0"/>
                <a:ea typeface="Segoe UI" pitchFamily="34" charset="-122"/>
                <a:cs typeface="Segoe UI" pitchFamily="34" charset="-120"/>
              </a:rPr>
              <a:t>Mise en place d’une plateforme intelligente d’assistance au dépannage et de mise en relation avec des techniciens</a:t>
            </a:r>
            <a:endParaRPr lang="en-US" sz="950" dirty="0"/>
          </a:p>
        </p:txBody>
      </p:sp>
      <p:sp>
        <p:nvSpPr>
          <p:cNvPr id="4" name="!!Kicker"/>
          <p:cNvSpPr txBox="1"/>
          <p:nvPr/>
        </p:nvSpPr>
        <p:spPr>
          <a:xfrm>
            <a:off x="548640" y="713232"/>
            <a:ext cx="9692640" cy="274320"/>
          </a:xfrm>
          <a:prstGeom prst="rect">
            <a:avLst/>
          </a:prstGeom>
          <a:noFill/>
          <a:ln/>
        </p:spPr>
        <p:txBody>
          <a:bodyPr wrap="square" lIns="0" tIns="0" rIns="0" bIns="0" rtlCol="0" anchor="t"/>
          <a:lstStyle/>
          <a:p>
            <a:pPr marL="0" indent="0">
              <a:buNone/>
            </a:pPr>
            <a:r>
              <a:rPr lang="en-US" sz="1100" b="1" kern="0" spc="200" dirty="0">
                <a:solidFill>
                  <a:srgbClr val="5B2FD6"/>
                </a:solidFill>
                <a:latin typeface="Segoe UI" pitchFamily="34" charset="0"/>
                <a:ea typeface="Segoe UI" pitchFamily="34" charset="-122"/>
                <a:cs typeface="Segoe UI" pitchFamily="34" charset="-120"/>
              </a:rPr>
              <a:t>04 · ARCHITECTURE</a:t>
            </a:r>
            <a:endParaRPr lang="en-US" sz="1100" dirty="0"/>
          </a:p>
        </p:txBody>
      </p:sp>
      <p:sp>
        <p:nvSpPr>
          <p:cNvPr id="5" name="!!Title"/>
          <p:cNvSpPr txBox="1"/>
          <p:nvPr/>
        </p:nvSpPr>
        <p:spPr>
          <a:xfrm>
            <a:off x="548640" y="987552"/>
            <a:ext cx="9692640" cy="658368"/>
          </a:xfrm>
          <a:prstGeom prst="rect">
            <a:avLst/>
          </a:prstGeom>
          <a:noFill/>
          <a:ln/>
        </p:spPr>
        <p:txBody>
          <a:bodyPr wrap="square" lIns="0" tIns="0" rIns="0" bIns="0" rtlCol="0" anchor="ctr"/>
          <a:lstStyle/>
          <a:p>
            <a:pPr marL="0" indent="0">
              <a:buNone/>
            </a:pPr>
            <a:r>
              <a:rPr lang="en-US" sz="2800" dirty="0">
                <a:solidFill>
                  <a:srgbClr val="17132E"/>
                </a:solidFill>
                <a:latin typeface="Segoe UI Semibold" pitchFamily="34" charset="0"/>
                <a:ea typeface="Segoe UI Semibold" pitchFamily="34" charset="-122"/>
                <a:cs typeface="Segoe UI Semibold" pitchFamily="34" charset="-120"/>
              </a:rPr>
              <a:t>Une architecture logique du frontend</a:t>
            </a:r>
            <a:endParaRPr lang="en-US" sz="2800" dirty="0"/>
          </a:p>
        </p:txBody>
      </p:sp>
      <p:sp>
        <p:nvSpPr>
          <p:cNvPr id="53" name="!!NavPill"/>
          <p:cNvSpPr/>
          <p:nvPr/>
        </p:nvSpPr>
        <p:spPr>
          <a:xfrm>
            <a:off x="4059936" y="6382512"/>
            <a:ext cx="1097280" cy="274320"/>
          </a:xfrm>
          <a:prstGeom prst="roundRect">
            <a:avLst>
              <a:gd name="adj" fmla="val 50000"/>
            </a:avLst>
          </a:prstGeom>
          <a:solidFill>
            <a:srgbClr val="5B2FD6"/>
          </a:solidFill>
          <a:ln w="9525">
            <a:solidFill>
              <a:srgbClr val="7C5CFF"/>
            </a:solidFill>
            <a:prstDash val="solid"/>
          </a:ln>
        </p:spPr>
      </p:sp>
      <p:sp>
        <p:nvSpPr>
          <p:cNvPr id="54" name="Text 44"/>
          <p:cNvSpPr txBox="1"/>
          <p:nvPr/>
        </p:nvSpPr>
        <p:spPr>
          <a:xfrm>
            <a:off x="54864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Introduction</a:t>
            </a:r>
            <a:endParaRPr lang="en-US" sz="900" dirty="0"/>
          </a:p>
        </p:txBody>
      </p:sp>
      <p:sp>
        <p:nvSpPr>
          <p:cNvPr id="55" name="Text 45"/>
          <p:cNvSpPr txBox="1"/>
          <p:nvPr/>
        </p:nvSpPr>
        <p:spPr>
          <a:xfrm>
            <a:off x="1719072"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Entreprise</a:t>
            </a:r>
            <a:endParaRPr lang="en-US" sz="900" dirty="0"/>
          </a:p>
        </p:txBody>
      </p:sp>
      <p:sp>
        <p:nvSpPr>
          <p:cNvPr id="56" name="Text 46"/>
          <p:cNvSpPr txBox="1"/>
          <p:nvPr/>
        </p:nvSpPr>
        <p:spPr>
          <a:xfrm>
            <a:off x="2889504"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Contexte</a:t>
            </a:r>
            <a:endParaRPr lang="en-US" sz="900" dirty="0"/>
          </a:p>
        </p:txBody>
      </p:sp>
      <p:sp>
        <p:nvSpPr>
          <p:cNvPr id="57" name="Text 47"/>
          <p:cNvSpPr txBox="1"/>
          <p:nvPr/>
        </p:nvSpPr>
        <p:spPr>
          <a:xfrm>
            <a:off x="4059936" y="6382512"/>
            <a:ext cx="10972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Segoe UI" pitchFamily="34" charset="0"/>
                <a:ea typeface="Segoe UI" pitchFamily="34" charset="-122"/>
                <a:cs typeface="Segoe UI" pitchFamily="34" charset="-120"/>
              </a:rPr>
              <a:t>Méthodologie</a:t>
            </a:r>
            <a:endParaRPr lang="en-US" sz="900" dirty="0"/>
          </a:p>
        </p:txBody>
      </p:sp>
      <p:sp>
        <p:nvSpPr>
          <p:cNvPr id="58" name="Text 48"/>
          <p:cNvSpPr txBox="1"/>
          <p:nvPr/>
        </p:nvSpPr>
        <p:spPr>
          <a:xfrm>
            <a:off x="5230368"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Résultats</a:t>
            </a:r>
            <a:endParaRPr lang="en-US" sz="900" dirty="0"/>
          </a:p>
        </p:txBody>
      </p:sp>
      <p:sp>
        <p:nvSpPr>
          <p:cNvPr id="59" name="Text 49"/>
          <p:cNvSpPr txBox="1"/>
          <p:nvPr/>
        </p:nvSpPr>
        <p:spPr>
          <a:xfrm>
            <a:off x="640080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Conclusion</a:t>
            </a:r>
            <a:endParaRPr lang="en-US" sz="900" dirty="0"/>
          </a:p>
        </p:txBody>
      </p:sp>
      <p:sp>
        <p:nvSpPr>
          <p:cNvPr id="60" name="Text 50"/>
          <p:cNvSpPr txBox="1"/>
          <p:nvPr/>
        </p:nvSpPr>
        <p:spPr>
          <a:xfrm>
            <a:off x="8412480" y="6382512"/>
            <a:ext cx="3227832" cy="274320"/>
          </a:xfrm>
          <a:prstGeom prst="rect">
            <a:avLst/>
          </a:prstGeom>
          <a:noFill/>
          <a:ln/>
        </p:spPr>
        <p:txBody>
          <a:bodyPr wrap="square" lIns="0" tIns="0" rIns="0" bIns="0" rtlCol="0" anchor="ctr"/>
          <a:lstStyle/>
          <a:p>
            <a:pPr marL="0" indent="0" algn="r">
              <a:buNone/>
            </a:pPr>
            <a:r>
              <a:rPr lang="en-US" sz="900" dirty="0">
                <a:solidFill>
                  <a:srgbClr val="6E6A85"/>
                </a:solidFill>
                <a:latin typeface="Segoe UI" pitchFamily="34" charset="0"/>
                <a:ea typeface="Segoe UI" pitchFamily="34" charset="-122"/>
                <a:cs typeface="Segoe UI" pitchFamily="34" charset="-120"/>
              </a:rPr>
              <a:t>FEUNOU FOSSO </a:t>
            </a:r>
            <a:r>
              <a:rPr lang="en-US" sz="900" dirty="0" err="1">
                <a:solidFill>
                  <a:srgbClr val="6E6A85"/>
                </a:solidFill>
                <a:latin typeface="Segoe UI" pitchFamily="34" charset="0"/>
                <a:ea typeface="Segoe UI" pitchFamily="34" charset="-122"/>
                <a:cs typeface="Segoe UI" pitchFamily="34" charset="-120"/>
              </a:rPr>
              <a:t>Otniel</a:t>
            </a:r>
            <a:r>
              <a:rPr lang="en-US" sz="900" b="1" dirty="0">
                <a:solidFill>
                  <a:srgbClr val="5B2FD6"/>
                </a:solidFill>
                <a:latin typeface="Segoe UI" pitchFamily="34" charset="0"/>
                <a:ea typeface="Segoe UI" pitchFamily="34" charset="-122"/>
                <a:cs typeface="Segoe UI" pitchFamily="34" charset="-120"/>
              </a:rPr>
              <a:t>   19</a:t>
            </a:r>
            <a:endParaRPr lang="en-US" sz="900" dirty="0"/>
          </a:p>
        </p:txBody>
      </p:sp>
      <mc:AlternateContent xmlns:mc="http://schemas.openxmlformats.org/markup-compatibility/2006">
        <mc:Choice xmlns:am3d="http://schemas.microsoft.com/office/drawing/2017/model3d" Requires="am3d">
          <p:graphicFrame>
            <p:nvGraphicFramePr>
              <p:cNvPr id="61" name="!!GearBig" descr="Engrenage 3D animé">
                <a:extLst>
                  <a:ext uri="{FF2B5EF4-FFF2-40B4-BE49-F238E27FC236}">
                    <a16:creationId xmlns:a16="http://schemas.microsoft.com/office/drawing/2014/main" id="{1DEAAC0C-CFE8-4D0B-945A-F190E66F4F9A}"/>
                  </a:ext>
                </a:extLst>
              </p:cNvPr>
              <p:cNvGraphicFramePr>
                <a:graphicFrameLocks/>
              </p:cNvGraphicFramePr>
              <p:nvPr/>
            </p:nvGraphicFramePr>
            <p:xfrm>
              <a:off x="10195560" y="320040"/>
              <a:ext cx="1097280" cy="1097280"/>
            </p:xfrm>
            <a:graphic>
              <a:graphicData uri="http://schemas.microsoft.com/office/drawing/2017/model3d">
                <am3d:model3d r:embed="rId5" r:link="rId6">
                  <am3d:spPr>
                    <a:xfrm>
                      <a:off x="0" y="0"/>
                      <a:ext cx="1097280" cy="1097280"/>
                    </a:xfrm>
                    <a:prstGeom prst="rect">
                      <a:avLst/>
                    </a:prstGeom>
                  </am3d:spPr>
                  <am3d:camera>
                    <am3d:pos x="0" y="158400000" z="158400000"/>
                    <am3d:up dx="0" dy="36000000" dz="0"/>
                    <am3d:lookAt x="0" y="0" z="0"/>
                    <am3d:perspective fov="660000"/>
                  </am3d:camera>
                  <am3d:trans>
                    <am3d:meterPerModelUnit n="404766" d="1000000"/>
                    <am3d:preTrans dx="0" dy="0" dz="0"/>
                    <am3d:scale>
                      <am3d:sx n="1000000" d="1000000"/>
                      <am3d:sy n="1000000" d="1000000"/>
                      <am3d:sz n="1000000" d="1000000"/>
                    </am3d:scale>
                    <am3d:rot/>
                    <am3d:postTrans dx="0" dy="0" dz="0"/>
                  </am3d:trans>
                  <am3d:raster rName="Office3DRenderer" rVer="16.0.8326">
                    <am3d:blip r:embed="rId7"/>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61" name="!!GearBig" descr="Engrenage 3D animé">
                <a:extLst>
                  <a:ext uri="{FF2B5EF4-FFF2-40B4-BE49-F238E27FC236}">
                    <a16:creationId xmlns:a16="http://schemas.microsoft.com/office/drawing/2014/main" id="{1DEAAC0C-CFE8-4D0B-945A-F190E66F4F9A}"/>
                  </a:ext>
                </a:extLst>
              </p:cNvPr>
              <p:cNvPicPr>
                <a:picLocks noGrp="1" noRot="1" noChangeAspect="1" noMove="1" noResize="1" noEditPoints="1" noAdjustHandles="1" noChangeArrowheads="1" noChangeShapeType="1" noCrop="1"/>
              </p:cNvPicPr>
              <p:nvPr/>
            </p:nvPicPr>
            <p:blipFill>
              <a:blip r:embed="rId7"/>
              <a:stretch>
                <a:fillRect/>
              </a:stretch>
            </p:blipFill>
            <p:spPr>
              <a:xfrm>
                <a:off x="10195560" y="320040"/>
                <a:ext cx="1097280" cy="109728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62" name="!!GearSmall" descr="Engrenage 3D animé">
                <a:extLst>
                  <a:ext uri="{FF2B5EF4-FFF2-40B4-BE49-F238E27FC236}">
                    <a16:creationId xmlns:a16="http://schemas.microsoft.com/office/drawing/2014/main" id="{0FF9E88A-D66A-4BD0-AB6A-1F45425D18FC}"/>
                  </a:ext>
                </a:extLst>
              </p:cNvPr>
              <p:cNvGraphicFramePr>
                <a:graphicFrameLocks/>
              </p:cNvGraphicFramePr>
              <p:nvPr/>
            </p:nvGraphicFramePr>
            <p:xfrm>
              <a:off x="11150194" y="742493"/>
              <a:ext cx="779069" cy="779069"/>
            </p:xfrm>
            <a:graphic>
              <a:graphicData uri="http://schemas.microsoft.com/office/drawing/2017/model3d">
                <am3d:model3d r:embed="rId8" r:link="rId9">
                  <am3d:spPr>
                    <a:xfrm>
                      <a:off x="0" y="0"/>
                      <a:ext cx="779069" cy="779069"/>
                    </a:xfrm>
                    <a:prstGeom prst="rect">
                      <a:avLst/>
                    </a:prstGeom>
                  </am3d:spPr>
                  <am3d:camera>
                    <am3d:pos x="0" y="158400000" z="158400000"/>
                    <am3d:up dx="0" dy="36000000" dz="0"/>
                    <am3d:lookAt x="0" y="0" z="0"/>
                    <am3d:perspective fov="660000"/>
                  </am3d:camera>
                  <am3d:trans>
                    <am3d:meterPerModelUnit n="573084" d="1000000"/>
                    <am3d:preTrans dx="0" dy="0" dz="0"/>
                    <am3d:scale>
                      <am3d:sx n="1000000" d="1000000"/>
                      <am3d:sy n="1000000" d="1000000"/>
                      <am3d:sz n="1000000" d="1000000"/>
                    </am3d:scale>
                    <am3d:rot ay="10800000"/>
                    <am3d:postTrans dx="0" dy="0" dz="0"/>
                  </am3d:trans>
                  <am3d:raster rName="Office3DRenderer" rVer="16.0.8326">
                    <am3d:blip r:embed="rId10"/>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62" name="!!GearSmall" descr="Engrenage 3D animé">
                <a:extLst>
                  <a:ext uri="{FF2B5EF4-FFF2-40B4-BE49-F238E27FC236}">
                    <a16:creationId xmlns:a16="http://schemas.microsoft.com/office/drawing/2014/main" id="{0FF9E88A-D66A-4BD0-AB6A-1F45425D18FC}"/>
                  </a:ext>
                </a:extLst>
              </p:cNvPr>
              <p:cNvPicPr>
                <a:picLocks noGrp="1" noRot="1" noChangeAspect="1" noMove="1" noResize="1" noEditPoints="1" noAdjustHandles="1" noChangeArrowheads="1" noChangeShapeType="1" noCrop="1"/>
              </p:cNvPicPr>
              <p:nvPr/>
            </p:nvPicPr>
            <p:blipFill>
              <a:blip r:embed="rId10"/>
              <a:stretch>
                <a:fillRect/>
              </a:stretch>
            </p:blipFill>
            <p:spPr>
              <a:xfrm>
                <a:off x="11150194" y="742493"/>
                <a:ext cx="779069" cy="779069"/>
              </a:xfrm>
              <a:prstGeom prst="rect">
                <a:avLst/>
              </a:prstGeom>
            </p:spPr>
          </p:pic>
        </mc:Fallback>
      </mc:AlternateContent>
      <p:pic>
        <p:nvPicPr>
          <p:cNvPr id="65" name="Image 64">
            <a:extLst>
              <a:ext uri="{FF2B5EF4-FFF2-40B4-BE49-F238E27FC236}">
                <a16:creationId xmlns:a16="http://schemas.microsoft.com/office/drawing/2014/main" id="{6D3AE9B0-57FB-4093-A774-1A4D687837B9}"/>
              </a:ext>
            </a:extLst>
          </p:cNvPr>
          <p:cNvPicPr>
            <a:picLocks noChangeAspect="1"/>
          </p:cNvPicPr>
          <p:nvPr/>
        </p:nvPicPr>
        <p:blipFill>
          <a:blip r:embed="rId11"/>
          <a:stretch>
            <a:fillRect/>
          </a:stretch>
        </p:blipFill>
        <p:spPr>
          <a:xfrm>
            <a:off x="2267712" y="1627274"/>
            <a:ext cx="7558222" cy="4243174"/>
          </a:xfrm>
          <a:prstGeom prst="roundRect">
            <a:avLst>
              <a:gd name="adj" fmla="val 11111"/>
            </a:avLst>
          </a:prstGeom>
          <a:ln w="190500" cap="rnd">
            <a:solidFill>
              <a:srgbClr val="C8C6BD"/>
            </a:solidFill>
            <a:prstDash val="solid"/>
          </a:ln>
          <a:effectLst>
            <a:outerShdw blurRad="101600" dist="50800" dir="7200000" algn="tl" rotWithShape="0">
              <a:srgbClr val="000000">
                <a:alpha val="45000"/>
              </a:srgbClr>
            </a:outerShdw>
          </a:effectLst>
          <a:scene3d>
            <a:camera prst="perspectiveFront" fov="5400000"/>
            <a:lightRig rig="threePt" dir="t">
              <a:rot lat="0" lon="0" rev="19200000"/>
            </a:lightRig>
          </a:scene3d>
          <a:sp3d extrusionH="25400">
            <a:bevelT w="304800" h="152400" prst="hardEdge"/>
            <a:extrusionClr>
              <a:srgbClr val="FFFFFF"/>
            </a:extrusionClr>
          </a:sp3d>
        </p:spPr>
      </p:pic>
    </p:spTree>
    <p:extLst>
      <p:ext uri="{BB962C8B-B14F-4D97-AF65-F5344CB8AC3E}">
        <p14:creationId xmlns:p14="http://schemas.microsoft.com/office/powerpoint/2010/main" val="301031901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mph" presetSubtype="128" repeatCount="indefinite" fill="hold" nodeType="withEffect">
                                  <p:stCondLst>
                                    <p:cond delay="0"/>
                                  </p:stCondLst>
                                  <p:childTnLst>
                                    <p:animRot by="21600000">
                                      <p:cBhvr>
                                        <p:cTn id="6" dur="16000" fill="hold"/>
                                        <p:tgtEl>
                                          <p:spTgt spid="61"/>
                                        </p:tgtEl>
                                        <p:attrNameLst>
                                          <p:attrName>3d.view.rotation.y</p:attrName>
                                        </p:attrNameLst>
                                      </p:cBhvr>
                                    </p:animRot>
                                  </p:childTnLst>
                                </p:cTn>
                              </p:par>
                              <p:par>
                                <p:cTn id="7" presetID="37" presetClass="emph" presetSubtype="128" repeatCount="indefinite" fill="hold" nodeType="withEffect">
                                  <p:stCondLst>
                                    <p:cond delay="0"/>
                                  </p:stCondLst>
                                  <p:childTnLst>
                                    <p:animRot by="-21600000">
                                      <p:cBhvr>
                                        <p:cTn id="8" dur="10667" fill="hold"/>
                                        <p:tgtEl>
                                          <p:spTgt spid="62"/>
                                        </p:tgtEl>
                                        <p:attrNameLst>
                                          <p:attrName>3d.view.rotation.y</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Glow" descr="assets/glow_soft.png"/>
          <p:cNvPicPr>
            <a:picLocks noChangeAspect="1"/>
          </p:cNvPicPr>
          <p:nvPr/>
        </p:nvPicPr>
        <p:blipFill>
          <a:blip r:embed="rId4"/>
          <a:stretch>
            <a:fillRect/>
          </a:stretch>
        </p:blipFill>
        <p:spPr>
          <a:xfrm>
            <a:off x="9767621" y="-371246"/>
            <a:ext cx="2743200" cy="2743200"/>
          </a:xfrm>
          <a:prstGeom prst="rect">
            <a:avLst/>
          </a:prstGeom>
        </p:spPr>
      </p:pic>
      <p:sp>
        <p:nvSpPr>
          <p:cNvPr id="3" name="Text 0"/>
          <p:cNvSpPr txBox="1"/>
          <p:nvPr/>
        </p:nvSpPr>
        <p:spPr>
          <a:xfrm>
            <a:off x="548640" y="274320"/>
            <a:ext cx="9692640" cy="256032"/>
          </a:xfrm>
          <a:prstGeom prst="rect">
            <a:avLst/>
          </a:prstGeom>
          <a:noFill/>
          <a:ln/>
        </p:spPr>
        <p:txBody>
          <a:bodyPr wrap="square" lIns="0" tIns="0" rIns="0" bIns="0" rtlCol="0" anchor="t"/>
          <a:lstStyle/>
          <a:p>
            <a:pPr marL="0" indent="0">
              <a:buNone/>
            </a:pPr>
            <a:r>
              <a:rPr lang="en-US" sz="950" i="1" dirty="0">
                <a:solidFill>
                  <a:srgbClr val="6E6A85"/>
                </a:solidFill>
                <a:latin typeface="Segoe UI" pitchFamily="34" charset="0"/>
                <a:ea typeface="Segoe UI" pitchFamily="34" charset="-122"/>
                <a:cs typeface="Segoe UI" pitchFamily="34" charset="-120"/>
              </a:rPr>
              <a:t>Mise en place d’une plateforme intelligente d’assistance au dépannage et de mise en relation avec des techniciens</a:t>
            </a:r>
            <a:endParaRPr lang="en-US" sz="950" dirty="0"/>
          </a:p>
        </p:txBody>
      </p:sp>
      <p:sp>
        <p:nvSpPr>
          <p:cNvPr id="4" name="!!Kicker"/>
          <p:cNvSpPr txBox="1"/>
          <p:nvPr/>
        </p:nvSpPr>
        <p:spPr>
          <a:xfrm>
            <a:off x="548640" y="713232"/>
            <a:ext cx="9692640" cy="274320"/>
          </a:xfrm>
          <a:prstGeom prst="rect">
            <a:avLst/>
          </a:prstGeom>
          <a:noFill/>
          <a:ln/>
        </p:spPr>
        <p:txBody>
          <a:bodyPr wrap="square" lIns="0" tIns="0" rIns="0" bIns="0" rtlCol="0" anchor="t"/>
          <a:lstStyle/>
          <a:p>
            <a:pPr marL="0" indent="0">
              <a:buNone/>
            </a:pPr>
            <a:r>
              <a:rPr lang="en-US" sz="1100" b="1" kern="0" spc="200" dirty="0">
                <a:solidFill>
                  <a:srgbClr val="5B2FD6"/>
                </a:solidFill>
                <a:latin typeface="Segoe UI" pitchFamily="34" charset="0"/>
                <a:ea typeface="Segoe UI" pitchFamily="34" charset="-122"/>
                <a:cs typeface="Segoe UI" pitchFamily="34" charset="-120"/>
              </a:rPr>
              <a:t>04 · ARCHITECTURE</a:t>
            </a:r>
            <a:endParaRPr lang="en-US" sz="1100" dirty="0"/>
          </a:p>
        </p:txBody>
      </p:sp>
      <p:sp>
        <p:nvSpPr>
          <p:cNvPr id="5" name="!!Title"/>
          <p:cNvSpPr txBox="1"/>
          <p:nvPr/>
        </p:nvSpPr>
        <p:spPr>
          <a:xfrm>
            <a:off x="548640" y="987552"/>
            <a:ext cx="9692640" cy="658368"/>
          </a:xfrm>
          <a:prstGeom prst="rect">
            <a:avLst/>
          </a:prstGeom>
          <a:noFill/>
          <a:ln/>
        </p:spPr>
        <p:txBody>
          <a:bodyPr wrap="square" lIns="0" tIns="0" rIns="0" bIns="0" rtlCol="0" anchor="ctr"/>
          <a:lstStyle/>
          <a:p>
            <a:pPr marL="0" indent="0">
              <a:buNone/>
            </a:pPr>
            <a:r>
              <a:rPr lang="en-US" sz="2800" dirty="0">
                <a:solidFill>
                  <a:srgbClr val="17132E"/>
                </a:solidFill>
                <a:latin typeface="Segoe UI Semibold" pitchFamily="34" charset="0"/>
                <a:ea typeface="Segoe UI Semibold" pitchFamily="34" charset="-122"/>
                <a:cs typeface="Segoe UI Semibold" pitchFamily="34" charset="-120"/>
              </a:rPr>
              <a:t>Une architecture logique du backend</a:t>
            </a:r>
            <a:endParaRPr lang="en-US" sz="2800" dirty="0"/>
          </a:p>
        </p:txBody>
      </p:sp>
      <p:sp>
        <p:nvSpPr>
          <p:cNvPr id="53" name="!!NavPill"/>
          <p:cNvSpPr/>
          <p:nvPr/>
        </p:nvSpPr>
        <p:spPr>
          <a:xfrm>
            <a:off x="4059936" y="6382512"/>
            <a:ext cx="1097280" cy="274320"/>
          </a:xfrm>
          <a:prstGeom prst="roundRect">
            <a:avLst>
              <a:gd name="adj" fmla="val 50000"/>
            </a:avLst>
          </a:prstGeom>
          <a:solidFill>
            <a:srgbClr val="5B2FD6"/>
          </a:solidFill>
          <a:ln w="9525">
            <a:solidFill>
              <a:srgbClr val="7C5CFF"/>
            </a:solidFill>
            <a:prstDash val="solid"/>
          </a:ln>
        </p:spPr>
      </p:sp>
      <p:sp>
        <p:nvSpPr>
          <p:cNvPr id="54" name="Text 44"/>
          <p:cNvSpPr txBox="1"/>
          <p:nvPr/>
        </p:nvSpPr>
        <p:spPr>
          <a:xfrm>
            <a:off x="54864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Introduction</a:t>
            </a:r>
            <a:endParaRPr lang="en-US" sz="900" dirty="0"/>
          </a:p>
        </p:txBody>
      </p:sp>
      <p:sp>
        <p:nvSpPr>
          <p:cNvPr id="55" name="Text 45"/>
          <p:cNvSpPr txBox="1"/>
          <p:nvPr/>
        </p:nvSpPr>
        <p:spPr>
          <a:xfrm>
            <a:off x="1719072"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Entreprise</a:t>
            </a:r>
            <a:endParaRPr lang="en-US" sz="900" dirty="0"/>
          </a:p>
        </p:txBody>
      </p:sp>
      <p:sp>
        <p:nvSpPr>
          <p:cNvPr id="56" name="Text 46"/>
          <p:cNvSpPr txBox="1"/>
          <p:nvPr/>
        </p:nvSpPr>
        <p:spPr>
          <a:xfrm>
            <a:off x="2889504"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Contexte</a:t>
            </a:r>
            <a:endParaRPr lang="en-US" sz="900" dirty="0"/>
          </a:p>
        </p:txBody>
      </p:sp>
      <p:sp>
        <p:nvSpPr>
          <p:cNvPr id="57" name="Text 47"/>
          <p:cNvSpPr txBox="1"/>
          <p:nvPr/>
        </p:nvSpPr>
        <p:spPr>
          <a:xfrm>
            <a:off x="4059936" y="6382512"/>
            <a:ext cx="10972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Segoe UI" pitchFamily="34" charset="0"/>
                <a:ea typeface="Segoe UI" pitchFamily="34" charset="-122"/>
                <a:cs typeface="Segoe UI" pitchFamily="34" charset="-120"/>
              </a:rPr>
              <a:t>Méthodologie</a:t>
            </a:r>
            <a:endParaRPr lang="en-US" sz="900" dirty="0"/>
          </a:p>
        </p:txBody>
      </p:sp>
      <p:sp>
        <p:nvSpPr>
          <p:cNvPr id="58" name="Text 48"/>
          <p:cNvSpPr txBox="1"/>
          <p:nvPr/>
        </p:nvSpPr>
        <p:spPr>
          <a:xfrm>
            <a:off x="5230368"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Résultats</a:t>
            </a:r>
            <a:endParaRPr lang="en-US" sz="900" dirty="0"/>
          </a:p>
        </p:txBody>
      </p:sp>
      <p:sp>
        <p:nvSpPr>
          <p:cNvPr id="59" name="Text 49"/>
          <p:cNvSpPr txBox="1"/>
          <p:nvPr/>
        </p:nvSpPr>
        <p:spPr>
          <a:xfrm>
            <a:off x="640080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Conclusion</a:t>
            </a:r>
            <a:endParaRPr lang="en-US" sz="900" dirty="0"/>
          </a:p>
        </p:txBody>
      </p:sp>
      <p:sp>
        <p:nvSpPr>
          <p:cNvPr id="60" name="Text 50"/>
          <p:cNvSpPr txBox="1"/>
          <p:nvPr/>
        </p:nvSpPr>
        <p:spPr>
          <a:xfrm>
            <a:off x="8429258" y="6382512"/>
            <a:ext cx="3227832" cy="274320"/>
          </a:xfrm>
          <a:prstGeom prst="rect">
            <a:avLst/>
          </a:prstGeom>
          <a:noFill/>
          <a:ln/>
        </p:spPr>
        <p:txBody>
          <a:bodyPr wrap="square" lIns="0" tIns="0" rIns="0" bIns="0" rtlCol="0" anchor="ctr"/>
          <a:lstStyle/>
          <a:p>
            <a:pPr marL="0" indent="0" algn="r">
              <a:buNone/>
            </a:pPr>
            <a:r>
              <a:rPr lang="en-US" sz="900" dirty="0">
                <a:solidFill>
                  <a:srgbClr val="6E6A85"/>
                </a:solidFill>
                <a:latin typeface="Segoe UI" pitchFamily="34" charset="0"/>
                <a:ea typeface="Segoe UI" pitchFamily="34" charset="-122"/>
                <a:cs typeface="Segoe UI" pitchFamily="34" charset="-120"/>
              </a:rPr>
              <a:t>FEUNOU FOSSO </a:t>
            </a:r>
            <a:r>
              <a:rPr lang="en-US" sz="900" dirty="0" err="1">
                <a:solidFill>
                  <a:srgbClr val="6E6A85"/>
                </a:solidFill>
                <a:latin typeface="Segoe UI" pitchFamily="34" charset="0"/>
                <a:ea typeface="Segoe UI" pitchFamily="34" charset="-122"/>
                <a:cs typeface="Segoe UI" pitchFamily="34" charset="-120"/>
              </a:rPr>
              <a:t>Otniel</a:t>
            </a:r>
            <a:r>
              <a:rPr lang="en-US" sz="900" b="1" dirty="0">
                <a:solidFill>
                  <a:srgbClr val="5B2FD6"/>
                </a:solidFill>
                <a:latin typeface="Segoe UI" pitchFamily="34" charset="0"/>
                <a:ea typeface="Segoe UI" pitchFamily="34" charset="-122"/>
                <a:cs typeface="Segoe UI" pitchFamily="34" charset="-120"/>
              </a:rPr>
              <a:t>   20</a:t>
            </a:r>
            <a:endParaRPr lang="en-US" sz="900" dirty="0"/>
          </a:p>
        </p:txBody>
      </p:sp>
      <mc:AlternateContent xmlns:mc="http://schemas.openxmlformats.org/markup-compatibility/2006">
        <mc:Choice xmlns:am3d="http://schemas.microsoft.com/office/drawing/2017/model3d" Requires="am3d">
          <p:graphicFrame>
            <p:nvGraphicFramePr>
              <p:cNvPr id="61" name="!!GearBig" descr="Engrenage 3D animé">
                <a:extLst>
                  <a:ext uri="{FF2B5EF4-FFF2-40B4-BE49-F238E27FC236}">
                    <a16:creationId xmlns:a16="http://schemas.microsoft.com/office/drawing/2014/main" id="{1DEAAC0C-CFE8-4D0B-945A-F190E66F4F9A}"/>
                  </a:ext>
                </a:extLst>
              </p:cNvPr>
              <p:cNvGraphicFramePr>
                <a:graphicFrameLocks/>
              </p:cNvGraphicFramePr>
              <p:nvPr/>
            </p:nvGraphicFramePr>
            <p:xfrm>
              <a:off x="10195560" y="320040"/>
              <a:ext cx="1097280" cy="1097280"/>
            </p:xfrm>
            <a:graphic>
              <a:graphicData uri="http://schemas.microsoft.com/office/drawing/2017/model3d">
                <am3d:model3d r:embed="rId5" r:link="rId6">
                  <am3d:spPr>
                    <a:xfrm>
                      <a:off x="0" y="0"/>
                      <a:ext cx="1097280" cy="1097280"/>
                    </a:xfrm>
                    <a:prstGeom prst="rect">
                      <a:avLst/>
                    </a:prstGeom>
                  </am3d:spPr>
                  <am3d:camera>
                    <am3d:pos x="0" y="158400000" z="158400000"/>
                    <am3d:up dx="0" dy="36000000" dz="0"/>
                    <am3d:lookAt x="0" y="0" z="0"/>
                    <am3d:perspective fov="660000"/>
                  </am3d:camera>
                  <am3d:trans>
                    <am3d:meterPerModelUnit n="404766" d="1000000"/>
                    <am3d:preTrans dx="0" dy="0" dz="0"/>
                    <am3d:scale>
                      <am3d:sx n="1000000" d="1000000"/>
                      <am3d:sy n="1000000" d="1000000"/>
                      <am3d:sz n="1000000" d="1000000"/>
                    </am3d:scale>
                    <am3d:rot/>
                    <am3d:postTrans dx="0" dy="0" dz="0"/>
                  </am3d:trans>
                  <am3d:raster rName="Office3DRenderer" rVer="16.0.8326">
                    <am3d:blip r:embed="rId7"/>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61" name="!!GearBig" descr="Engrenage 3D animé">
                <a:extLst>
                  <a:ext uri="{FF2B5EF4-FFF2-40B4-BE49-F238E27FC236}">
                    <a16:creationId xmlns:a16="http://schemas.microsoft.com/office/drawing/2014/main" id="{1DEAAC0C-CFE8-4D0B-945A-F190E66F4F9A}"/>
                  </a:ext>
                </a:extLst>
              </p:cNvPr>
              <p:cNvPicPr>
                <a:picLocks noGrp="1" noRot="1" noChangeAspect="1" noMove="1" noResize="1" noEditPoints="1" noAdjustHandles="1" noChangeArrowheads="1" noChangeShapeType="1" noCrop="1"/>
              </p:cNvPicPr>
              <p:nvPr/>
            </p:nvPicPr>
            <p:blipFill>
              <a:blip r:embed="rId7"/>
              <a:stretch>
                <a:fillRect/>
              </a:stretch>
            </p:blipFill>
            <p:spPr>
              <a:xfrm>
                <a:off x="10195560" y="320040"/>
                <a:ext cx="1097280" cy="109728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62" name="!!GearSmall" descr="Engrenage 3D animé">
                <a:extLst>
                  <a:ext uri="{FF2B5EF4-FFF2-40B4-BE49-F238E27FC236}">
                    <a16:creationId xmlns:a16="http://schemas.microsoft.com/office/drawing/2014/main" id="{0FF9E88A-D66A-4BD0-AB6A-1F45425D18FC}"/>
                  </a:ext>
                </a:extLst>
              </p:cNvPr>
              <p:cNvGraphicFramePr>
                <a:graphicFrameLocks/>
              </p:cNvGraphicFramePr>
              <p:nvPr/>
            </p:nvGraphicFramePr>
            <p:xfrm>
              <a:off x="11150194" y="742493"/>
              <a:ext cx="779069" cy="779069"/>
            </p:xfrm>
            <a:graphic>
              <a:graphicData uri="http://schemas.microsoft.com/office/drawing/2017/model3d">
                <am3d:model3d r:embed="rId8" r:link="rId9">
                  <am3d:spPr>
                    <a:xfrm>
                      <a:off x="0" y="0"/>
                      <a:ext cx="779069" cy="779069"/>
                    </a:xfrm>
                    <a:prstGeom prst="rect">
                      <a:avLst/>
                    </a:prstGeom>
                  </am3d:spPr>
                  <am3d:camera>
                    <am3d:pos x="0" y="158400000" z="158400000"/>
                    <am3d:up dx="0" dy="36000000" dz="0"/>
                    <am3d:lookAt x="0" y="0" z="0"/>
                    <am3d:perspective fov="660000"/>
                  </am3d:camera>
                  <am3d:trans>
                    <am3d:meterPerModelUnit n="573084" d="1000000"/>
                    <am3d:preTrans dx="0" dy="0" dz="0"/>
                    <am3d:scale>
                      <am3d:sx n="1000000" d="1000000"/>
                      <am3d:sy n="1000000" d="1000000"/>
                      <am3d:sz n="1000000" d="1000000"/>
                    </am3d:scale>
                    <am3d:rot ay="10800000"/>
                    <am3d:postTrans dx="0" dy="0" dz="0"/>
                  </am3d:trans>
                  <am3d:raster rName="Office3DRenderer" rVer="16.0.8326">
                    <am3d:blip r:embed="rId10"/>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62" name="!!GearSmall" descr="Engrenage 3D animé">
                <a:extLst>
                  <a:ext uri="{FF2B5EF4-FFF2-40B4-BE49-F238E27FC236}">
                    <a16:creationId xmlns:a16="http://schemas.microsoft.com/office/drawing/2014/main" id="{0FF9E88A-D66A-4BD0-AB6A-1F45425D18FC}"/>
                  </a:ext>
                </a:extLst>
              </p:cNvPr>
              <p:cNvPicPr>
                <a:picLocks noGrp="1" noRot="1" noChangeAspect="1" noMove="1" noResize="1" noEditPoints="1" noAdjustHandles="1" noChangeArrowheads="1" noChangeShapeType="1" noCrop="1"/>
              </p:cNvPicPr>
              <p:nvPr/>
            </p:nvPicPr>
            <p:blipFill>
              <a:blip r:embed="rId10"/>
              <a:stretch>
                <a:fillRect/>
              </a:stretch>
            </p:blipFill>
            <p:spPr>
              <a:xfrm>
                <a:off x="11150194" y="742493"/>
                <a:ext cx="779069" cy="779069"/>
              </a:xfrm>
              <a:prstGeom prst="rect">
                <a:avLst/>
              </a:prstGeom>
            </p:spPr>
          </p:pic>
        </mc:Fallback>
      </mc:AlternateContent>
      <p:pic>
        <p:nvPicPr>
          <p:cNvPr id="2050" name="Picture 2" descr="Commencer à développer avec le framework symfony">
            <a:extLst>
              <a:ext uri="{FF2B5EF4-FFF2-40B4-BE49-F238E27FC236}">
                <a16:creationId xmlns:a16="http://schemas.microsoft.com/office/drawing/2014/main" id="{90E6761D-77BC-4208-A5C8-12EF8E124F1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214563" y="1920239"/>
            <a:ext cx="7762875" cy="3632835"/>
          </a:xfrm>
          <a:prstGeom prst="roundRect">
            <a:avLst>
              <a:gd name="adj" fmla="val 11111"/>
            </a:avLst>
          </a:prstGeom>
          <a:ln w="190500" cap="rnd">
            <a:solidFill>
              <a:srgbClr val="C8C6BD"/>
            </a:solidFill>
            <a:prstDash val="solid"/>
          </a:ln>
          <a:effectLst>
            <a:outerShdw blurRad="101600" dist="50800" dir="7200000" algn="tl" rotWithShape="0">
              <a:srgbClr val="000000">
                <a:alpha val="45000"/>
              </a:srgbClr>
            </a:outerShdw>
          </a:effectLst>
          <a:scene3d>
            <a:camera prst="perspectiveFront" fov="5400000"/>
            <a:lightRig rig="threePt" dir="t">
              <a:rot lat="0" lon="0" rev="19200000"/>
            </a:lightRig>
          </a:scene3d>
          <a:sp3d extrusionH="25400">
            <a:bevelT w="304800" h="152400" prst="hardEdge"/>
            <a:extrusionClr>
              <a:srgbClr val="FFFFFF"/>
            </a:extrusion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936402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mph" presetSubtype="128" repeatCount="indefinite" fill="hold" nodeType="withEffect">
                                  <p:stCondLst>
                                    <p:cond delay="0"/>
                                  </p:stCondLst>
                                  <p:childTnLst>
                                    <p:animRot by="21600000">
                                      <p:cBhvr>
                                        <p:cTn id="6" dur="16000" fill="hold"/>
                                        <p:tgtEl>
                                          <p:spTgt spid="61"/>
                                        </p:tgtEl>
                                        <p:attrNameLst>
                                          <p:attrName>3d.view.rotation.y</p:attrName>
                                        </p:attrNameLst>
                                      </p:cBhvr>
                                    </p:animRot>
                                  </p:childTnLst>
                                </p:cTn>
                              </p:par>
                              <p:par>
                                <p:cTn id="7" presetID="37" presetClass="emph" presetSubtype="128" repeatCount="indefinite" fill="hold" nodeType="withEffect">
                                  <p:stCondLst>
                                    <p:cond delay="0"/>
                                  </p:stCondLst>
                                  <p:childTnLst>
                                    <p:animRot by="-21600000">
                                      <p:cBhvr>
                                        <p:cTn id="8" dur="10667" fill="hold"/>
                                        <p:tgtEl>
                                          <p:spTgt spid="62"/>
                                        </p:tgtEl>
                                        <p:attrNameLst>
                                          <p:attrName>3d.view.rotation.y</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Glow" descr="assets/glow_soft.png"/>
          <p:cNvPicPr>
            <a:picLocks noChangeAspect="1"/>
          </p:cNvPicPr>
          <p:nvPr/>
        </p:nvPicPr>
        <p:blipFill>
          <a:blip r:embed="rId4"/>
          <a:stretch>
            <a:fillRect/>
          </a:stretch>
        </p:blipFill>
        <p:spPr>
          <a:xfrm>
            <a:off x="5528462" y="-702259"/>
            <a:ext cx="8229600" cy="8229600"/>
          </a:xfrm>
          <a:prstGeom prst="rect">
            <a:avLst/>
          </a:prstGeom>
        </p:spPr>
      </p:pic>
      <p:sp>
        <p:nvSpPr>
          <p:cNvPr id="3" name="!!Ring1"/>
          <p:cNvSpPr/>
          <p:nvPr/>
        </p:nvSpPr>
        <p:spPr>
          <a:xfrm>
            <a:off x="5923483" y="3182112"/>
            <a:ext cx="7242048" cy="2040941"/>
          </a:xfrm>
          <a:prstGeom prst="ellipse">
            <a:avLst/>
          </a:prstGeom>
          <a:solidFill>
            <a:srgbClr val="5B2FD6">
              <a:alpha val="8000"/>
            </a:srgbClr>
          </a:solidFill>
          <a:ln w="15875">
            <a:solidFill>
              <a:srgbClr val="7C5CFF">
                <a:alpha val="70000"/>
              </a:srgbClr>
            </a:solidFill>
            <a:prstDash val="solid"/>
          </a:ln>
        </p:spPr>
      </p:sp>
      <p:sp>
        <p:nvSpPr>
          <p:cNvPr id="4" name="!!Ring2"/>
          <p:cNvSpPr/>
          <p:nvPr/>
        </p:nvSpPr>
        <p:spPr>
          <a:xfrm>
            <a:off x="5018227" y="3050438"/>
            <a:ext cx="9052560" cy="2633472"/>
          </a:xfrm>
          <a:prstGeom prst="ellipse">
            <a:avLst/>
          </a:prstGeom>
          <a:solidFill>
            <a:srgbClr val="5B2FD6">
              <a:alpha val="0"/>
            </a:srgbClr>
          </a:solidFill>
          <a:ln w="9525">
            <a:solidFill>
              <a:srgbClr val="7C5CFF">
                <a:alpha val="55000"/>
              </a:srgbClr>
            </a:solidFill>
            <a:prstDash val="dash"/>
          </a:ln>
        </p:spPr>
      </p:sp>
      <p:sp>
        <p:nvSpPr>
          <p:cNvPr id="5" name="S19_A00_fade_368"/>
          <p:cNvSpPr txBox="1"/>
          <p:nvPr/>
        </p:nvSpPr>
        <p:spPr>
          <a:xfrm>
            <a:off x="548640" y="960120"/>
            <a:ext cx="2743200" cy="274320"/>
          </a:xfrm>
          <a:prstGeom prst="rect">
            <a:avLst/>
          </a:prstGeom>
          <a:noFill/>
          <a:ln/>
        </p:spPr>
        <p:txBody>
          <a:bodyPr wrap="square" lIns="0" tIns="0" rIns="0" bIns="0" rtlCol="0" anchor="t"/>
          <a:lstStyle/>
          <a:p>
            <a:pPr marL="0" indent="0">
              <a:buNone/>
            </a:pPr>
            <a:r>
              <a:rPr lang="en-US" sz="1200" b="1" kern="0" spc="400" dirty="0">
                <a:solidFill>
                  <a:srgbClr val="5B2FD6"/>
                </a:solidFill>
                <a:latin typeface="Segoe UI" pitchFamily="34" charset="0"/>
                <a:ea typeface="Segoe UI" pitchFamily="34" charset="-122"/>
                <a:cs typeface="Segoe UI" pitchFamily="34" charset="-120"/>
              </a:rPr>
              <a:t>PARTIE</a:t>
            </a:r>
            <a:endParaRPr lang="en-US" sz="1200" dirty="0"/>
          </a:p>
        </p:txBody>
      </p:sp>
      <p:sp>
        <p:nvSpPr>
          <p:cNvPr id="6" name="S19_A01_zoom_369"/>
          <p:cNvSpPr txBox="1"/>
          <p:nvPr/>
        </p:nvSpPr>
        <p:spPr>
          <a:xfrm>
            <a:off x="411480" y="1188720"/>
            <a:ext cx="4572000" cy="1920240"/>
          </a:xfrm>
          <a:prstGeom prst="rect">
            <a:avLst/>
          </a:prstGeom>
          <a:noFill/>
          <a:ln/>
        </p:spPr>
        <p:txBody>
          <a:bodyPr wrap="square" lIns="0" tIns="0" rIns="0" bIns="0" rtlCol="0" anchor="ctr"/>
          <a:lstStyle/>
          <a:p>
            <a:pPr marL="0" indent="0">
              <a:buNone/>
            </a:pPr>
            <a:r>
              <a:rPr lang="en-US" sz="15000" dirty="0">
                <a:solidFill>
                  <a:srgbClr val="5B2FD6"/>
                </a:solidFill>
                <a:latin typeface="Segoe UI Black" pitchFamily="34" charset="0"/>
                <a:ea typeface="Segoe UI Black" pitchFamily="34" charset="-122"/>
                <a:cs typeface="Segoe UI Black" pitchFamily="34" charset="-120"/>
              </a:rPr>
              <a:t>05</a:t>
            </a:r>
            <a:endParaRPr lang="en-US" sz="15000" dirty="0"/>
          </a:p>
        </p:txBody>
      </p:sp>
      <p:sp>
        <p:nvSpPr>
          <p:cNvPr id="7" name="S19_A02_rise_370"/>
          <p:cNvSpPr txBox="1"/>
          <p:nvPr/>
        </p:nvSpPr>
        <p:spPr>
          <a:xfrm>
            <a:off x="548640" y="3246120"/>
            <a:ext cx="6400800" cy="1280160"/>
          </a:xfrm>
          <a:prstGeom prst="rect">
            <a:avLst/>
          </a:prstGeom>
          <a:noFill/>
          <a:ln/>
        </p:spPr>
        <p:txBody>
          <a:bodyPr wrap="square" lIns="0" tIns="0" rIns="0" bIns="0" rtlCol="0" anchor="t"/>
          <a:lstStyle/>
          <a:p>
            <a:pPr marL="0" indent="0">
              <a:buNone/>
            </a:pPr>
            <a:r>
              <a:rPr lang="en-US" sz="3600" dirty="0">
                <a:solidFill>
                  <a:srgbClr val="17132E"/>
                </a:solidFill>
                <a:latin typeface="Segoe UI Semibold" pitchFamily="34" charset="0"/>
                <a:ea typeface="Segoe UI Semibold" pitchFamily="34" charset="-122"/>
                <a:cs typeface="Segoe UI Semibold" pitchFamily="34" charset="-120"/>
              </a:rPr>
              <a:t>Résultats et commentaires</a:t>
            </a:r>
            <a:endParaRPr lang="en-US" sz="3600" dirty="0"/>
          </a:p>
        </p:txBody>
      </p:sp>
      <p:sp>
        <p:nvSpPr>
          <p:cNvPr id="8" name="S19_A03_fade_371"/>
          <p:cNvSpPr txBox="1"/>
          <p:nvPr/>
        </p:nvSpPr>
        <p:spPr>
          <a:xfrm>
            <a:off x="548640" y="4617720"/>
            <a:ext cx="6400800" cy="731520"/>
          </a:xfrm>
          <a:prstGeom prst="rect">
            <a:avLst/>
          </a:prstGeom>
          <a:noFill/>
          <a:ln/>
        </p:spPr>
        <p:txBody>
          <a:bodyPr wrap="square" lIns="0" tIns="0" rIns="0" bIns="0" rtlCol="0" anchor="t"/>
          <a:lstStyle/>
          <a:p>
            <a:pPr marL="0" indent="0">
              <a:buNone/>
            </a:pPr>
            <a:r>
              <a:rPr lang="en-US" sz="1400" dirty="0">
                <a:solidFill>
                  <a:srgbClr val="3E3A56"/>
                </a:solidFill>
                <a:latin typeface="Segoe UI" pitchFamily="34" charset="0"/>
                <a:ea typeface="Segoe UI" pitchFamily="34" charset="-122"/>
                <a:cs typeface="Segoe UI" pitchFamily="34" charset="-120"/>
              </a:rPr>
              <a:t>Démonstration · Fonctionnalités · État d’avancement</a:t>
            </a:r>
            <a:endParaRPr lang="en-US" sz="1400" dirty="0"/>
          </a:p>
        </p:txBody>
      </p:sp>
      <p:sp>
        <p:nvSpPr>
          <p:cNvPr id="9" name="Text 6"/>
          <p:cNvSpPr txBox="1"/>
          <p:nvPr/>
        </p:nvSpPr>
        <p:spPr>
          <a:xfrm>
            <a:off x="8412480" y="6382512"/>
            <a:ext cx="3227832" cy="274320"/>
          </a:xfrm>
          <a:prstGeom prst="rect">
            <a:avLst/>
          </a:prstGeom>
          <a:noFill/>
          <a:ln/>
        </p:spPr>
        <p:txBody>
          <a:bodyPr wrap="square" lIns="0" tIns="0" rIns="0" bIns="0" rtlCol="0" anchor="ctr"/>
          <a:lstStyle/>
          <a:p>
            <a:pPr marL="0" indent="0" algn="r">
              <a:buNone/>
            </a:pPr>
            <a:r>
              <a:rPr lang="en-US" sz="900" dirty="0">
                <a:solidFill>
                  <a:srgbClr val="6E6A85"/>
                </a:solidFill>
                <a:latin typeface="Segoe UI" pitchFamily="34" charset="0"/>
                <a:ea typeface="Segoe UI" pitchFamily="34" charset="-122"/>
                <a:cs typeface="Segoe UI" pitchFamily="34" charset="-120"/>
              </a:rPr>
              <a:t>FEUNOU FOSSO </a:t>
            </a:r>
            <a:r>
              <a:rPr lang="en-US" sz="900" dirty="0" err="1">
                <a:solidFill>
                  <a:srgbClr val="6E6A85"/>
                </a:solidFill>
                <a:latin typeface="Segoe UI" pitchFamily="34" charset="0"/>
                <a:ea typeface="Segoe UI" pitchFamily="34" charset="-122"/>
                <a:cs typeface="Segoe UI" pitchFamily="34" charset="-120"/>
              </a:rPr>
              <a:t>Otniel</a:t>
            </a:r>
            <a:r>
              <a:rPr lang="en-US" sz="900" b="1" dirty="0">
                <a:solidFill>
                  <a:srgbClr val="5B2FD6"/>
                </a:solidFill>
                <a:latin typeface="Segoe UI" pitchFamily="34" charset="0"/>
                <a:ea typeface="Segoe UI" pitchFamily="34" charset="-122"/>
                <a:cs typeface="Segoe UI" pitchFamily="34" charset="-120"/>
              </a:rPr>
              <a:t>   21</a:t>
            </a:r>
            <a:endParaRPr lang="en-US" sz="900" dirty="0"/>
          </a:p>
        </p:txBody>
      </p:sp>
      <mc:AlternateContent xmlns:mc="http://schemas.openxmlformats.org/markup-compatibility/2006">
        <mc:Choice xmlns:am3d="http://schemas.microsoft.com/office/drawing/2017/model3d" Requires="am3d">
          <p:graphicFrame>
            <p:nvGraphicFramePr>
              <p:cNvPr id="10" name="!!GearBig" descr="Engrenage 3D animé">
                <a:extLst>
                  <a:ext uri="{FF2B5EF4-FFF2-40B4-BE49-F238E27FC236}">
                    <a16:creationId xmlns:a16="http://schemas.microsoft.com/office/drawing/2014/main" id="{AB5872D0-C593-4E75-859C-5CB755749805}"/>
                  </a:ext>
                </a:extLst>
              </p:cNvPr>
              <p:cNvGraphicFramePr>
                <a:graphicFrameLocks/>
              </p:cNvGraphicFramePr>
              <p:nvPr>
                <p:extLst>
                  <p:ext uri="{D42A27DB-BD31-4B8C-83A1-F6EECF244321}">
                    <p14:modId xmlns:p14="http://schemas.microsoft.com/office/powerpoint/2010/main" val="3786209564"/>
                  </p:ext>
                </p:extLst>
              </p:nvPr>
            </p:nvGraphicFramePr>
            <p:xfrm>
              <a:off x="6812280" y="1371600"/>
              <a:ext cx="3291840" cy="3291840"/>
            </p:xfrm>
            <a:graphic>
              <a:graphicData uri="http://schemas.microsoft.com/office/drawing/2017/model3d">
                <am3d:model3d r:embed="rId5" r:link="rId6">
                  <am3d:spPr>
                    <a:xfrm>
                      <a:off x="0" y="0"/>
                      <a:ext cx="3291840" cy="3291840"/>
                    </a:xfrm>
                    <a:prstGeom prst="rect">
                      <a:avLst/>
                    </a:prstGeom>
                  </am3d:spPr>
                  <am3d:camera>
                    <am3d:pos x="0" y="158400000" z="158400000"/>
                    <am3d:up dx="0" dy="36000000" dz="0"/>
                    <am3d:lookAt x="0" y="0" z="0"/>
                    <am3d:perspective fov="660000"/>
                  </am3d:camera>
                  <am3d:trans>
                    <am3d:meterPerModelUnit n="404766" d="1000000"/>
                    <am3d:preTrans dx="0" dy="0" dz="0"/>
                    <am3d:scale>
                      <am3d:sx n="1000000" d="1000000"/>
                      <am3d:sy n="1000000" d="1000000"/>
                      <am3d:sz n="1000000" d="1000000"/>
                    </am3d:scale>
                    <am3d:rot ay="6000000"/>
                    <am3d:postTrans dx="0" dy="0" dz="0"/>
                  </am3d:trans>
                  <am3d:raster rName="Office3DRenderer" rVer="16.0.8326">
                    <am3d:blip r:embed="rId7"/>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0" name="!!GearBig" descr="Engrenage 3D animé">
                <a:extLst>
                  <a:ext uri="{FF2B5EF4-FFF2-40B4-BE49-F238E27FC236}">
                    <a16:creationId xmlns:a16="http://schemas.microsoft.com/office/drawing/2014/main" id="{AB5872D0-C593-4E75-859C-5CB755749805}"/>
                  </a:ext>
                </a:extLst>
              </p:cNvPr>
              <p:cNvPicPr>
                <a:picLocks noGrp="1" noRot="1" noChangeAspect="1" noMove="1" noResize="1" noEditPoints="1" noAdjustHandles="1" noChangeArrowheads="1" noChangeShapeType="1" noCrop="1"/>
              </p:cNvPicPr>
              <p:nvPr/>
            </p:nvPicPr>
            <p:blipFill>
              <a:blip r:embed="rId7"/>
              <a:stretch>
                <a:fillRect/>
              </a:stretch>
            </p:blipFill>
            <p:spPr>
              <a:xfrm>
                <a:off x="6812280" y="1371600"/>
                <a:ext cx="3291840" cy="329184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11" name="!!GearSmall" descr="Engrenage 3D animé">
                <a:extLst>
                  <a:ext uri="{FF2B5EF4-FFF2-40B4-BE49-F238E27FC236}">
                    <a16:creationId xmlns:a16="http://schemas.microsoft.com/office/drawing/2014/main" id="{79D0D3D2-30BF-4ADE-962B-96AFC2BD3953}"/>
                  </a:ext>
                </a:extLst>
              </p:cNvPr>
              <p:cNvGraphicFramePr>
                <a:graphicFrameLocks/>
              </p:cNvGraphicFramePr>
              <p:nvPr>
                <p:extLst>
                  <p:ext uri="{D42A27DB-BD31-4B8C-83A1-F6EECF244321}">
                    <p14:modId xmlns:p14="http://schemas.microsoft.com/office/powerpoint/2010/main" val="3293944394"/>
                  </p:ext>
                </p:extLst>
              </p:nvPr>
            </p:nvGraphicFramePr>
            <p:xfrm>
              <a:off x="9676181" y="2638958"/>
              <a:ext cx="2337206" cy="2337206"/>
            </p:xfrm>
            <a:graphic>
              <a:graphicData uri="http://schemas.microsoft.com/office/drawing/2017/model3d">
                <am3d:model3d r:embed="rId8" r:link="rId9">
                  <am3d:spPr>
                    <a:xfrm>
                      <a:off x="0" y="0"/>
                      <a:ext cx="2337206" cy="2337206"/>
                    </a:xfrm>
                    <a:prstGeom prst="rect">
                      <a:avLst/>
                    </a:prstGeom>
                  </am3d:spPr>
                  <am3d:camera>
                    <am3d:pos x="0" y="158400000" z="158400000"/>
                    <am3d:up dx="0" dy="36000000" dz="0"/>
                    <am3d:lookAt x="0" y="0" z="0"/>
                    <am3d:perspective fov="660000"/>
                  </am3d:camera>
                  <am3d:trans>
                    <am3d:meterPerModelUnit n="573084" d="1000000"/>
                    <am3d:preTrans dx="0" dy="0" dz="0"/>
                    <am3d:scale>
                      <am3d:sx n="1000000" d="1000000"/>
                      <am3d:sy n="1000000" d="1000000"/>
                      <am3d:sz n="1000000" d="1000000"/>
                    </am3d:scale>
                    <am3d:rot ay="1800000"/>
                    <am3d:postTrans dx="0" dy="0" dz="0"/>
                  </am3d:trans>
                  <am3d:raster rName="Office3DRenderer" rVer="16.0.8326">
                    <am3d:blip r:embed="rId10"/>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1" name="!!GearSmall" descr="Engrenage 3D animé">
                <a:extLst>
                  <a:ext uri="{FF2B5EF4-FFF2-40B4-BE49-F238E27FC236}">
                    <a16:creationId xmlns:a16="http://schemas.microsoft.com/office/drawing/2014/main" id="{79D0D3D2-30BF-4ADE-962B-96AFC2BD3953}"/>
                  </a:ext>
                </a:extLst>
              </p:cNvPr>
              <p:cNvPicPr>
                <a:picLocks noGrp="1" noRot="1" noChangeAspect="1" noMove="1" noResize="1" noEditPoints="1" noAdjustHandles="1" noChangeArrowheads="1" noChangeShapeType="1" noCrop="1"/>
              </p:cNvPicPr>
              <p:nvPr/>
            </p:nvPicPr>
            <p:blipFill>
              <a:blip r:embed="rId10"/>
              <a:stretch>
                <a:fillRect/>
              </a:stretch>
            </p:blipFill>
            <p:spPr>
              <a:xfrm>
                <a:off x="9676181" y="2638958"/>
                <a:ext cx="2337206" cy="2337206"/>
              </a:xfrm>
              <a:prstGeom prst="rect">
                <a:avLst/>
              </a:prstGeom>
            </p:spPr>
          </p:pic>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8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mph" presetSubtype="128" repeatCount="indefinite" fill="hold" nodeType="withEffect">
                                  <p:stCondLst>
                                    <p:cond delay="0"/>
                                  </p:stCondLst>
                                  <p:childTnLst>
                                    <p:animRot by="21600000">
                                      <p:cBhvr>
                                        <p:cTn id="6" dur="10000" fill="hold"/>
                                        <p:tgtEl>
                                          <p:spTgt spid="10"/>
                                        </p:tgtEl>
                                        <p:attrNameLst>
                                          <p:attrName>3d.view.rotation.y</p:attrName>
                                        </p:attrNameLst>
                                      </p:cBhvr>
                                    </p:animRot>
                                  </p:childTnLst>
                                </p:cTn>
                              </p:par>
                              <p:par>
                                <p:cTn id="7" presetID="37" presetClass="emph" presetSubtype="128" repeatCount="indefinite" fill="hold" nodeType="withEffect">
                                  <p:stCondLst>
                                    <p:cond delay="0"/>
                                  </p:stCondLst>
                                  <p:childTnLst>
                                    <p:animRot by="-21600000">
                                      <p:cBhvr>
                                        <p:cTn id="8" dur="6667" fill="hold"/>
                                        <p:tgtEl>
                                          <p:spTgt spid="11"/>
                                        </p:tgtEl>
                                        <p:attrNameLst>
                                          <p:attrName>3d.view.rotation.y</p:attrName>
                                        </p:attrNameLst>
                                      </p:cBhvr>
                                    </p:animRot>
                                  </p:childTnLst>
                                </p:cTn>
                              </p:par>
                              <p:par>
                                <p:cTn id="9" presetID="10" presetClass="entr" presetSubtype="0" fill="hold" grpId="0" nodeType="withEffect">
                                  <p:stCondLst>
                                    <p:cond delay="35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50"/>
                                        <p:tgtEl>
                                          <p:spTgt spid="5"/>
                                        </p:tgtEl>
                                      </p:cBhvr>
                                    </p:animEffect>
                                  </p:childTnLst>
                                </p:cTn>
                              </p:par>
                              <p:par>
                                <p:cTn id="12" presetID="53" presetClass="entr" presetSubtype="16" fill="hold" grpId="0" nodeType="withEffect">
                                  <p:stCondLst>
                                    <p:cond delay="510"/>
                                  </p:stCondLst>
                                  <p:childTnLst>
                                    <p:set>
                                      <p:cBhvr>
                                        <p:cTn id="13" dur="1" fill="hold">
                                          <p:stCondLst>
                                            <p:cond delay="0"/>
                                          </p:stCondLst>
                                        </p:cTn>
                                        <p:tgtEl>
                                          <p:spTgt spid="6"/>
                                        </p:tgtEl>
                                        <p:attrNameLst>
                                          <p:attrName>style.visibility</p:attrName>
                                        </p:attrNameLst>
                                      </p:cBhvr>
                                      <p:to>
                                        <p:strVal val="visible"/>
                                      </p:to>
                                    </p:set>
                                    <p:anim calcmode="lin" valueType="num">
                                      <p:cBhvr>
                                        <p:cTn id="14" dur="550" fill="hold"/>
                                        <p:tgtEl>
                                          <p:spTgt spid="6"/>
                                        </p:tgtEl>
                                        <p:attrNameLst>
                                          <p:attrName>ppt_w</p:attrName>
                                        </p:attrNameLst>
                                      </p:cBhvr>
                                      <p:tavLst>
                                        <p:tav tm="0">
                                          <p:val>
                                            <p:fltVal val="0"/>
                                          </p:val>
                                        </p:tav>
                                        <p:tav tm="100000">
                                          <p:val>
                                            <p:strVal val="#ppt_w"/>
                                          </p:val>
                                        </p:tav>
                                      </p:tavLst>
                                    </p:anim>
                                    <p:anim calcmode="lin" valueType="num">
                                      <p:cBhvr>
                                        <p:cTn id="15" dur="550" fill="hold"/>
                                        <p:tgtEl>
                                          <p:spTgt spid="6"/>
                                        </p:tgtEl>
                                        <p:attrNameLst>
                                          <p:attrName>ppt_h</p:attrName>
                                        </p:attrNameLst>
                                      </p:cBhvr>
                                      <p:tavLst>
                                        <p:tav tm="0">
                                          <p:val>
                                            <p:fltVal val="0"/>
                                          </p:val>
                                        </p:tav>
                                        <p:tav tm="100000">
                                          <p:val>
                                            <p:strVal val="#ppt_h"/>
                                          </p:val>
                                        </p:tav>
                                      </p:tavLst>
                                    </p:anim>
                                    <p:animEffect transition="in" filter="fade">
                                      <p:cBhvr>
                                        <p:cTn id="16" dur="550"/>
                                        <p:tgtEl>
                                          <p:spTgt spid="6"/>
                                        </p:tgtEl>
                                      </p:cBhvr>
                                    </p:animEffect>
                                  </p:childTnLst>
                                </p:cTn>
                              </p:par>
                              <p:par>
                                <p:cTn id="17" presetID="42" presetClass="entr" presetSubtype="0" fill="hold" grpId="0" nodeType="withEffect">
                                  <p:stCondLst>
                                    <p:cond delay="67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50"/>
                                        <p:tgtEl>
                                          <p:spTgt spid="7"/>
                                        </p:tgtEl>
                                      </p:cBhvr>
                                    </p:animEffect>
                                    <p:anim calcmode="lin" valueType="num">
                                      <p:cBhvr>
                                        <p:cTn id="20" dur="550" fill="hold"/>
                                        <p:tgtEl>
                                          <p:spTgt spid="7"/>
                                        </p:tgtEl>
                                        <p:attrNameLst>
                                          <p:attrName>ppt_x</p:attrName>
                                        </p:attrNameLst>
                                      </p:cBhvr>
                                      <p:tavLst>
                                        <p:tav tm="0">
                                          <p:val>
                                            <p:strVal val="#ppt_x"/>
                                          </p:val>
                                        </p:tav>
                                        <p:tav tm="100000">
                                          <p:val>
                                            <p:strVal val="#ppt_x"/>
                                          </p:val>
                                        </p:tav>
                                      </p:tavLst>
                                    </p:anim>
                                    <p:anim calcmode="lin" valueType="num">
                                      <p:cBhvr>
                                        <p:cTn id="21" dur="550" fill="hold"/>
                                        <p:tgtEl>
                                          <p:spTgt spid="7"/>
                                        </p:tgtEl>
                                        <p:attrNameLst>
                                          <p:attrName>ppt_y</p:attrName>
                                        </p:attrNameLst>
                                      </p:cBhvr>
                                      <p:tavLst>
                                        <p:tav tm="0">
                                          <p:val>
                                            <p:strVal val="#ppt_y+.1"/>
                                          </p:val>
                                        </p:tav>
                                        <p:tav tm="100000">
                                          <p:val>
                                            <p:strVal val="#ppt_y"/>
                                          </p:val>
                                        </p:tav>
                                      </p:tavLst>
                                    </p:anim>
                                  </p:childTnLst>
                                </p:cTn>
                              </p:par>
                              <p:par>
                                <p:cTn id="22" presetID="10" presetClass="entr" presetSubtype="0" fill="hold" grpId="0" nodeType="withEffect">
                                  <p:stCondLst>
                                    <p:cond delay="83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Phone"/>
          <p:cNvSpPr/>
          <p:nvPr/>
        </p:nvSpPr>
        <p:spPr>
          <a:xfrm>
            <a:off x="8229600" y="1097280"/>
            <a:ext cx="2651760" cy="5074920"/>
          </a:xfrm>
          <a:prstGeom prst="roundRect">
            <a:avLst>
              <a:gd name="adj" fmla="val 13103"/>
            </a:avLst>
          </a:prstGeom>
          <a:solidFill>
            <a:srgbClr val="F5F3FB"/>
          </a:solidFill>
          <a:ln w="25400">
            <a:solidFill>
              <a:srgbClr val="7C5CFF"/>
            </a:solidFill>
            <a:prstDash val="solid"/>
          </a:ln>
        </p:spPr>
      </p:sp>
      <p:sp>
        <p:nvSpPr>
          <p:cNvPr id="3" name="!!Screen"/>
          <p:cNvSpPr/>
          <p:nvPr/>
        </p:nvSpPr>
        <p:spPr>
          <a:xfrm>
            <a:off x="8357616" y="1225296"/>
            <a:ext cx="2395728" cy="4818888"/>
          </a:xfrm>
          <a:prstGeom prst="roundRect">
            <a:avLst>
              <a:gd name="adj" fmla="val 10687"/>
            </a:avLst>
          </a:prstGeom>
          <a:solidFill>
            <a:srgbClr val="FFFFFF"/>
          </a:solidFill>
          <a:ln w="12700">
            <a:solidFill>
              <a:srgbClr val="E4DFF2"/>
            </a:solidFill>
            <a:prstDash val="solid"/>
          </a:ln>
        </p:spPr>
      </p:sp>
      <p:sp>
        <p:nvSpPr>
          <p:cNvPr id="4" name="Shape 2"/>
          <p:cNvSpPr/>
          <p:nvPr/>
        </p:nvSpPr>
        <p:spPr>
          <a:xfrm>
            <a:off x="9235440" y="1335024"/>
            <a:ext cx="640080" cy="128016"/>
          </a:xfrm>
          <a:prstGeom prst="roundRect">
            <a:avLst>
              <a:gd name="adj" fmla="val 50000"/>
            </a:avLst>
          </a:prstGeom>
          <a:solidFill>
            <a:srgbClr val="E4DFF2"/>
          </a:solidFill>
          <a:ln w="12700">
            <a:solidFill>
              <a:srgbClr val="E4DFF2"/>
            </a:solidFill>
            <a:prstDash val="solid"/>
          </a:ln>
        </p:spPr>
      </p:sp>
      <p:pic>
        <p:nvPicPr>
          <p:cNvPr id="5" name="!!Glow" descr="assets/glow_soft.png"/>
          <p:cNvPicPr>
            <a:picLocks noChangeAspect="1"/>
          </p:cNvPicPr>
          <p:nvPr/>
        </p:nvPicPr>
        <p:blipFill>
          <a:blip r:embed="rId4"/>
          <a:stretch>
            <a:fillRect/>
          </a:stretch>
        </p:blipFill>
        <p:spPr>
          <a:xfrm>
            <a:off x="7841894" y="1089965"/>
            <a:ext cx="3657600" cy="3657600"/>
          </a:xfrm>
          <a:prstGeom prst="rect">
            <a:avLst/>
          </a:prstGeom>
        </p:spPr>
      </p:pic>
      <p:sp>
        <p:nvSpPr>
          <p:cNvPr id="6" name="Text 3"/>
          <p:cNvSpPr txBox="1"/>
          <p:nvPr/>
        </p:nvSpPr>
        <p:spPr>
          <a:xfrm>
            <a:off x="548640" y="274320"/>
            <a:ext cx="9692640" cy="256032"/>
          </a:xfrm>
          <a:prstGeom prst="rect">
            <a:avLst/>
          </a:prstGeom>
          <a:noFill/>
          <a:ln/>
        </p:spPr>
        <p:txBody>
          <a:bodyPr wrap="square" lIns="0" tIns="0" rIns="0" bIns="0" rtlCol="0" anchor="t"/>
          <a:lstStyle/>
          <a:p>
            <a:pPr marL="0" indent="0">
              <a:buNone/>
            </a:pPr>
            <a:r>
              <a:rPr lang="en-US" sz="950" i="1" dirty="0">
                <a:solidFill>
                  <a:srgbClr val="6E6A85"/>
                </a:solidFill>
                <a:latin typeface="Segoe UI" pitchFamily="34" charset="0"/>
                <a:ea typeface="Segoe UI" pitchFamily="34" charset="-122"/>
                <a:cs typeface="Segoe UI" pitchFamily="34" charset="-120"/>
              </a:rPr>
              <a:t>Mise en place d’une plateforme intelligente d’assistance au dépannage et de mise en relation avec des techniciens</a:t>
            </a:r>
            <a:endParaRPr lang="en-US" sz="950" dirty="0"/>
          </a:p>
        </p:txBody>
      </p:sp>
      <p:sp>
        <p:nvSpPr>
          <p:cNvPr id="7" name="!!Kicker"/>
          <p:cNvSpPr txBox="1"/>
          <p:nvPr/>
        </p:nvSpPr>
        <p:spPr>
          <a:xfrm>
            <a:off x="548640" y="713232"/>
            <a:ext cx="9692640" cy="274320"/>
          </a:xfrm>
          <a:prstGeom prst="rect">
            <a:avLst/>
          </a:prstGeom>
          <a:noFill/>
          <a:ln/>
        </p:spPr>
        <p:txBody>
          <a:bodyPr wrap="square" lIns="0" tIns="0" rIns="0" bIns="0" rtlCol="0" anchor="t"/>
          <a:lstStyle/>
          <a:p>
            <a:pPr marL="0" indent="0">
              <a:buNone/>
            </a:pPr>
            <a:r>
              <a:rPr lang="en-US" sz="1100" b="1" kern="0" spc="200" dirty="0">
                <a:solidFill>
                  <a:srgbClr val="5B2FD6"/>
                </a:solidFill>
                <a:latin typeface="Segoe UI" pitchFamily="34" charset="0"/>
                <a:ea typeface="Segoe UI" pitchFamily="34" charset="-122"/>
                <a:cs typeface="Segoe UI" pitchFamily="34" charset="-120"/>
              </a:rPr>
              <a:t>05 · DÉMONSTRATION</a:t>
            </a:r>
            <a:endParaRPr lang="en-US" sz="1100" dirty="0"/>
          </a:p>
        </p:txBody>
      </p:sp>
      <p:sp>
        <p:nvSpPr>
          <p:cNvPr id="8" name="!!Title"/>
          <p:cNvSpPr txBox="1"/>
          <p:nvPr/>
        </p:nvSpPr>
        <p:spPr>
          <a:xfrm>
            <a:off x="548640" y="987552"/>
            <a:ext cx="9692640" cy="658368"/>
          </a:xfrm>
          <a:prstGeom prst="rect">
            <a:avLst/>
          </a:prstGeom>
          <a:noFill/>
          <a:ln/>
        </p:spPr>
        <p:txBody>
          <a:bodyPr wrap="square" lIns="0" tIns="0" rIns="0" bIns="0" rtlCol="0" anchor="ctr"/>
          <a:lstStyle/>
          <a:p>
            <a:pPr marL="0" indent="0">
              <a:buNone/>
            </a:pPr>
            <a:r>
              <a:rPr lang="en-US" sz="2800" dirty="0">
                <a:solidFill>
                  <a:srgbClr val="17132E"/>
                </a:solidFill>
                <a:latin typeface="Segoe UI Semibold" pitchFamily="34" charset="0"/>
                <a:ea typeface="Segoe UI Semibold" pitchFamily="34" charset="-122"/>
                <a:cs typeface="Segoe UI Semibold" pitchFamily="34" charset="-120"/>
              </a:rPr>
              <a:t>Place à la démonstration</a:t>
            </a:r>
            <a:endParaRPr lang="en-US" sz="2800" dirty="0"/>
          </a:p>
        </p:txBody>
      </p:sp>
      <p:sp>
        <p:nvSpPr>
          <p:cNvPr id="9" name="S20_A00_fly_372"/>
          <p:cNvSpPr/>
          <p:nvPr/>
        </p:nvSpPr>
        <p:spPr>
          <a:xfrm>
            <a:off x="548640" y="1947672"/>
            <a:ext cx="512064" cy="512064"/>
          </a:xfrm>
          <a:prstGeom prst="ellipse">
            <a:avLst/>
          </a:prstGeom>
          <a:solidFill>
            <a:srgbClr val="9BE15D"/>
          </a:solidFill>
          <a:ln w="12700">
            <a:solidFill>
              <a:srgbClr val="9BE15D"/>
            </a:solidFill>
            <a:prstDash val="solid"/>
          </a:ln>
        </p:spPr>
      </p:sp>
      <p:sp>
        <p:nvSpPr>
          <p:cNvPr id="10" name="S20_A00_fly_373"/>
          <p:cNvSpPr txBox="1"/>
          <p:nvPr/>
        </p:nvSpPr>
        <p:spPr>
          <a:xfrm>
            <a:off x="548640" y="1947672"/>
            <a:ext cx="512064" cy="512064"/>
          </a:xfrm>
          <a:prstGeom prst="rect">
            <a:avLst/>
          </a:prstGeom>
          <a:noFill/>
          <a:ln/>
        </p:spPr>
        <p:txBody>
          <a:bodyPr wrap="square" lIns="0" tIns="0" rIns="0" bIns="0" rtlCol="0" anchor="ctr"/>
          <a:lstStyle/>
          <a:p>
            <a:pPr marL="0" indent="0" algn="ctr">
              <a:buNone/>
            </a:pPr>
            <a:r>
              <a:rPr lang="en-US" sz="1600" dirty="0">
                <a:solidFill>
                  <a:srgbClr val="17132E"/>
                </a:solidFill>
                <a:latin typeface="Segoe UI Black" pitchFamily="34" charset="0"/>
                <a:ea typeface="Segoe UI Black" pitchFamily="34" charset="-122"/>
                <a:cs typeface="Segoe UI Black" pitchFamily="34" charset="-120"/>
              </a:rPr>
              <a:t>1</a:t>
            </a:r>
            <a:endParaRPr lang="en-US" sz="1600" dirty="0"/>
          </a:p>
        </p:txBody>
      </p:sp>
      <p:sp>
        <p:nvSpPr>
          <p:cNvPr id="11" name="S20_A00_fly_374"/>
          <p:cNvSpPr txBox="1"/>
          <p:nvPr/>
        </p:nvSpPr>
        <p:spPr>
          <a:xfrm>
            <a:off x="1280160" y="1892808"/>
            <a:ext cx="5486400" cy="329184"/>
          </a:xfrm>
          <a:prstGeom prst="rect">
            <a:avLst/>
          </a:prstGeom>
          <a:noFill/>
          <a:ln/>
        </p:spPr>
        <p:txBody>
          <a:bodyPr wrap="square" lIns="0" tIns="0" rIns="0" bIns="0" rtlCol="0" anchor="t"/>
          <a:lstStyle/>
          <a:p>
            <a:pPr marL="0" indent="0">
              <a:buNone/>
            </a:pPr>
            <a:r>
              <a:rPr lang="en-US" sz="1700" dirty="0">
                <a:solidFill>
                  <a:srgbClr val="17132E"/>
                </a:solidFill>
                <a:latin typeface="Segoe UI Semibold" pitchFamily="34" charset="0"/>
                <a:ea typeface="Segoe UI Semibold" pitchFamily="34" charset="-122"/>
                <a:cs typeface="Segoe UI Semibold" pitchFamily="34" charset="-120"/>
              </a:rPr>
              <a:t>S’authentifier</a:t>
            </a:r>
            <a:endParaRPr lang="en-US" sz="1700" dirty="0"/>
          </a:p>
        </p:txBody>
      </p:sp>
      <p:sp>
        <p:nvSpPr>
          <p:cNvPr id="12" name="S20_A00_fly_375"/>
          <p:cNvSpPr txBox="1"/>
          <p:nvPr/>
        </p:nvSpPr>
        <p:spPr>
          <a:xfrm>
            <a:off x="1280160" y="2231136"/>
            <a:ext cx="5486400" cy="274320"/>
          </a:xfrm>
          <a:prstGeom prst="rect">
            <a:avLst/>
          </a:prstGeom>
          <a:noFill/>
          <a:ln/>
        </p:spPr>
        <p:txBody>
          <a:bodyPr wrap="square" lIns="0" tIns="0" rIns="0" bIns="0" rtlCol="0" anchor="t"/>
          <a:lstStyle/>
          <a:p>
            <a:pPr marL="0" indent="0">
              <a:buNone/>
            </a:pPr>
            <a:r>
              <a:rPr lang="en-US" sz="1200" dirty="0">
                <a:solidFill>
                  <a:srgbClr val="3E3A56"/>
                </a:solidFill>
                <a:latin typeface="Segoe UI" pitchFamily="34" charset="0"/>
                <a:ea typeface="Segoe UI" pitchFamily="34" charset="-122"/>
                <a:cs typeface="Segoe UI" pitchFamily="34" charset="-120"/>
              </a:rPr>
              <a:t>Création de compte et connexion sécurisée</a:t>
            </a:r>
            <a:endParaRPr lang="en-US" sz="1200" dirty="0"/>
          </a:p>
        </p:txBody>
      </p:sp>
      <p:sp>
        <p:nvSpPr>
          <p:cNvPr id="13" name="S20_A01_fly_376"/>
          <p:cNvSpPr/>
          <p:nvPr/>
        </p:nvSpPr>
        <p:spPr>
          <a:xfrm>
            <a:off x="548640" y="2798064"/>
            <a:ext cx="512064" cy="512064"/>
          </a:xfrm>
          <a:prstGeom prst="ellipse">
            <a:avLst/>
          </a:prstGeom>
          <a:solidFill>
            <a:srgbClr val="9BE15D"/>
          </a:solidFill>
          <a:ln w="12700">
            <a:solidFill>
              <a:srgbClr val="9BE15D"/>
            </a:solidFill>
            <a:prstDash val="solid"/>
          </a:ln>
        </p:spPr>
      </p:sp>
      <p:sp>
        <p:nvSpPr>
          <p:cNvPr id="14" name="S20_A01_fly_377"/>
          <p:cNvSpPr txBox="1"/>
          <p:nvPr/>
        </p:nvSpPr>
        <p:spPr>
          <a:xfrm>
            <a:off x="548640" y="2798064"/>
            <a:ext cx="512064" cy="512064"/>
          </a:xfrm>
          <a:prstGeom prst="rect">
            <a:avLst/>
          </a:prstGeom>
          <a:noFill/>
          <a:ln/>
        </p:spPr>
        <p:txBody>
          <a:bodyPr wrap="square" lIns="0" tIns="0" rIns="0" bIns="0" rtlCol="0" anchor="ctr"/>
          <a:lstStyle/>
          <a:p>
            <a:pPr marL="0" indent="0" algn="ctr">
              <a:buNone/>
            </a:pPr>
            <a:r>
              <a:rPr lang="en-US" sz="1600" dirty="0">
                <a:solidFill>
                  <a:srgbClr val="17132E"/>
                </a:solidFill>
                <a:latin typeface="Segoe UI Black" pitchFamily="34" charset="0"/>
                <a:ea typeface="Segoe UI Black" pitchFamily="34" charset="-122"/>
                <a:cs typeface="Segoe UI Black" pitchFamily="34" charset="-120"/>
              </a:rPr>
              <a:t>2</a:t>
            </a:r>
            <a:endParaRPr lang="en-US" sz="1600" dirty="0"/>
          </a:p>
        </p:txBody>
      </p:sp>
      <p:sp>
        <p:nvSpPr>
          <p:cNvPr id="15" name="S20_A01_fly_378"/>
          <p:cNvSpPr txBox="1"/>
          <p:nvPr/>
        </p:nvSpPr>
        <p:spPr>
          <a:xfrm>
            <a:off x="1280160" y="2743200"/>
            <a:ext cx="5486400" cy="329184"/>
          </a:xfrm>
          <a:prstGeom prst="rect">
            <a:avLst/>
          </a:prstGeom>
          <a:noFill/>
          <a:ln/>
        </p:spPr>
        <p:txBody>
          <a:bodyPr wrap="square" lIns="0" tIns="0" rIns="0" bIns="0" rtlCol="0" anchor="t"/>
          <a:lstStyle/>
          <a:p>
            <a:pPr marL="0" indent="0">
              <a:buNone/>
            </a:pPr>
            <a:r>
              <a:rPr lang="en-US" sz="1700" dirty="0">
                <a:solidFill>
                  <a:srgbClr val="17132E"/>
                </a:solidFill>
                <a:latin typeface="Segoe UI Semibold" pitchFamily="34" charset="0"/>
                <a:ea typeface="Segoe UI Semibold" pitchFamily="34" charset="-122"/>
                <a:cs typeface="Segoe UI Semibold" pitchFamily="34" charset="-120"/>
              </a:rPr>
              <a:t>Décrire la panne</a:t>
            </a:r>
            <a:endParaRPr lang="en-US" sz="1700" dirty="0"/>
          </a:p>
        </p:txBody>
      </p:sp>
      <p:sp>
        <p:nvSpPr>
          <p:cNvPr id="16" name="S20_A01_fly_379"/>
          <p:cNvSpPr txBox="1"/>
          <p:nvPr/>
        </p:nvSpPr>
        <p:spPr>
          <a:xfrm>
            <a:off x="1280160" y="3081528"/>
            <a:ext cx="5486400" cy="274320"/>
          </a:xfrm>
          <a:prstGeom prst="rect">
            <a:avLst/>
          </a:prstGeom>
          <a:noFill/>
          <a:ln/>
        </p:spPr>
        <p:txBody>
          <a:bodyPr wrap="square" lIns="0" tIns="0" rIns="0" bIns="0" rtlCol="0" anchor="t"/>
          <a:lstStyle/>
          <a:p>
            <a:pPr marL="0" indent="0">
              <a:buNone/>
            </a:pPr>
            <a:r>
              <a:rPr lang="en-US" sz="1200" dirty="0">
                <a:solidFill>
                  <a:srgbClr val="3E3A56"/>
                </a:solidFill>
                <a:latin typeface="Segoe UI" pitchFamily="34" charset="0"/>
                <a:ea typeface="Segoe UI" pitchFamily="34" charset="-122"/>
                <a:cs typeface="Segoe UI" pitchFamily="34" charset="-120"/>
              </a:rPr>
              <a:t>Pré-diagnostic instantané par l’IA</a:t>
            </a:r>
            <a:endParaRPr lang="en-US" sz="1200" dirty="0"/>
          </a:p>
        </p:txBody>
      </p:sp>
      <p:sp>
        <p:nvSpPr>
          <p:cNvPr id="17" name="S20_A02_fly_380"/>
          <p:cNvSpPr/>
          <p:nvPr/>
        </p:nvSpPr>
        <p:spPr>
          <a:xfrm>
            <a:off x="548640" y="3648456"/>
            <a:ext cx="512064" cy="512064"/>
          </a:xfrm>
          <a:prstGeom prst="ellipse">
            <a:avLst/>
          </a:prstGeom>
          <a:solidFill>
            <a:srgbClr val="9BE15D"/>
          </a:solidFill>
          <a:ln w="12700">
            <a:solidFill>
              <a:srgbClr val="9BE15D"/>
            </a:solidFill>
            <a:prstDash val="solid"/>
          </a:ln>
        </p:spPr>
      </p:sp>
      <p:sp>
        <p:nvSpPr>
          <p:cNvPr id="18" name="S20_A02_fly_381"/>
          <p:cNvSpPr txBox="1"/>
          <p:nvPr/>
        </p:nvSpPr>
        <p:spPr>
          <a:xfrm>
            <a:off x="548640" y="3648456"/>
            <a:ext cx="512064" cy="512064"/>
          </a:xfrm>
          <a:prstGeom prst="rect">
            <a:avLst/>
          </a:prstGeom>
          <a:noFill/>
          <a:ln/>
        </p:spPr>
        <p:txBody>
          <a:bodyPr wrap="square" lIns="0" tIns="0" rIns="0" bIns="0" rtlCol="0" anchor="ctr"/>
          <a:lstStyle/>
          <a:p>
            <a:pPr marL="0" indent="0" algn="ctr">
              <a:buNone/>
            </a:pPr>
            <a:r>
              <a:rPr lang="en-US" sz="1600" dirty="0">
                <a:solidFill>
                  <a:srgbClr val="17132E"/>
                </a:solidFill>
                <a:latin typeface="Segoe UI Black" pitchFamily="34" charset="0"/>
                <a:ea typeface="Segoe UI Black" pitchFamily="34" charset="-122"/>
                <a:cs typeface="Segoe UI Black" pitchFamily="34" charset="-120"/>
              </a:rPr>
              <a:t>3</a:t>
            </a:r>
            <a:endParaRPr lang="en-US" sz="1600" dirty="0"/>
          </a:p>
        </p:txBody>
      </p:sp>
      <p:sp>
        <p:nvSpPr>
          <p:cNvPr id="19" name="S20_A02_fly_382"/>
          <p:cNvSpPr txBox="1"/>
          <p:nvPr/>
        </p:nvSpPr>
        <p:spPr>
          <a:xfrm>
            <a:off x="1280160" y="3593592"/>
            <a:ext cx="5486400" cy="329184"/>
          </a:xfrm>
          <a:prstGeom prst="rect">
            <a:avLst/>
          </a:prstGeom>
          <a:noFill/>
          <a:ln/>
        </p:spPr>
        <p:txBody>
          <a:bodyPr wrap="square" lIns="0" tIns="0" rIns="0" bIns="0" rtlCol="0" anchor="t"/>
          <a:lstStyle/>
          <a:p>
            <a:pPr marL="0" indent="0">
              <a:buNone/>
            </a:pPr>
            <a:r>
              <a:rPr lang="en-US" sz="1700" dirty="0">
                <a:solidFill>
                  <a:srgbClr val="17132E"/>
                </a:solidFill>
                <a:latin typeface="Segoe UI Semibold" pitchFamily="34" charset="0"/>
                <a:ea typeface="Segoe UI Semibold" pitchFamily="34" charset="-122"/>
                <a:cs typeface="Segoe UI Semibold" pitchFamily="34" charset="-120"/>
              </a:rPr>
              <a:t>Trouver un technicien</a:t>
            </a:r>
            <a:endParaRPr lang="en-US" sz="1700" dirty="0"/>
          </a:p>
        </p:txBody>
      </p:sp>
      <p:sp>
        <p:nvSpPr>
          <p:cNvPr id="20" name="S20_A02_fly_383"/>
          <p:cNvSpPr txBox="1"/>
          <p:nvPr/>
        </p:nvSpPr>
        <p:spPr>
          <a:xfrm>
            <a:off x="1280160" y="3931920"/>
            <a:ext cx="5486400" cy="274320"/>
          </a:xfrm>
          <a:prstGeom prst="rect">
            <a:avLst/>
          </a:prstGeom>
          <a:noFill/>
          <a:ln/>
        </p:spPr>
        <p:txBody>
          <a:bodyPr wrap="square" lIns="0" tIns="0" rIns="0" bIns="0" rtlCol="0" anchor="t"/>
          <a:lstStyle/>
          <a:p>
            <a:pPr marL="0" indent="0">
              <a:buNone/>
            </a:pPr>
            <a:r>
              <a:rPr lang="en-US" sz="1200" dirty="0">
                <a:solidFill>
                  <a:srgbClr val="3E3A56"/>
                </a:solidFill>
                <a:latin typeface="Segoe UI" pitchFamily="34" charset="0"/>
                <a:ea typeface="Segoe UI" pitchFamily="34" charset="-122"/>
                <a:cs typeface="Segoe UI" pitchFamily="34" charset="-120"/>
              </a:rPr>
              <a:t>Le technicien qualifié le plus proche</a:t>
            </a:r>
            <a:endParaRPr lang="en-US" sz="1200" dirty="0"/>
          </a:p>
        </p:txBody>
      </p:sp>
      <p:sp>
        <p:nvSpPr>
          <p:cNvPr id="21" name="S20_A03_fly_384"/>
          <p:cNvSpPr/>
          <p:nvPr/>
        </p:nvSpPr>
        <p:spPr>
          <a:xfrm>
            <a:off x="548640" y="4498848"/>
            <a:ext cx="512064" cy="512064"/>
          </a:xfrm>
          <a:prstGeom prst="ellipse">
            <a:avLst/>
          </a:prstGeom>
          <a:solidFill>
            <a:srgbClr val="9BE15D"/>
          </a:solidFill>
          <a:ln w="12700">
            <a:solidFill>
              <a:srgbClr val="9BE15D"/>
            </a:solidFill>
            <a:prstDash val="solid"/>
          </a:ln>
        </p:spPr>
      </p:sp>
      <p:sp>
        <p:nvSpPr>
          <p:cNvPr id="22" name="S20_A03_fly_385"/>
          <p:cNvSpPr txBox="1"/>
          <p:nvPr/>
        </p:nvSpPr>
        <p:spPr>
          <a:xfrm>
            <a:off x="548640" y="4498848"/>
            <a:ext cx="512064" cy="512064"/>
          </a:xfrm>
          <a:prstGeom prst="rect">
            <a:avLst/>
          </a:prstGeom>
          <a:noFill/>
          <a:ln/>
        </p:spPr>
        <p:txBody>
          <a:bodyPr wrap="square" lIns="0" tIns="0" rIns="0" bIns="0" rtlCol="0" anchor="ctr"/>
          <a:lstStyle/>
          <a:p>
            <a:pPr marL="0" indent="0" algn="ctr">
              <a:buNone/>
            </a:pPr>
            <a:r>
              <a:rPr lang="en-US" sz="1600" dirty="0">
                <a:solidFill>
                  <a:srgbClr val="17132E"/>
                </a:solidFill>
                <a:latin typeface="Segoe UI Black" pitchFamily="34" charset="0"/>
                <a:ea typeface="Segoe UI Black" pitchFamily="34" charset="-122"/>
                <a:cs typeface="Segoe UI Black" pitchFamily="34" charset="-120"/>
              </a:rPr>
              <a:t>4</a:t>
            </a:r>
            <a:endParaRPr lang="en-US" sz="1600" dirty="0"/>
          </a:p>
        </p:txBody>
      </p:sp>
      <p:sp>
        <p:nvSpPr>
          <p:cNvPr id="23" name="S20_A03_fly_386"/>
          <p:cNvSpPr txBox="1"/>
          <p:nvPr/>
        </p:nvSpPr>
        <p:spPr>
          <a:xfrm>
            <a:off x="1280160" y="4443984"/>
            <a:ext cx="5486400" cy="329184"/>
          </a:xfrm>
          <a:prstGeom prst="rect">
            <a:avLst/>
          </a:prstGeom>
          <a:noFill/>
          <a:ln/>
        </p:spPr>
        <p:txBody>
          <a:bodyPr wrap="square" lIns="0" tIns="0" rIns="0" bIns="0" rtlCol="0" anchor="t"/>
          <a:lstStyle/>
          <a:p>
            <a:pPr marL="0" indent="0">
              <a:buNone/>
            </a:pPr>
            <a:r>
              <a:rPr lang="en-US" sz="1700" dirty="0">
                <a:solidFill>
                  <a:srgbClr val="17132E"/>
                </a:solidFill>
                <a:latin typeface="Segoe UI Semibold" pitchFamily="34" charset="0"/>
                <a:ea typeface="Segoe UI Semibold" pitchFamily="34" charset="-122"/>
                <a:cs typeface="Segoe UI Semibold" pitchFamily="34" charset="-120"/>
              </a:rPr>
              <a:t>Devis et paiement</a:t>
            </a:r>
            <a:endParaRPr lang="en-US" sz="1700" dirty="0"/>
          </a:p>
        </p:txBody>
      </p:sp>
      <p:sp>
        <p:nvSpPr>
          <p:cNvPr id="24" name="S20_A03_fly_387"/>
          <p:cNvSpPr txBox="1"/>
          <p:nvPr/>
        </p:nvSpPr>
        <p:spPr>
          <a:xfrm>
            <a:off x="1280160" y="4782312"/>
            <a:ext cx="5486400" cy="274320"/>
          </a:xfrm>
          <a:prstGeom prst="rect">
            <a:avLst/>
          </a:prstGeom>
          <a:noFill/>
          <a:ln/>
        </p:spPr>
        <p:txBody>
          <a:bodyPr wrap="square" lIns="0" tIns="0" rIns="0" bIns="0" rtlCol="0" anchor="t"/>
          <a:lstStyle/>
          <a:p>
            <a:pPr marL="0" indent="0">
              <a:buNone/>
            </a:pPr>
            <a:r>
              <a:rPr lang="en-US" sz="1200" dirty="0">
                <a:solidFill>
                  <a:srgbClr val="3E3A56"/>
                </a:solidFill>
                <a:latin typeface="Segoe UI" pitchFamily="34" charset="0"/>
                <a:ea typeface="Segoe UI" pitchFamily="34" charset="-122"/>
                <a:cs typeface="Segoe UI" pitchFamily="34" charset="-120"/>
              </a:rPr>
              <a:t>Orange Money · MTN Mobile Money</a:t>
            </a:r>
            <a:endParaRPr lang="en-US" sz="1200" dirty="0"/>
          </a:p>
        </p:txBody>
      </p:sp>
      <p:sp>
        <p:nvSpPr>
          <p:cNvPr id="25" name="S20_A04_fly_388"/>
          <p:cNvSpPr/>
          <p:nvPr/>
        </p:nvSpPr>
        <p:spPr>
          <a:xfrm>
            <a:off x="548640" y="5349240"/>
            <a:ext cx="512064" cy="512064"/>
          </a:xfrm>
          <a:prstGeom prst="ellipse">
            <a:avLst/>
          </a:prstGeom>
          <a:solidFill>
            <a:srgbClr val="9BE15D"/>
          </a:solidFill>
          <a:ln w="12700">
            <a:solidFill>
              <a:srgbClr val="9BE15D"/>
            </a:solidFill>
            <a:prstDash val="solid"/>
          </a:ln>
        </p:spPr>
      </p:sp>
      <p:sp>
        <p:nvSpPr>
          <p:cNvPr id="26" name="S20_A04_fly_389"/>
          <p:cNvSpPr txBox="1"/>
          <p:nvPr/>
        </p:nvSpPr>
        <p:spPr>
          <a:xfrm>
            <a:off x="548640" y="5349240"/>
            <a:ext cx="512064" cy="512064"/>
          </a:xfrm>
          <a:prstGeom prst="rect">
            <a:avLst/>
          </a:prstGeom>
          <a:noFill/>
          <a:ln/>
        </p:spPr>
        <p:txBody>
          <a:bodyPr wrap="square" lIns="0" tIns="0" rIns="0" bIns="0" rtlCol="0" anchor="ctr"/>
          <a:lstStyle/>
          <a:p>
            <a:pPr marL="0" indent="0" algn="ctr">
              <a:buNone/>
            </a:pPr>
            <a:r>
              <a:rPr lang="en-US" sz="1600" dirty="0">
                <a:solidFill>
                  <a:srgbClr val="17132E"/>
                </a:solidFill>
                <a:latin typeface="Segoe UI Black" pitchFamily="34" charset="0"/>
                <a:ea typeface="Segoe UI Black" pitchFamily="34" charset="-122"/>
                <a:cs typeface="Segoe UI Black" pitchFamily="34" charset="-120"/>
              </a:rPr>
              <a:t>5</a:t>
            </a:r>
            <a:endParaRPr lang="en-US" sz="1600" dirty="0"/>
          </a:p>
        </p:txBody>
      </p:sp>
      <p:sp>
        <p:nvSpPr>
          <p:cNvPr id="27" name="S20_A04_fly_390"/>
          <p:cNvSpPr txBox="1"/>
          <p:nvPr/>
        </p:nvSpPr>
        <p:spPr>
          <a:xfrm>
            <a:off x="1280160" y="5294376"/>
            <a:ext cx="5486400" cy="329184"/>
          </a:xfrm>
          <a:prstGeom prst="rect">
            <a:avLst/>
          </a:prstGeom>
          <a:noFill/>
          <a:ln/>
        </p:spPr>
        <p:txBody>
          <a:bodyPr wrap="square" lIns="0" tIns="0" rIns="0" bIns="0" rtlCol="0" anchor="t"/>
          <a:lstStyle/>
          <a:p>
            <a:pPr marL="0" indent="0">
              <a:buNone/>
            </a:pPr>
            <a:r>
              <a:rPr lang="en-US" sz="1700" dirty="0">
                <a:solidFill>
                  <a:srgbClr val="17132E"/>
                </a:solidFill>
                <a:latin typeface="Segoe UI Semibold" pitchFamily="34" charset="0"/>
                <a:ea typeface="Segoe UI Semibold" pitchFamily="34" charset="-122"/>
                <a:cs typeface="Segoe UI Semibold" pitchFamily="34" charset="-120"/>
              </a:rPr>
              <a:t>Suivre et évaluer</a:t>
            </a:r>
            <a:endParaRPr lang="en-US" sz="1700" dirty="0"/>
          </a:p>
        </p:txBody>
      </p:sp>
      <p:sp>
        <p:nvSpPr>
          <p:cNvPr id="28" name="S20_A04_fly_391"/>
          <p:cNvSpPr txBox="1"/>
          <p:nvPr/>
        </p:nvSpPr>
        <p:spPr>
          <a:xfrm>
            <a:off x="1280160" y="5632704"/>
            <a:ext cx="5486400" cy="274320"/>
          </a:xfrm>
          <a:prstGeom prst="rect">
            <a:avLst/>
          </a:prstGeom>
          <a:noFill/>
          <a:ln/>
        </p:spPr>
        <p:txBody>
          <a:bodyPr wrap="square" lIns="0" tIns="0" rIns="0" bIns="0" rtlCol="0" anchor="t"/>
          <a:lstStyle/>
          <a:p>
            <a:pPr marL="0" indent="0">
              <a:buNone/>
            </a:pPr>
            <a:r>
              <a:rPr lang="en-US" sz="1200" dirty="0">
                <a:solidFill>
                  <a:srgbClr val="3E3A56"/>
                </a:solidFill>
                <a:latin typeface="Segoe UI" pitchFamily="34" charset="0"/>
                <a:ea typeface="Segoe UI" pitchFamily="34" charset="-122"/>
                <a:cs typeface="Segoe UI" pitchFamily="34" charset="-120"/>
              </a:rPr>
              <a:t>Messagerie, appel et notation du technicien</a:t>
            </a:r>
            <a:endParaRPr lang="en-US" sz="1200" dirty="0"/>
          </a:p>
        </p:txBody>
      </p:sp>
      <p:sp>
        <p:nvSpPr>
          <p:cNvPr id="29" name="S20_A05_zoom_392"/>
          <p:cNvSpPr txBox="1"/>
          <p:nvPr/>
        </p:nvSpPr>
        <p:spPr>
          <a:xfrm>
            <a:off x="8357616" y="4434840"/>
            <a:ext cx="2395728" cy="274320"/>
          </a:xfrm>
          <a:prstGeom prst="rect">
            <a:avLst/>
          </a:prstGeom>
          <a:noFill/>
          <a:ln/>
        </p:spPr>
        <p:txBody>
          <a:bodyPr wrap="square" lIns="0" tIns="0" rIns="0" bIns="0" rtlCol="0" anchor="t"/>
          <a:lstStyle/>
          <a:p>
            <a:pPr marL="0" indent="0" algn="ctr">
              <a:buNone/>
            </a:pPr>
            <a:r>
              <a:rPr lang="en-US" sz="1100" b="1" kern="0" spc="300" dirty="0">
                <a:solidFill>
                  <a:srgbClr val="5B2FD6"/>
                </a:solidFill>
                <a:latin typeface="Segoe UI" pitchFamily="34" charset="0"/>
                <a:ea typeface="Segoe UI" pitchFamily="34" charset="-122"/>
                <a:cs typeface="Segoe UI" pitchFamily="34" charset="-120"/>
              </a:rPr>
              <a:t>EN DIRECT</a:t>
            </a:r>
            <a:endParaRPr lang="en-US" sz="1100" dirty="0"/>
          </a:p>
        </p:txBody>
      </p:sp>
      <p:sp>
        <p:nvSpPr>
          <p:cNvPr id="30" name="S20_A05_zoom_393"/>
          <p:cNvSpPr txBox="1"/>
          <p:nvPr/>
        </p:nvSpPr>
        <p:spPr>
          <a:xfrm>
            <a:off x="8357616" y="4709160"/>
            <a:ext cx="2395728" cy="274320"/>
          </a:xfrm>
          <a:prstGeom prst="rect">
            <a:avLst/>
          </a:prstGeom>
          <a:noFill/>
          <a:ln/>
        </p:spPr>
        <p:txBody>
          <a:bodyPr wrap="square" lIns="0" tIns="0" rIns="0" bIns="0" rtlCol="0" anchor="t"/>
          <a:lstStyle/>
          <a:p>
            <a:pPr marL="0" indent="0" algn="ctr">
              <a:buNone/>
            </a:pPr>
            <a:r>
              <a:rPr lang="en-US" sz="1100" dirty="0">
                <a:solidFill>
                  <a:srgbClr val="3E3A56"/>
                </a:solidFill>
                <a:latin typeface="Segoe UI" pitchFamily="34" charset="0"/>
                <a:ea typeface="Segoe UI" pitchFamily="34" charset="-122"/>
                <a:cs typeface="Segoe UI" pitchFamily="34" charset="-120"/>
              </a:rPr>
              <a:t>sur smartphone</a:t>
            </a:r>
            <a:endParaRPr lang="en-US" sz="1100" dirty="0"/>
          </a:p>
        </p:txBody>
      </p:sp>
      <p:sp>
        <p:nvSpPr>
          <p:cNvPr id="31" name="!!NavPill"/>
          <p:cNvSpPr/>
          <p:nvPr/>
        </p:nvSpPr>
        <p:spPr>
          <a:xfrm>
            <a:off x="5230368" y="6382512"/>
            <a:ext cx="1097280" cy="274320"/>
          </a:xfrm>
          <a:prstGeom prst="roundRect">
            <a:avLst>
              <a:gd name="adj" fmla="val 50000"/>
            </a:avLst>
          </a:prstGeom>
          <a:solidFill>
            <a:srgbClr val="5B2FD6"/>
          </a:solidFill>
          <a:ln w="9525">
            <a:solidFill>
              <a:srgbClr val="7C5CFF"/>
            </a:solidFill>
            <a:prstDash val="solid"/>
          </a:ln>
        </p:spPr>
      </p:sp>
      <p:sp>
        <p:nvSpPr>
          <p:cNvPr id="32" name="Text 29"/>
          <p:cNvSpPr txBox="1"/>
          <p:nvPr/>
        </p:nvSpPr>
        <p:spPr>
          <a:xfrm>
            <a:off x="54864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Introduction</a:t>
            </a:r>
            <a:endParaRPr lang="en-US" sz="900" dirty="0"/>
          </a:p>
        </p:txBody>
      </p:sp>
      <p:sp>
        <p:nvSpPr>
          <p:cNvPr id="33" name="Text 30"/>
          <p:cNvSpPr txBox="1"/>
          <p:nvPr/>
        </p:nvSpPr>
        <p:spPr>
          <a:xfrm>
            <a:off x="1719072"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Entreprise</a:t>
            </a:r>
            <a:endParaRPr lang="en-US" sz="900" dirty="0"/>
          </a:p>
        </p:txBody>
      </p:sp>
      <p:sp>
        <p:nvSpPr>
          <p:cNvPr id="34" name="Text 31"/>
          <p:cNvSpPr txBox="1"/>
          <p:nvPr/>
        </p:nvSpPr>
        <p:spPr>
          <a:xfrm>
            <a:off x="2889504"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Contexte</a:t>
            </a:r>
            <a:endParaRPr lang="en-US" sz="900" dirty="0"/>
          </a:p>
        </p:txBody>
      </p:sp>
      <p:sp>
        <p:nvSpPr>
          <p:cNvPr id="35" name="Text 32"/>
          <p:cNvSpPr txBox="1"/>
          <p:nvPr/>
        </p:nvSpPr>
        <p:spPr>
          <a:xfrm>
            <a:off x="4059936"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Méthodologie</a:t>
            </a:r>
            <a:endParaRPr lang="en-US" sz="900" dirty="0"/>
          </a:p>
        </p:txBody>
      </p:sp>
      <p:sp>
        <p:nvSpPr>
          <p:cNvPr id="36" name="Text 33"/>
          <p:cNvSpPr txBox="1"/>
          <p:nvPr/>
        </p:nvSpPr>
        <p:spPr>
          <a:xfrm>
            <a:off x="5230368" y="6382512"/>
            <a:ext cx="10972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Segoe UI" pitchFamily="34" charset="0"/>
                <a:ea typeface="Segoe UI" pitchFamily="34" charset="-122"/>
                <a:cs typeface="Segoe UI" pitchFamily="34" charset="-120"/>
              </a:rPr>
              <a:t>Résultats</a:t>
            </a:r>
            <a:endParaRPr lang="en-US" sz="900" dirty="0"/>
          </a:p>
        </p:txBody>
      </p:sp>
      <p:sp>
        <p:nvSpPr>
          <p:cNvPr id="37" name="Text 34"/>
          <p:cNvSpPr txBox="1"/>
          <p:nvPr/>
        </p:nvSpPr>
        <p:spPr>
          <a:xfrm>
            <a:off x="640080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Conclusion</a:t>
            </a:r>
            <a:endParaRPr lang="en-US" sz="900" dirty="0"/>
          </a:p>
        </p:txBody>
      </p:sp>
      <p:sp>
        <p:nvSpPr>
          <p:cNvPr id="38" name="Text 35"/>
          <p:cNvSpPr txBox="1"/>
          <p:nvPr/>
        </p:nvSpPr>
        <p:spPr>
          <a:xfrm>
            <a:off x="8412480" y="6382512"/>
            <a:ext cx="3227832" cy="274320"/>
          </a:xfrm>
          <a:prstGeom prst="rect">
            <a:avLst/>
          </a:prstGeom>
          <a:noFill/>
          <a:ln/>
        </p:spPr>
        <p:txBody>
          <a:bodyPr wrap="square" lIns="0" tIns="0" rIns="0" bIns="0" rtlCol="0" anchor="ctr"/>
          <a:lstStyle/>
          <a:p>
            <a:pPr marL="0" indent="0" algn="r">
              <a:buNone/>
            </a:pPr>
            <a:r>
              <a:rPr lang="en-US" sz="900" dirty="0">
                <a:solidFill>
                  <a:srgbClr val="6E6A85"/>
                </a:solidFill>
                <a:latin typeface="Segoe UI" pitchFamily="34" charset="0"/>
                <a:ea typeface="Segoe UI" pitchFamily="34" charset="-122"/>
                <a:cs typeface="Segoe UI" pitchFamily="34" charset="-120"/>
              </a:rPr>
              <a:t>FEUNOU FOSSO </a:t>
            </a:r>
            <a:r>
              <a:rPr lang="en-US" sz="900" dirty="0" err="1">
                <a:solidFill>
                  <a:srgbClr val="6E6A85"/>
                </a:solidFill>
                <a:latin typeface="Segoe UI" pitchFamily="34" charset="0"/>
                <a:ea typeface="Segoe UI" pitchFamily="34" charset="-122"/>
                <a:cs typeface="Segoe UI" pitchFamily="34" charset="-120"/>
              </a:rPr>
              <a:t>Otniel</a:t>
            </a:r>
            <a:r>
              <a:rPr lang="en-US" sz="900" b="1" dirty="0">
                <a:solidFill>
                  <a:srgbClr val="5B2FD6"/>
                </a:solidFill>
                <a:latin typeface="Segoe UI" pitchFamily="34" charset="0"/>
                <a:ea typeface="Segoe UI" pitchFamily="34" charset="-122"/>
                <a:cs typeface="Segoe UI" pitchFamily="34" charset="-120"/>
              </a:rPr>
              <a:t>   22</a:t>
            </a:r>
            <a:endParaRPr lang="en-US" sz="900" dirty="0"/>
          </a:p>
        </p:txBody>
      </p:sp>
      <mc:AlternateContent xmlns:mc="http://schemas.openxmlformats.org/markup-compatibility/2006">
        <mc:Choice xmlns:am3d="http://schemas.microsoft.com/office/drawing/2017/model3d" Requires="am3d">
          <p:graphicFrame>
            <p:nvGraphicFramePr>
              <p:cNvPr id="39" name="!!GearBig" descr="Engrenage 3D animé">
                <a:extLst>
                  <a:ext uri="{FF2B5EF4-FFF2-40B4-BE49-F238E27FC236}">
                    <a16:creationId xmlns:a16="http://schemas.microsoft.com/office/drawing/2014/main" id="{4E50BCBC-8543-4A49-A78C-1D0FB296137E}"/>
                  </a:ext>
                </a:extLst>
              </p:cNvPr>
              <p:cNvGraphicFramePr>
                <a:graphicFrameLocks/>
              </p:cNvGraphicFramePr>
              <p:nvPr>
                <p:extLst>
                  <p:ext uri="{D42A27DB-BD31-4B8C-83A1-F6EECF244321}">
                    <p14:modId xmlns:p14="http://schemas.microsoft.com/office/powerpoint/2010/main" val="2821572739"/>
                  </p:ext>
                </p:extLst>
              </p:nvPr>
            </p:nvGraphicFramePr>
            <p:xfrm>
              <a:off x="8412480" y="2011680"/>
              <a:ext cx="1463040" cy="1463040"/>
            </p:xfrm>
            <a:graphic>
              <a:graphicData uri="http://schemas.microsoft.com/office/drawing/2017/model3d">
                <am3d:model3d r:embed="rId5" r:link="rId6">
                  <am3d:spPr>
                    <a:xfrm>
                      <a:off x="0" y="0"/>
                      <a:ext cx="1463040" cy="1463040"/>
                    </a:xfrm>
                    <a:prstGeom prst="rect">
                      <a:avLst/>
                    </a:prstGeom>
                  </am3d:spPr>
                  <am3d:camera>
                    <am3d:pos x="0" y="158400000" z="158400000"/>
                    <am3d:up dx="0" dy="36000000" dz="0"/>
                    <am3d:lookAt x="0" y="0" z="0"/>
                    <am3d:perspective fov="660000"/>
                  </am3d:camera>
                  <am3d:trans>
                    <am3d:meterPerModelUnit n="404766" d="1000000"/>
                    <am3d:preTrans dx="0" dy="0" dz="0"/>
                    <am3d:scale>
                      <am3d:sx n="1000000" d="1000000"/>
                      <am3d:sy n="1000000" d="1000000"/>
                      <am3d:sz n="1000000" d="1000000"/>
                    </am3d:scale>
                    <am3d:rot ay="12000000"/>
                    <am3d:postTrans dx="0" dy="0" dz="0"/>
                  </am3d:trans>
                  <am3d:raster rName="Office3DRenderer" rVer="16.0.8326">
                    <am3d:blip r:embed="rId7"/>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9" name="!!GearBig" descr="Engrenage 3D animé">
                <a:extLst>
                  <a:ext uri="{FF2B5EF4-FFF2-40B4-BE49-F238E27FC236}">
                    <a16:creationId xmlns:a16="http://schemas.microsoft.com/office/drawing/2014/main" id="{4E50BCBC-8543-4A49-A78C-1D0FB296137E}"/>
                  </a:ext>
                </a:extLst>
              </p:cNvPr>
              <p:cNvPicPr>
                <a:picLocks noGrp="1" noRot="1" noChangeAspect="1" noMove="1" noResize="1" noEditPoints="1" noAdjustHandles="1" noChangeArrowheads="1" noChangeShapeType="1" noCrop="1"/>
              </p:cNvPicPr>
              <p:nvPr/>
            </p:nvPicPr>
            <p:blipFill>
              <a:blip r:embed="rId7"/>
              <a:stretch>
                <a:fillRect/>
              </a:stretch>
            </p:blipFill>
            <p:spPr>
              <a:xfrm>
                <a:off x="8412480" y="2011680"/>
                <a:ext cx="1463040" cy="146304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40" name="!!GearSmall" descr="Engrenage 3D animé">
                <a:extLst>
                  <a:ext uri="{FF2B5EF4-FFF2-40B4-BE49-F238E27FC236}">
                    <a16:creationId xmlns:a16="http://schemas.microsoft.com/office/drawing/2014/main" id="{2C5FDA40-2F83-4B14-9604-8D09DA893D30}"/>
                  </a:ext>
                </a:extLst>
              </p:cNvPr>
              <p:cNvGraphicFramePr>
                <a:graphicFrameLocks/>
              </p:cNvGraphicFramePr>
              <p:nvPr>
                <p:extLst>
                  <p:ext uri="{D42A27DB-BD31-4B8C-83A1-F6EECF244321}">
                    <p14:modId xmlns:p14="http://schemas.microsoft.com/office/powerpoint/2010/main" val="568094817"/>
                  </p:ext>
                </p:extLst>
              </p:nvPr>
            </p:nvGraphicFramePr>
            <p:xfrm>
              <a:off x="9685325" y="2574950"/>
              <a:ext cx="1038758" cy="1038758"/>
            </p:xfrm>
            <a:graphic>
              <a:graphicData uri="http://schemas.microsoft.com/office/drawing/2017/model3d">
                <am3d:model3d r:embed="rId8" r:link="rId9">
                  <am3d:spPr>
                    <a:xfrm>
                      <a:off x="0" y="0"/>
                      <a:ext cx="1038758" cy="1038758"/>
                    </a:xfrm>
                    <a:prstGeom prst="rect">
                      <a:avLst/>
                    </a:prstGeom>
                  </am3d:spPr>
                  <am3d:camera>
                    <am3d:pos x="0" y="158400000" z="158400000"/>
                    <am3d:up dx="0" dy="36000000" dz="0"/>
                    <am3d:lookAt x="0" y="0" z="0"/>
                    <am3d:perspective fov="660000"/>
                  </am3d:camera>
                  <am3d:trans>
                    <am3d:meterPerModelUnit n="573084" d="1000000"/>
                    <am3d:preTrans dx="0" dy="0" dz="0"/>
                    <am3d:scale>
                      <am3d:sx n="1000000" d="1000000"/>
                      <am3d:sy n="1000000" d="1000000"/>
                      <am3d:sz n="1000000" d="1000000"/>
                    </am3d:scale>
                    <am3d:rot ay="14400000"/>
                    <am3d:postTrans dx="0" dy="0" dz="0"/>
                  </am3d:trans>
                  <am3d:raster rName="Office3DRenderer" rVer="16.0.8326">
                    <am3d:blip r:embed="rId10"/>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40" name="!!GearSmall" descr="Engrenage 3D animé">
                <a:extLst>
                  <a:ext uri="{FF2B5EF4-FFF2-40B4-BE49-F238E27FC236}">
                    <a16:creationId xmlns:a16="http://schemas.microsoft.com/office/drawing/2014/main" id="{2C5FDA40-2F83-4B14-9604-8D09DA893D30}"/>
                  </a:ext>
                </a:extLst>
              </p:cNvPr>
              <p:cNvPicPr>
                <a:picLocks noGrp="1" noRot="1" noChangeAspect="1" noMove="1" noResize="1" noEditPoints="1" noAdjustHandles="1" noChangeArrowheads="1" noChangeShapeType="1" noCrop="1"/>
              </p:cNvPicPr>
              <p:nvPr/>
            </p:nvPicPr>
            <p:blipFill>
              <a:blip r:embed="rId10"/>
              <a:stretch>
                <a:fillRect/>
              </a:stretch>
            </p:blipFill>
            <p:spPr>
              <a:xfrm>
                <a:off x="9685325" y="2574950"/>
                <a:ext cx="1038758" cy="1038758"/>
              </a:xfrm>
              <a:prstGeom prst="rect">
                <a:avLst/>
              </a:prstGeom>
            </p:spPr>
          </p:pic>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mph" presetSubtype="128" repeatCount="indefinite" fill="hold" nodeType="withEffect">
                                  <p:stCondLst>
                                    <p:cond delay="0"/>
                                  </p:stCondLst>
                                  <p:childTnLst>
                                    <p:animRot by="21600000">
                                      <p:cBhvr>
                                        <p:cTn id="6" dur="16000" fill="hold"/>
                                        <p:tgtEl>
                                          <p:spTgt spid="39"/>
                                        </p:tgtEl>
                                        <p:attrNameLst>
                                          <p:attrName>3d.view.rotation.y</p:attrName>
                                        </p:attrNameLst>
                                      </p:cBhvr>
                                    </p:animRot>
                                  </p:childTnLst>
                                </p:cTn>
                              </p:par>
                              <p:par>
                                <p:cTn id="7" presetID="37" presetClass="emph" presetSubtype="128" repeatCount="indefinite" fill="hold" nodeType="withEffect">
                                  <p:stCondLst>
                                    <p:cond delay="0"/>
                                  </p:stCondLst>
                                  <p:childTnLst>
                                    <p:animRot by="-21600000">
                                      <p:cBhvr>
                                        <p:cTn id="8" dur="10667" fill="hold"/>
                                        <p:tgtEl>
                                          <p:spTgt spid="40"/>
                                        </p:tgtEl>
                                        <p:attrNameLst>
                                          <p:attrName>3d.view.rotation.y</p:attrName>
                                        </p:attrNameLst>
                                      </p:cBhvr>
                                    </p:animRot>
                                  </p:childTnLst>
                                </p:cTn>
                              </p:par>
                              <p:par>
                                <p:cTn id="9" presetID="2" presetClass="entr" presetSubtype="8" fill="hold" nodeType="withEffect">
                                  <p:stCondLst>
                                    <p:cond delay="35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0-#ppt_w/2"/>
                                          </p:val>
                                        </p:tav>
                                        <p:tav tm="100000">
                                          <p:val>
                                            <p:strVal val="#ppt_x"/>
                                          </p:val>
                                        </p:tav>
                                      </p:tavLst>
                                    </p:anim>
                                    <p:anim calcmode="lin" valueType="num">
                                      <p:cBhvr additive="base">
                                        <p:cTn id="12" dur="500" fill="hold"/>
                                        <p:tgtEl>
                                          <p:spTgt spid="9"/>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35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0-#ppt_w/2"/>
                                          </p:val>
                                        </p:tav>
                                        <p:tav tm="100000">
                                          <p:val>
                                            <p:strVal val="#ppt_x"/>
                                          </p:val>
                                        </p:tav>
                                      </p:tavLst>
                                    </p:anim>
                                    <p:anim calcmode="lin" valueType="num">
                                      <p:cBhvr additive="base">
                                        <p:cTn id="16" dur="500" fill="hold"/>
                                        <p:tgtEl>
                                          <p:spTgt spid="10"/>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35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0-#ppt_w/2"/>
                                          </p:val>
                                        </p:tav>
                                        <p:tav tm="100000">
                                          <p:val>
                                            <p:strVal val="#ppt_x"/>
                                          </p:val>
                                        </p:tav>
                                      </p:tavLst>
                                    </p:anim>
                                    <p:anim calcmode="lin" valueType="num">
                                      <p:cBhvr additive="base">
                                        <p:cTn id="20" dur="500" fill="hold"/>
                                        <p:tgtEl>
                                          <p:spTgt spid="11"/>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35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0-#ppt_w/2"/>
                                          </p:val>
                                        </p:tav>
                                        <p:tav tm="100000">
                                          <p:val>
                                            <p:strVal val="#ppt_x"/>
                                          </p:val>
                                        </p:tav>
                                      </p:tavLst>
                                    </p:anim>
                                    <p:anim calcmode="lin" valueType="num">
                                      <p:cBhvr additive="base">
                                        <p:cTn id="24" dur="500" fill="hold"/>
                                        <p:tgtEl>
                                          <p:spTgt spid="12"/>
                                        </p:tgtEl>
                                        <p:attrNameLst>
                                          <p:attrName>ppt_y</p:attrName>
                                        </p:attrNameLst>
                                      </p:cBhvr>
                                      <p:tavLst>
                                        <p:tav tm="0">
                                          <p:val>
                                            <p:strVal val="#ppt_y"/>
                                          </p:val>
                                        </p:tav>
                                        <p:tav tm="100000">
                                          <p:val>
                                            <p:strVal val="#ppt_y"/>
                                          </p:val>
                                        </p:tav>
                                      </p:tavLst>
                                    </p:anim>
                                  </p:childTnLst>
                                </p:cTn>
                              </p:par>
                              <p:par>
                                <p:cTn id="25" presetID="2" presetClass="entr" presetSubtype="8" fill="hold" nodeType="withEffect">
                                  <p:stCondLst>
                                    <p:cond delay="51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0-#ppt_w/2"/>
                                          </p:val>
                                        </p:tav>
                                        <p:tav tm="100000">
                                          <p:val>
                                            <p:strVal val="#ppt_x"/>
                                          </p:val>
                                        </p:tav>
                                      </p:tavLst>
                                    </p:anim>
                                    <p:anim calcmode="lin" valueType="num">
                                      <p:cBhvr additive="base">
                                        <p:cTn id="28" dur="500" fill="hold"/>
                                        <p:tgtEl>
                                          <p:spTgt spid="13"/>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51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500" fill="hold"/>
                                        <p:tgtEl>
                                          <p:spTgt spid="14"/>
                                        </p:tgtEl>
                                        <p:attrNameLst>
                                          <p:attrName>ppt_x</p:attrName>
                                        </p:attrNameLst>
                                      </p:cBhvr>
                                      <p:tavLst>
                                        <p:tav tm="0">
                                          <p:val>
                                            <p:strVal val="0-#ppt_w/2"/>
                                          </p:val>
                                        </p:tav>
                                        <p:tav tm="100000">
                                          <p:val>
                                            <p:strVal val="#ppt_x"/>
                                          </p:val>
                                        </p:tav>
                                      </p:tavLst>
                                    </p:anim>
                                    <p:anim calcmode="lin" valueType="num">
                                      <p:cBhvr additive="base">
                                        <p:cTn id="32" dur="500" fill="hold"/>
                                        <p:tgtEl>
                                          <p:spTgt spid="14"/>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510"/>
                                  </p:stCondLst>
                                  <p:childTnLst>
                                    <p:set>
                                      <p:cBhvr>
                                        <p:cTn id="34" dur="1" fill="hold">
                                          <p:stCondLst>
                                            <p:cond delay="0"/>
                                          </p:stCondLst>
                                        </p:cTn>
                                        <p:tgtEl>
                                          <p:spTgt spid="15"/>
                                        </p:tgtEl>
                                        <p:attrNameLst>
                                          <p:attrName>style.visibility</p:attrName>
                                        </p:attrNameLst>
                                      </p:cBhvr>
                                      <p:to>
                                        <p:strVal val="visible"/>
                                      </p:to>
                                    </p:set>
                                    <p:anim calcmode="lin" valueType="num">
                                      <p:cBhvr additive="base">
                                        <p:cTn id="35" dur="500" fill="hold"/>
                                        <p:tgtEl>
                                          <p:spTgt spid="15"/>
                                        </p:tgtEl>
                                        <p:attrNameLst>
                                          <p:attrName>ppt_x</p:attrName>
                                        </p:attrNameLst>
                                      </p:cBhvr>
                                      <p:tavLst>
                                        <p:tav tm="0">
                                          <p:val>
                                            <p:strVal val="0-#ppt_w/2"/>
                                          </p:val>
                                        </p:tav>
                                        <p:tav tm="100000">
                                          <p:val>
                                            <p:strVal val="#ppt_x"/>
                                          </p:val>
                                        </p:tav>
                                      </p:tavLst>
                                    </p:anim>
                                    <p:anim calcmode="lin" valueType="num">
                                      <p:cBhvr additive="base">
                                        <p:cTn id="36" dur="500" fill="hold"/>
                                        <p:tgtEl>
                                          <p:spTgt spid="15"/>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510"/>
                                  </p:stCondLst>
                                  <p:childTnLst>
                                    <p:set>
                                      <p:cBhvr>
                                        <p:cTn id="38" dur="1" fill="hold">
                                          <p:stCondLst>
                                            <p:cond delay="0"/>
                                          </p:stCondLst>
                                        </p:cTn>
                                        <p:tgtEl>
                                          <p:spTgt spid="16"/>
                                        </p:tgtEl>
                                        <p:attrNameLst>
                                          <p:attrName>style.visibility</p:attrName>
                                        </p:attrNameLst>
                                      </p:cBhvr>
                                      <p:to>
                                        <p:strVal val="visible"/>
                                      </p:to>
                                    </p:set>
                                    <p:anim calcmode="lin" valueType="num">
                                      <p:cBhvr additive="base">
                                        <p:cTn id="39" dur="500" fill="hold"/>
                                        <p:tgtEl>
                                          <p:spTgt spid="16"/>
                                        </p:tgtEl>
                                        <p:attrNameLst>
                                          <p:attrName>ppt_x</p:attrName>
                                        </p:attrNameLst>
                                      </p:cBhvr>
                                      <p:tavLst>
                                        <p:tav tm="0">
                                          <p:val>
                                            <p:strVal val="0-#ppt_w/2"/>
                                          </p:val>
                                        </p:tav>
                                        <p:tav tm="100000">
                                          <p:val>
                                            <p:strVal val="#ppt_x"/>
                                          </p:val>
                                        </p:tav>
                                      </p:tavLst>
                                    </p:anim>
                                    <p:anim calcmode="lin" valueType="num">
                                      <p:cBhvr additive="base">
                                        <p:cTn id="40" dur="500" fill="hold"/>
                                        <p:tgtEl>
                                          <p:spTgt spid="16"/>
                                        </p:tgtEl>
                                        <p:attrNameLst>
                                          <p:attrName>ppt_y</p:attrName>
                                        </p:attrNameLst>
                                      </p:cBhvr>
                                      <p:tavLst>
                                        <p:tav tm="0">
                                          <p:val>
                                            <p:strVal val="#ppt_y"/>
                                          </p:val>
                                        </p:tav>
                                        <p:tav tm="100000">
                                          <p:val>
                                            <p:strVal val="#ppt_y"/>
                                          </p:val>
                                        </p:tav>
                                      </p:tavLst>
                                    </p:anim>
                                  </p:childTnLst>
                                </p:cTn>
                              </p:par>
                              <p:par>
                                <p:cTn id="41" presetID="2" presetClass="entr" presetSubtype="8" fill="hold" nodeType="withEffect">
                                  <p:stCondLst>
                                    <p:cond delay="670"/>
                                  </p:stCondLst>
                                  <p:childTnLst>
                                    <p:set>
                                      <p:cBhvr>
                                        <p:cTn id="42" dur="1" fill="hold">
                                          <p:stCondLst>
                                            <p:cond delay="0"/>
                                          </p:stCondLst>
                                        </p:cTn>
                                        <p:tgtEl>
                                          <p:spTgt spid="17"/>
                                        </p:tgtEl>
                                        <p:attrNameLst>
                                          <p:attrName>style.visibility</p:attrName>
                                        </p:attrNameLst>
                                      </p:cBhvr>
                                      <p:to>
                                        <p:strVal val="visible"/>
                                      </p:to>
                                    </p:set>
                                    <p:anim calcmode="lin" valueType="num">
                                      <p:cBhvr additive="base">
                                        <p:cTn id="43" dur="500" fill="hold"/>
                                        <p:tgtEl>
                                          <p:spTgt spid="17"/>
                                        </p:tgtEl>
                                        <p:attrNameLst>
                                          <p:attrName>ppt_x</p:attrName>
                                        </p:attrNameLst>
                                      </p:cBhvr>
                                      <p:tavLst>
                                        <p:tav tm="0">
                                          <p:val>
                                            <p:strVal val="0-#ppt_w/2"/>
                                          </p:val>
                                        </p:tav>
                                        <p:tav tm="100000">
                                          <p:val>
                                            <p:strVal val="#ppt_x"/>
                                          </p:val>
                                        </p:tav>
                                      </p:tavLst>
                                    </p:anim>
                                    <p:anim calcmode="lin" valueType="num">
                                      <p:cBhvr additive="base">
                                        <p:cTn id="44" dur="500" fill="hold"/>
                                        <p:tgtEl>
                                          <p:spTgt spid="17"/>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670"/>
                                  </p:stCondLst>
                                  <p:childTnLst>
                                    <p:set>
                                      <p:cBhvr>
                                        <p:cTn id="46" dur="1" fill="hold">
                                          <p:stCondLst>
                                            <p:cond delay="0"/>
                                          </p:stCondLst>
                                        </p:cTn>
                                        <p:tgtEl>
                                          <p:spTgt spid="18"/>
                                        </p:tgtEl>
                                        <p:attrNameLst>
                                          <p:attrName>style.visibility</p:attrName>
                                        </p:attrNameLst>
                                      </p:cBhvr>
                                      <p:to>
                                        <p:strVal val="visible"/>
                                      </p:to>
                                    </p:set>
                                    <p:anim calcmode="lin" valueType="num">
                                      <p:cBhvr additive="base">
                                        <p:cTn id="47" dur="500" fill="hold"/>
                                        <p:tgtEl>
                                          <p:spTgt spid="18"/>
                                        </p:tgtEl>
                                        <p:attrNameLst>
                                          <p:attrName>ppt_x</p:attrName>
                                        </p:attrNameLst>
                                      </p:cBhvr>
                                      <p:tavLst>
                                        <p:tav tm="0">
                                          <p:val>
                                            <p:strVal val="0-#ppt_w/2"/>
                                          </p:val>
                                        </p:tav>
                                        <p:tav tm="100000">
                                          <p:val>
                                            <p:strVal val="#ppt_x"/>
                                          </p:val>
                                        </p:tav>
                                      </p:tavLst>
                                    </p:anim>
                                    <p:anim calcmode="lin" valueType="num">
                                      <p:cBhvr additive="base">
                                        <p:cTn id="48" dur="500" fill="hold"/>
                                        <p:tgtEl>
                                          <p:spTgt spid="18"/>
                                        </p:tgtEl>
                                        <p:attrNameLst>
                                          <p:attrName>ppt_y</p:attrName>
                                        </p:attrNameLst>
                                      </p:cBhvr>
                                      <p:tavLst>
                                        <p:tav tm="0">
                                          <p:val>
                                            <p:strVal val="#ppt_y"/>
                                          </p:val>
                                        </p:tav>
                                        <p:tav tm="100000">
                                          <p:val>
                                            <p:strVal val="#ppt_y"/>
                                          </p:val>
                                        </p:tav>
                                      </p:tavLst>
                                    </p:anim>
                                  </p:childTnLst>
                                </p:cTn>
                              </p:par>
                              <p:par>
                                <p:cTn id="49" presetID="2" presetClass="entr" presetSubtype="8" fill="hold" grpId="0" nodeType="withEffect">
                                  <p:stCondLst>
                                    <p:cond delay="670"/>
                                  </p:stCondLst>
                                  <p:childTnLst>
                                    <p:set>
                                      <p:cBhvr>
                                        <p:cTn id="50" dur="1" fill="hold">
                                          <p:stCondLst>
                                            <p:cond delay="0"/>
                                          </p:stCondLst>
                                        </p:cTn>
                                        <p:tgtEl>
                                          <p:spTgt spid="19"/>
                                        </p:tgtEl>
                                        <p:attrNameLst>
                                          <p:attrName>style.visibility</p:attrName>
                                        </p:attrNameLst>
                                      </p:cBhvr>
                                      <p:to>
                                        <p:strVal val="visible"/>
                                      </p:to>
                                    </p:set>
                                    <p:anim calcmode="lin" valueType="num">
                                      <p:cBhvr additive="base">
                                        <p:cTn id="51" dur="500" fill="hold"/>
                                        <p:tgtEl>
                                          <p:spTgt spid="19"/>
                                        </p:tgtEl>
                                        <p:attrNameLst>
                                          <p:attrName>ppt_x</p:attrName>
                                        </p:attrNameLst>
                                      </p:cBhvr>
                                      <p:tavLst>
                                        <p:tav tm="0">
                                          <p:val>
                                            <p:strVal val="0-#ppt_w/2"/>
                                          </p:val>
                                        </p:tav>
                                        <p:tav tm="100000">
                                          <p:val>
                                            <p:strVal val="#ppt_x"/>
                                          </p:val>
                                        </p:tav>
                                      </p:tavLst>
                                    </p:anim>
                                    <p:anim calcmode="lin" valueType="num">
                                      <p:cBhvr additive="base">
                                        <p:cTn id="52" dur="500" fill="hold"/>
                                        <p:tgtEl>
                                          <p:spTgt spid="19"/>
                                        </p:tgtEl>
                                        <p:attrNameLst>
                                          <p:attrName>ppt_y</p:attrName>
                                        </p:attrNameLst>
                                      </p:cBhvr>
                                      <p:tavLst>
                                        <p:tav tm="0">
                                          <p:val>
                                            <p:strVal val="#ppt_y"/>
                                          </p:val>
                                        </p:tav>
                                        <p:tav tm="100000">
                                          <p:val>
                                            <p:strVal val="#ppt_y"/>
                                          </p:val>
                                        </p:tav>
                                      </p:tavLst>
                                    </p:anim>
                                  </p:childTnLst>
                                </p:cTn>
                              </p:par>
                              <p:par>
                                <p:cTn id="53" presetID="2" presetClass="entr" presetSubtype="8" fill="hold" grpId="0" nodeType="withEffect">
                                  <p:stCondLst>
                                    <p:cond delay="670"/>
                                  </p:stCondLst>
                                  <p:childTnLst>
                                    <p:set>
                                      <p:cBhvr>
                                        <p:cTn id="54" dur="1" fill="hold">
                                          <p:stCondLst>
                                            <p:cond delay="0"/>
                                          </p:stCondLst>
                                        </p:cTn>
                                        <p:tgtEl>
                                          <p:spTgt spid="20"/>
                                        </p:tgtEl>
                                        <p:attrNameLst>
                                          <p:attrName>style.visibility</p:attrName>
                                        </p:attrNameLst>
                                      </p:cBhvr>
                                      <p:to>
                                        <p:strVal val="visible"/>
                                      </p:to>
                                    </p:set>
                                    <p:anim calcmode="lin" valueType="num">
                                      <p:cBhvr additive="base">
                                        <p:cTn id="55" dur="500" fill="hold"/>
                                        <p:tgtEl>
                                          <p:spTgt spid="20"/>
                                        </p:tgtEl>
                                        <p:attrNameLst>
                                          <p:attrName>ppt_x</p:attrName>
                                        </p:attrNameLst>
                                      </p:cBhvr>
                                      <p:tavLst>
                                        <p:tav tm="0">
                                          <p:val>
                                            <p:strVal val="0-#ppt_w/2"/>
                                          </p:val>
                                        </p:tav>
                                        <p:tav tm="100000">
                                          <p:val>
                                            <p:strVal val="#ppt_x"/>
                                          </p:val>
                                        </p:tav>
                                      </p:tavLst>
                                    </p:anim>
                                    <p:anim calcmode="lin" valueType="num">
                                      <p:cBhvr additive="base">
                                        <p:cTn id="56" dur="500" fill="hold"/>
                                        <p:tgtEl>
                                          <p:spTgt spid="20"/>
                                        </p:tgtEl>
                                        <p:attrNameLst>
                                          <p:attrName>ppt_y</p:attrName>
                                        </p:attrNameLst>
                                      </p:cBhvr>
                                      <p:tavLst>
                                        <p:tav tm="0">
                                          <p:val>
                                            <p:strVal val="#ppt_y"/>
                                          </p:val>
                                        </p:tav>
                                        <p:tav tm="100000">
                                          <p:val>
                                            <p:strVal val="#ppt_y"/>
                                          </p:val>
                                        </p:tav>
                                      </p:tavLst>
                                    </p:anim>
                                  </p:childTnLst>
                                </p:cTn>
                              </p:par>
                              <p:par>
                                <p:cTn id="57" presetID="2" presetClass="entr" presetSubtype="8" fill="hold" nodeType="withEffect">
                                  <p:stCondLst>
                                    <p:cond delay="830"/>
                                  </p:stCondLst>
                                  <p:childTnLst>
                                    <p:set>
                                      <p:cBhvr>
                                        <p:cTn id="58" dur="1" fill="hold">
                                          <p:stCondLst>
                                            <p:cond delay="0"/>
                                          </p:stCondLst>
                                        </p:cTn>
                                        <p:tgtEl>
                                          <p:spTgt spid="21"/>
                                        </p:tgtEl>
                                        <p:attrNameLst>
                                          <p:attrName>style.visibility</p:attrName>
                                        </p:attrNameLst>
                                      </p:cBhvr>
                                      <p:to>
                                        <p:strVal val="visible"/>
                                      </p:to>
                                    </p:set>
                                    <p:anim calcmode="lin" valueType="num">
                                      <p:cBhvr additive="base">
                                        <p:cTn id="59" dur="500" fill="hold"/>
                                        <p:tgtEl>
                                          <p:spTgt spid="21"/>
                                        </p:tgtEl>
                                        <p:attrNameLst>
                                          <p:attrName>ppt_x</p:attrName>
                                        </p:attrNameLst>
                                      </p:cBhvr>
                                      <p:tavLst>
                                        <p:tav tm="0">
                                          <p:val>
                                            <p:strVal val="0-#ppt_w/2"/>
                                          </p:val>
                                        </p:tav>
                                        <p:tav tm="100000">
                                          <p:val>
                                            <p:strVal val="#ppt_x"/>
                                          </p:val>
                                        </p:tav>
                                      </p:tavLst>
                                    </p:anim>
                                    <p:anim calcmode="lin" valueType="num">
                                      <p:cBhvr additive="base">
                                        <p:cTn id="60" dur="500" fill="hold"/>
                                        <p:tgtEl>
                                          <p:spTgt spid="21"/>
                                        </p:tgtEl>
                                        <p:attrNameLst>
                                          <p:attrName>ppt_y</p:attrName>
                                        </p:attrNameLst>
                                      </p:cBhvr>
                                      <p:tavLst>
                                        <p:tav tm="0">
                                          <p:val>
                                            <p:strVal val="#ppt_y"/>
                                          </p:val>
                                        </p:tav>
                                        <p:tav tm="100000">
                                          <p:val>
                                            <p:strVal val="#ppt_y"/>
                                          </p:val>
                                        </p:tav>
                                      </p:tavLst>
                                    </p:anim>
                                  </p:childTnLst>
                                </p:cTn>
                              </p:par>
                              <p:par>
                                <p:cTn id="61" presetID="2" presetClass="entr" presetSubtype="8" fill="hold" grpId="0" nodeType="withEffect">
                                  <p:stCondLst>
                                    <p:cond delay="830"/>
                                  </p:stCondLst>
                                  <p:childTnLst>
                                    <p:set>
                                      <p:cBhvr>
                                        <p:cTn id="62" dur="1" fill="hold">
                                          <p:stCondLst>
                                            <p:cond delay="0"/>
                                          </p:stCondLst>
                                        </p:cTn>
                                        <p:tgtEl>
                                          <p:spTgt spid="22"/>
                                        </p:tgtEl>
                                        <p:attrNameLst>
                                          <p:attrName>style.visibility</p:attrName>
                                        </p:attrNameLst>
                                      </p:cBhvr>
                                      <p:to>
                                        <p:strVal val="visible"/>
                                      </p:to>
                                    </p:set>
                                    <p:anim calcmode="lin" valueType="num">
                                      <p:cBhvr additive="base">
                                        <p:cTn id="63" dur="500" fill="hold"/>
                                        <p:tgtEl>
                                          <p:spTgt spid="22"/>
                                        </p:tgtEl>
                                        <p:attrNameLst>
                                          <p:attrName>ppt_x</p:attrName>
                                        </p:attrNameLst>
                                      </p:cBhvr>
                                      <p:tavLst>
                                        <p:tav tm="0">
                                          <p:val>
                                            <p:strVal val="0-#ppt_w/2"/>
                                          </p:val>
                                        </p:tav>
                                        <p:tav tm="100000">
                                          <p:val>
                                            <p:strVal val="#ppt_x"/>
                                          </p:val>
                                        </p:tav>
                                      </p:tavLst>
                                    </p:anim>
                                    <p:anim calcmode="lin" valueType="num">
                                      <p:cBhvr additive="base">
                                        <p:cTn id="64" dur="500" fill="hold"/>
                                        <p:tgtEl>
                                          <p:spTgt spid="22"/>
                                        </p:tgtEl>
                                        <p:attrNameLst>
                                          <p:attrName>ppt_y</p:attrName>
                                        </p:attrNameLst>
                                      </p:cBhvr>
                                      <p:tavLst>
                                        <p:tav tm="0">
                                          <p:val>
                                            <p:strVal val="#ppt_y"/>
                                          </p:val>
                                        </p:tav>
                                        <p:tav tm="100000">
                                          <p:val>
                                            <p:strVal val="#ppt_y"/>
                                          </p:val>
                                        </p:tav>
                                      </p:tavLst>
                                    </p:anim>
                                  </p:childTnLst>
                                </p:cTn>
                              </p:par>
                              <p:par>
                                <p:cTn id="65" presetID="2" presetClass="entr" presetSubtype="8" fill="hold" grpId="0" nodeType="withEffect">
                                  <p:stCondLst>
                                    <p:cond delay="830"/>
                                  </p:stCondLst>
                                  <p:childTnLst>
                                    <p:set>
                                      <p:cBhvr>
                                        <p:cTn id="66" dur="1" fill="hold">
                                          <p:stCondLst>
                                            <p:cond delay="0"/>
                                          </p:stCondLst>
                                        </p:cTn>
                                        <p:tgtEl>
                                          <p:spTgt spid="23"/>
                                        </p:tgtEl>
                                        <p:attrNameLst>
                                          <p:attrName>style.visibility</p:attrName>
                                        </p:attrNameLst>
                                      </p:cBhvr>
                                      <p:to>
                                        <p:strVal val="visible"/>
                                      </p:to>
                                    </p:set>
                                    <p:anim calcmode="lin" valueType="num">
                                      <p:cBhvr additive="base">
                                        <p:cTn id="67" dur="500" fill="hold"/>
                                        <p:tgtEl>
                                          <p:spTgt spid="23"/>
                                        </p:tgtEl>
                                        <p:attrNameLst>
                                          <p:attrName>ppt_x</p:attrName>
                                        </p:attrNameLst>
                                      </p:cBhvr>
                                      <p:tavLst>
                                        <p:tav tm="0">
                                          <p:val>
                                            <p:strVal val="0-#ppt_w/2"/>
                                          </p:val>
                                        </p:tav>
                                        <p:tav tm="100000">
                                          <p:val>
                                            <p:strVal val="#ppt_x"/>
                                          </p:val>
                                        </p:tav>
                                      </p:tavLst>
                                    </p:anim>
                                    <p:anim calcmode="lin" valueType="num">
                                      <p:cBhvr additive="base">
                                        <p:cTn id="68" dur="500" fill="hold"/>
                                        <p:tgtEl>
                                          <p:spTgt spid="23"/>
                                        </p:tgtEl>
                                        <p:attrNameLst>
                                          <p:attrName>ppt_y</p:attrName>
                                        </p:attrNameLst>
                                      </p:cBhvr>
                                      <p:tavLst>
                                        <p:tav tm="0">
                                          <p:val>
                                            <p:strVal val="#ppt_y"/>
                                          </p:val>
                                        </p:tav>
                                        <p:tav tm="100000">
                                          <p:val>
                                            <p:strVal val="#ppt_y"/>
                                          </p:val>
                                        </p:tav>
                                      </p:tavLst>
                                    </p:anim>
                                  </p:childTnLst>
                                </p:cTn>
                              </p:par>
                              <p:par>
                                <p:cTn id="69" presetID="2" presetClass="entr" presetSubtype="8" fill="hold" grpId="0" nodeType="withEffect">
                                  <p:stCondLst>
                                    <p:cond delay="830"/>
                                  </p:stCondLst>
                                  <p:childTnLst>
                                    <p:set>
                                      <p:cBhvr>
                                        <p:cTn id="70" dur="1" fill="hold">
                                          <p:stCondLst>
                                            <p:cond delay="0"/>
                                          </p:stCondLst>
                                        </p:cTn>
                                        <p:tgtEl>
                                          <p:spTgt spid="24"/>
                                        </p:tgtEl>
                                        <p:attrNameLst>
                                          <p:attrName>style.visibility</p:attrName>
                                        </p:attrNameLst>
                                      </p:cBhvr>
                                      <p:to>
                                        <p:strVal val="visible"/>
                                      </p:to>
                                    </p:set>
                                    <p:anim calcmode="lin" valueType="num">
                                      <p:cBhvr additive="base">
                                        <p:cTn id="71" dur="500" fill="hold"/>
                                        <p:tgtEl>
                                          <p:spTgt spid="24"/>
                                        </p:tgtEl>
                                        <p:attrNameLst>
                                          <p:attrName>ppt_x</p:attrName>
                                        </p:attrNameLst>
                                      </p:cBhvr>
                                      <p:tavLst>
                                        <p:tav tm="0">
                                          <p:val>
                                            <p:strVal val="0-#ppt_w/2"/>
                                          </p:val>
                                        </p:tav>
                                        <p:tav tm="100000">
                                          <p:val>
                                            <p:strVal val="#ppt_x"/>
                                          </p:val>
                                        </p:tav>
                                      </p:tavLst>
                                    </p:anim>
                                    <p:anim calcmode="lin" valueType="num">
                                      <p:cBhvr additive="base">
                                        <p:cTn id="72" dur="500" fill="hold"/>
                                        <p:tgtEl>
                                          <p:spTgt spid="24"/>
                                        </p:tgtEl>
                                        <p:attrNameLst>
                                          <p:attrName>ppt_y</p:attrName>
                                        </p:attrNameLst>
                                      </p:cBhvr>
                                      <p:tavLst>
                                        <p:tav tm="0">
                                          <p:val>
                                            <p:strVal val="#ppt_y"/>
                                          </p:val>
                                        </p:tav>
                                        <p:tav tm="100000">
                                          <p:val>
                                            <p:strVal val="#ppt_y"/>
                                          </p:val>
                                        </p:tav>
                                      </p:tavLst>
                                    </p:anim>
                                  </p:childTnLst>
                                </p:cTn>
                              </p:par>
                              <p:par>
                                <p:cTn id="73" presetID="2" presetClass="entr" presetSubtype="8" fill="hold" nodeType="withEffect">
                                  <p:stCondLst>
                                    <p:cond delay="990"/>
                                  </p:stCondLst>
                                  <p:childTnLst>
                                    <p:set>
                                      <p:cBhvr>
                                        <p:cTn id="74" dur="1" fill="hold">
                                          <p:stCondLst>
                                            <p:cond delay="0"/>
                                          </p:stCondLst>
                                        </p:cTn>
                                        <p:tgtEl>
                                          <p:spTgt spid="25"/>
                                        </p:tgtEl>
                                        <p:attrNameLst>
                                          <p:attrName>style.visibility</p:attrName>
                                        </p:attrNameLst>
                                      </p:cBhvr>
                                      <p:to>
                                        <p:strVal val="visible"/>
                                      </p:to>
                                    </p:set>
                                    <p:anim calcmode="lin" valueType="num">
                                      <p:cBhvr additive="base">
                                        <p:cTn id="75" dur="500" fill="hold"/>
                                        <p:tgtEl>
                                          <p:spTgt spid="25"/>
                                        </p:tgtEl>
                                        <p:attrNameLst>
                                          <p:attrName>ppt_x</p:attrName>
                                        </p:attrNameLst>
                                      </p:cBhvr>
                                      <p:tavLst>
                                        <p:tav tm="0">
                                          <p:val>
                                            <p:strVal val="0-#ppt_w/2"/>
                                          </p:val>
                                        </p:tav>
                                        <p:tav tm="100000">
                                          <p:val>
                                            <p:strVal val="#ppt_x"/>
                                          </p:val>
                                        </p:tav>
                                      </p:tavLst>
                                    </p:anim>
                                    <p:anim calcmode="lin" valueType="num">
                                      <p:cBhvr additive="base">
                                        <p:cTn id="76" dur="500" fill="hold"/>
                                        <p:tgtEl>
                                          <p:spTgt spid="25"/>
                                        </p:tgtEl>
                                        <p:attrNameLst>
                                          <p:attrName>ppt_y</p:attrName>
                                        </p:attrNameLst>
                                      </p:cBhvr>
                                      <p:tavLst>
                                        <p:tav tm="0">
                                          <p:val>
                                            <p:strVal val="#ppt_y"/>
                                          </p:val>
                                        </p:tav>
                                        <p:tav tm="100000">
                                          <p:val>
                                            <p:strVal val="#ppt_y"/>
                                          </p:val>
                                        </p:tav>
                                      </p:tavLst>
                                    </p:anim>
                                  </p:childTnLst>
                                </p:cTn>
                              </p:par>
                              <p:par>
                                <p:cTn id="77" presetID="2" presetClass="entr" presetSubtype="8" fill="hold" grpId="0" nodeType="withEffect">
                                  <p:stCondLst>
                                    <p:cond delay="990"/>
                                  </p:stCondLst>
                                  <p:childTnLst>
                                    <p:set>
                                      <p:cBhvr>
                                        <p:cTn id="78" dur="1" fill="hold">
                                          <p:stCondLst>
                                            <p:cond delay="0"/>
                                          </p:stCondLst>
                                        </p:cTn>
                                        <p:tgtEl>
                                          <p:spTgt spid="26"/>
                                        </p:tgtEl>
                                        <p:attrNameLst>
                                          <p:attrName>style.visibility</p:attrName>
                                        </p:attrNameLst>
                                      </p:cBhvr>
                                      <p:to>
                                        <p:strVal val="visible"/>
                                      </p:to>
                                    </p:set>
                                    <p:anim calcmode="lin" valueType="num">
                                      <p:cBhvr additive="base">
                                        <p:cTn id="79" dur="500" fill="hold"/>
                                        <p:tgtEl>
                                          <p:spTgt spid="26"/>
                                        </p:tgtEl>
                                        <p:attrNameLst>
                                          <p:attrName>ppt_x</p:attrName>
                                        </p:attrNameLst>
                                      </p:cBhvr>
                                      <p:tavLst>
                                        <p:tav tm="0">
                                          <p:val>
                                            <p:strVal val="0-#ppt_w/2"/>
                                          </p:val>
                                        </p:tav>
                                        <p:tav tm="100000">
                                          <p:val>
                                            <p:strVal val="#ppt_x"/>
                                          </p:val>
                                        </p:tav>
                                      </p:tavLst>
                                    </p:anim>
                                    <p:anim calcmode="lin" valueType="num">
                                      <p:cBhvr additive="base">
                                        <p:cTn id="80" dur="500" fill="hold"/>
                                        <p:tgtEl>
                                          <p:spTgt spid="26"/>
                                        </p:tgtEl>
                                        <p:attrNameLst>
                                          <p:attrName>ppt_y</p:attrName>
                                        </p:attrNameLst>
                                      </p:cBhvr>
                                      <p:tavLst>
                                        <p:tav tm="0">
                                          <p:val>
                                            <p:strVal val="#ppt_y"/>
                                          </p:val>
                                        </p:tav>
                                        <p:tav tm="100000">
                                          <p:val>
                                            <p:strVal val="#ppt_y"/>
                                          </p:val>
                                        </p:tav>
                                      </p:tavLst>
                                    </p:anim>
                                  </p:childTnLst>
                                </p:cTn>
                              </p:par>
                              <p:par>
                                <p:cTn id="81" presetID="2" presetClass="entr" presetSubtype="8" fill="hold" grpId="0" nodeType="withEffect">
                                  <p:stCondLst>
                                    <p:cond delay="990"/>
                                  </p:stCondLst>
                                  <p:childTnLst>
                                    <p:set>
                                      <p:cBhvr>
                                        <p:cTn id="82" dur="1" fill="hold">
                                          <p:stCondLst>
                                            <p:cond delay="0"/>
                                          </p:stCondLst>
                                        </p:cTn>
                                        <p:tgtEl>
                                          <p:spTgt spid="27"/>
                                        </p:tgtEl>
                                        <p:attrNameLst>
                                          <p:attrName>style.visibility</p:attrName>
                                        </p:attrNameLst>
                                      </p:cBhvr>
                                      <p:to>
                                        <p:strVal val="visible"/>
                                      </p:to>
                                    </p:set>
                                    <p:anim calcmode="lin" valueType="num">
                                      <p:cBhvr additive="base">
                                        <p:cTn id="83" dur="500" fill="hold"/>
                                        <p:tgtEl>
                                          <p:spTgt spid="27"/>
                                        </p:tgtEl>
                                        <p:attrNameLst>
                                          <p:attrName>ppt_x</p:attrName>
                                        </p:attrNameLst>
                                      </p:cBhvr>
                                      <p:tavLst>
                                        <p:tav tm="0">
                                          <p:val>
                                            <p:strVal val="0-#ppt_w/2"/>
                                          </p:val>
                                        </p:tav>
                                        <p:tav tm="100000">
                                          <p:val>
                                            <p:strVal val="#ppt_x"/>
                                          </p:val>
                                        </p:tav>
                                      </p:tavLst>
                                    </p:anim>
                                    <p:anim calcmode="lin" valueType="num">
                                      <p:cBhvr additive="base">
                                        <p:cTn id="84" dur="500" fill="hold"/>
                                        <p:tgtEl>
                                          <p:spTgt spid="27"/>
                                        </p:tgtEl>
                                        <p:attrNameLst>
                                          <p:attrName>ppt_y</p:attrName>
                                        </p:attrNameLst>
                                      </p:cBhvr>
                                      <p:tavLst>
                                        <p:tav tm="0">
                                          <p:val>
                                            <p:strVal val="#ppt_y"/>
                                          </p:val>
                                        </p:tav>
                                        <p:tav tm="100000">
                                          <p:val>
                                            <p:strVal val="#ppt_y"/>
                                          </p:val>
                                        </p:tav>
                                      </p:tavLst>
                                    </p:anim>
                                  </p:childTnLst>
                                </p:cTn>
                              </p:par>
                              <p:par>
                                <p:cTn id="85" presetID="2" presetClass="entr" presetSubtype="8" fill="hold" grpId="0" nodeType="withEffect">
                                  <p:stCondLst>
                                    <p:cond delay="990"/>
                                  </p:stCondLst>
                                  <p:childTnLst>
                                    <p:set>
                                      <p:cBhvr>
                                        <p:cTn id="86" dur="1" fill="hold">
                                          <p:stCondLst>
                                            <p:cond delay="0"/>
                                          </p:stCondLst>
                                        </p:cTn>
                                        <p:tgtEl>
                                          <p:spTgt spid="28"/>
                                        </p:tgtEl>
                                        <p:attrNameLst>
                                          <p:attrName>style.visibility</p:attrName>
                                        </p:attrNameLst>
                                      </p:cBhvr>
                                      <p:to>
                                        <p:strVal val="visible"/>
                                      </p:to>
                                    </p:set>
                                    <p:anim calcmode="lin" valueType="num">
                                      <p:cBhvr additive="base">
                                        <p:cTn id="87" dur="500" fill="hold"/>
                                        <p:tgtEl>
                                          <p:spTgt spid="28"/>
                                        </p:tgtEl>
                                        <p:attrNameLst>
                                          <p:attrName>ppt_x</p:attrName>
                                        </p:attrNameLst>
                                      </p:cBhvr>
                                      <p:tavLst>
                                        <p:tav tm="0">
                                          <p:val>
                                            <p:strVal val="0-#ppt_w/2"/>
                                          </p:val>
                                        </p:tav>
                                        <p:tav tm="100000">
                                          <p:val>
                                            <p:strVal val="#ppt_x"/>
                                          </p:val>
                                        </p:tav>
                                      </p:tavLst>
                                    </p:anim>
                                    <p:anim calcmode="lin" valueType="num">
                                      <p:cBhvr additive="base">
                                        <p:cTn id="88" dur="500" fill="hold"/>
                                        <p:tgtEl>
                                          <p:spTgt spid="28"/>
                                        </p:tgtEl>
                                        <p:attrNameLst>
                                          <p:attrName>ppt_y</p:attrName>
                                        </p:attrNameLst>
                                      </p:cBhvr>
                                      <p:tavLst>
                                        <p:tav tm="0">
                                          <p:val>
                                            <p:strVal val="#ppt_y"/>
                                          </p:val>
                                        </p:tav>
                                        <p:tav tm="100000">
                                          <p:val>
                                            <p:strVal val="#ppt_y"/>
                                          </p:val>
                                        </p:tav>
                                      </p:tavLst>
                                    </p:anim>
                                  </p:childTnLst>
                                </p:cTn>
                              </p:par>
                              <p:par>
                                <p:cTn id="89" presetID="53" presetClass="entr" presetSubtype="16" fill="hold" grpId="0" nodeType="withEffect">
                                  <p:stCondLst>
                                    <p:cond delay="1150"/>
                                  </p:stCondLst>
                                  <p:childTnLst>
                                    <p:set>
                                      <p:cBhvr>
                                        <p:cTn id="90" dur="1" fill="hold">
                                          <p:stCondLst>
                                            <p:cond delay="0"/>
                                          </p:stCondLst>
                                        </p:cTn>
                                        <p:tgtEl>
                                          <p:spTgt spid="29"/>
                                        </p:tgtEl>
                                        <p:attrNameLst>
                                          <p:attrName>style.visibility</p:attrName>
                                        </p:attrNameLst>
                                      </p:cBhvr>
                                      <p:to>
                                        <p:strVal val="visible"/>
                                      </p:to>
                                    </p:set>
                                    <p:anim calcmode="lin" valueType="num">
                                      <p:cBhvr>
                                        <p:cTn id="91" dur="550" fill="hold"/>
                                        <p:tgtEl>
                                          <p:spTgt spid="29"/>
                                        </p:tgtEl>
                                        <p:attrNameLst>
                                          <p:attrName>ppt_w</p:attrName>
                                        </p:attrNameLst>
                                      </p:cBhvr>
                                      <p:tavLst>
                                        <p:tav tm="0">
                                          <p:val>
                                            <p:fltVal val="0"/>
                                          </p:val>
                                        </p:tav>
                                        <p:tav tm="100000">
                                          <p:val>
                                            <p:strVal val="#ppt_w"/>
                                          </p:val>
                                        </p:tav>
                                      </p:tavLst>
                                    </p:anim>
                                    <p:anim calcmode="lin" valueType="num">
                                      <p:cBhvr>
                                        <p:cTn id="92" dur="550" fill="hold"/>
                                        <p:tgtEl>
                                          <p:spTgt spid="29"/>
                                        </p:tgtEl>
                                        <p:attrNameLst>
                                          <p:attrName>ppt_h</p:attrName>
                                        </p:attrNameLst>
                                      </p:cBhvr>
                                      <p:tavLst>
                                        <p:tav tm="0">
                                          <p:val>
                                            <p:fltVal val="0"/>
                                          </p:val>
                                        </p:tav>
                                        <p:tav tm="100000">
                                          <p:val>
                                            <p:strVal val="#ppt_h"/>
                                          </p:val>
                                        </p:tav>
                                      </p:tavLst>
                                    </p:anim>
                                    <p:animEffect transition="in" filter="fade">
                                      <p:cBhvr>
                                        <p:cTn id="93" dur="550"/>
                                        <p:tgtEl>
                                          <p:spTgt spid="29"/>
                                        </p:tgtEl>
                                      </p:cBhvr>
                                    </p:animEffect>
                                  </p:childTnLst>
                                </p:cTn>
                              </p:par>
                              <p:par>
                                <p:cTn id="94" presetID="53" presetClass="entr" presetSubtype="16" fill="hold" grpId="0" nodeType="withEffect">
                                  <p:stCondLst>
                                    <p:cond delay="1150"/>
                                  </p:stCondLst>
                                  <p:childTnLst>
                                    <p:set>
                                      <p:cBhvr>
                                        <p:cTn id="95" dur="1" fill="hold">
                                          <p:stCondLst>
                                            <p:cond delay="0"/>
                                          </p:stCondLst>
                                        </p:cTn>
                                        <p:tgtEl>
                                          <p:spTgt spid="30"/>
                                        </p:tgtEl>
                                        <p:attrNameLst>
                                          <p:attrName>style.visibility</p:attrName>
                                        </p:attrNameLst>
                                      </p:cBhvr>
                                      <p:to>
                                        <p:strVal val="visible"/>
                                      </p:to>
                                    </p:set>
                                    <p:anim calcmode="lin" valueType="num">
                                      <p:cBhvr>
                                        <p:cTn id="96" dur="550" fill="hold"/>
                                        <p:tgtEl>
                                          <p:spTgt spid="30"/>
                                        </p:tgtEl>
                                        <p:attrNameLst>
                                          <p:attrName>ppt_w</p:attrName>
                                        </p:attrNameLst>
                                      </p:cBhvr>
                                      <p:tavLst>
                                        <p:tav tm="0">
                                          <p:val>
                                            <p:fltVal val="0"/>
                                          </p:val>
                                        </p:tav>
                                        <p:tav tm="100000">
                                          <p:val>
                                            <p:strVal val="#ppt_w"/>
                                          </p:val>
                                        </p:tav>
                                      </p:tavLst>
                                    </p:anim>
                                    <p:anim calcmode="lin" valueType="num">
                                      <p:cBhvr>
                                        <p:cTn id="97" dur="550" fill="hold"/>
                                        <p:tgtEl>
                                          <p:spTgt spid="30"/>
                                        </p:tgtEl>
                                        <p:attrNameLst>
                                          <p:attrName>ppt_h</p:attrName>
                                        </p:attrNameLst>
                                      </p:cBhvr>
                                      <p:tavLst>
                                        <p:tav tm="0">
                                          <p:val>
                                            <p:fltVal val="0"/>
                                          </p:val>
                                        </p:tav>
                                        <p:tav tm="100000">
                                          <p:val>
                                            <p:strVal val="#ppt_h"/>
                                          </p:val>
                                        </p:tav>
                                      </p:tavLst>
                                    </p:anim>
                                    <p:animEffect transition="in" filter="fade">
                                      <p:cBhvr>
                                        <p:cTn id="98" dur="55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4" grpId="0" animBg="1"/>
      <p:bldP spid="15" grpId="0" animBg="1"/>
      <p:bldP spid="16" grpId="0" animBg="1"/>
      <p:bldP spid="18" grpId="0" animBg="1"/>
      <p:bldP spid="19" grpId="0" animBg="1"/>
      <p:bldP spid="20" grpId="0" animBg="1"/>
      <p:bldP spid="22" grpId="0" animBg="1"/>
      <p:bldP spid="23" grpId="0" animBg="1"/>
      <p:bldP spid="24" grpId="0" animBg="1"/>
      <p:bldP spid="26" grpId="0" animBg="1"/>
      <p:bldP spid="27" grpId="0" animBg="1"/>
      <p:bldP spid="28" grpId="0" animBg="1"/>
      <p:bldP spid="29" grpId="0" animBg="1"/>
      <p:bldP spid="3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Glow" descr="assets/glow_soft.png"/>
          <p:cNvPicPr>
            <a:picLocks noChangeAspect="1"/>
          </p:cNvPicPr>
          <p:nvPr/>
        </p:nvPicPr>
        <p:blipFill>
          <a:blip r:embed="rId4"/>
          <a:stretch>
            <a:fillRect/>
          </a:stretch>
        </p:blipFill>
        <p:spPr>
          <a:xfrm>
            <a:off x="9767621" y="-371246"/>
            <a:ext cx="2743200" cy="2743200"/>
          </a:xfrm>
          <a:prstGeom prst="rect">
            <a:avLst/>
          </a:prstGeom>
        </p:spPr>
      </p:pic>
      <p:sp>
        <p:nvSpPr>
          <p:cNvPr id="3" name="Text 0"/>
          <p:cNvSpPr txBox="1"/>
          <p:nvPr/>
        </p:nvSpPr>
        <p:spPr>
          <a:xfrm>
            <a:off x="548640" y="274320"/>
            <a:ext cx="9692640" cy="256032"/>
          </a:xfrm>
          <a:prstGeom prst="rect">
            <a:avLst/>
          </a:prstGeom>
          <a:noFill/>
          <a:ln/>
        </p:spPr>
        <p:txBody>
          <a:bodyPr wrap="square" lIns="0" tIns="0" rIns="0" bIns="0" rtlCol="0" anchor="t"/>
          <a:lstStyle/>
          <a:p>
            <a:pPr marL="0" indent="0">
              <a:buNone/>
            </a:pPr>
            <a:r>
              <a:rPr lang="en-US" sz="950" i="1" dirty="0">
                <a:solidFill>
                  <a:srgbClr val="6E6A85"/>
                </a:solidFill>
                <a:latin typeface="Segoe UI" pitchFamily="34" charset="0"/>
                <a:ea typeface="Segoe UI" pitchFamily="34" charset="-122"/>
                <a:cs typeface="Segoe UI" pitchFamily="34" charset="-120"/>
              </a:rPr>
              <a:t>Mise en place d’une plateforme intelligente d’assistance au dépannage et de mise en relation avec des techniciens</a:t>
            </a:r>
            <a:endParaRPr lang="en-US" sz="950" dirty="0"/>
          </a:p>
        </p:txBody>
      </p:sp>
      <p:sp>
        <p:nvSpPr>
          <p:cNvPr id="4" name="!!Kicker"/>
          <p:cNvSpPr txBox="1"/>
          <p:nvPr/>
        </p:nvSpPr>
        <p:spPr>
          <a:xfrm>
            <a:off x="548640" y="713232"/>
            <a:ext cx="9692640" cy="274320"/>
          </a:xfrm>
          <a:prstGeom prst="rect">
            <a:avLst/>
          </a:prstGeom>
          <a:noFill/>
          <a:ln/>
        </p:spPr>
        <p:txBody>
          <a:bodyPr wrap="square" lIns="0" tIns="0" rIns="0" bIns="0" rtlCol="0" anchor="t"/>
          <a:lstStyle/>
          <a:p>
            <a:pPr marL="0" indent="0">
              <a:buNone/>
            </a:pPr>
            <a:r>
              <a:rPr lang="en-US" sz="1100" b="1" kern="0" spc="200" dirty="0">
                <a:solidFill>
                  <a:srgbClr val="5B2FD6"/>
                </a:solidFill>
                <a:latin typeface="Segoe UI" pitchFamily="34" charset="0"/>
                <a:ea typeface="Segoe UI" pitchFamily="34" charset="-122"/>
                <a:cs typeface="Segoe UI" pitchFamily="34" charset="-120"/>
              </a:rPr>
              <a:t>05 · RÉSULTATS</a:t>
            </a:r>
            <a:endParaRPr lang="en-US" sz="1100" dirty="0"/>
          </a:p>
        </p:txBody>
      </p:sp>
      <p:sp>
        <p:nvSpPr>
          <p:cNvPr id="5" name="!!Title"/>
          <p:cNvSpPr txBox="1"/>
          <p:nvPr/>
        </p:nvSpPr>
        <p:spPr>
          <a:xfrm>
            <a:off x="548640" y="987552"/>
            <a:ext cx="9692640" cy="658368"/>
          </a:xfrm>
          <a:prstGeom prst="rect">
            <a:avLst/>
          </a:prstGeom>
          <a:noFill/>
          <a:ln/>
        </p:spPr>
        <p:txBody>
          <a:bodyPr wrap="square" lIns="0" tIns="0" rIns="0" bIns="0" rtlCol="0" anchor="ctr"/>
          <a:lstStyle/>
          <a:p>
            <a:pPr marL="0" indent="0">
              <a:buNone/>
            </a:pPr>
            <a:r>
              <a:rPr lang="en-US" sz="2800" dirty="0">
                <a:solidFill>
                  <a:srgbClr val="17132E"/>
                </a:solidFill>
                <a:latin typeface="Segoe UI Semibold" pitchFamily="34" charset="0"/>
                <a:ea typeface="Segoe UI Semibold" pitchFamily="34" charset="-122"/>
                <a:cs typeface="Segoe UI Semibold" pitchFamily="34" charset="-120"/>
              </a:rPr>
              <a:t>Les fonctionnalités de la plateforme</a:t>
            </a:r>
            <a:endParaRPr lang="en-US" sz="2800" dirty="0"/>
          </a:p>
        </p:txBody>
      </p:sp>
      <p:sp>
        <p:nvSpPr>
          <p:cNvPr id="6" name="S21_A00_rise_394"/>
          <p:cNvSpPr/>
          <p:nvPr/>
        </p:nvSpPr>
        <p:spPr>
          <a:xfrm>
            <a:off x="548640" y="1783080"/>
            <a:ext cx="3520440" cy="3063240"/>
          </a:xfrm>
          <a:prstGeom prst="roundRect">
            <a:avLst>
              <a:gd name="adj" fmla="val 4776"/>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7" name="S21_A00_rise_395"/>
          <p:cNvSpPr/>
          <p:nvPr/>
        </p:nvSpPr>
        <p:spPr>
          <a:xfrm>
            <a:off x="822960" y="2011680"/>
            <a:ext cx="603504" cy="603504"/>
          </a:xfrm>
          <a:prstGeom prst="ellipse">
            <a:avLst/>
          </a:prstGeom>
          <a:solidFill>
            <a:srgbClr val="EEE9FD"/>
          </a:solidFill>
          <a:ln w="9525">
            <a:solidFill>
              <a:srgbClr val="D6CCFA"/>
            </a:solidFill>
            <a:prstDash val="solid"/>
          </a:ln>
        </p:spPr>
      </p:sp>
      <p:pic>
        <p:nvPicPr>
          <p:cNvPr id="8" name="S21_A00_rise_396" descr="preencoded.png"/>
          <p:cNvPicPr>
            <a:picLocks noChangeAspect="1"/>
          </p:cNvPicPr>
          <p:nvPr/>
        </p:nvPicPr>
        <p:blipFill>
          <a:blip r:embed="rId5"/>
          <a:stretch>
            <a:fillRect/>
          </a:stretch>
        </p:blipFill>
        <p:spPr>
          <a:xfrm>
            <a:off x="979871" y="2168591"/>
            <a:ext cx="289682" cy="289682"/>
          </a:xfrm>
          <a:prstGeom prst="rect">
            <a:avLst/>
          </a:prstGeom>
        </p:spPr>
      </p:pic>
      <p:sp>
        <p:nvSpPr>
          <p:cNvPr id="9" name="S21_A00_rise_397"/>
          <p:cNvSpPr txBox="1"/>
          <p:nvPr/>
        </p:nvSpPr>
        <p:spPr>
          <a:xfrm>
            <a:off x="1572768" y="2011680"/>
            <a:ext cx="2286000" cy="603504"/>
          </a:xfrm>
          <a:prstGeom prst="rect">
            <a:avLst/>
          </a:prstGeom>
          <a:noFill/>
          <a:ln/>
        </p:spPr>
        <p:txBody>
          <a:bodyPr wrap="square" lIns="0" tIns="0" rIns="0" bIns="0" rtlCol="0" anchor="ctr"/>
          <a:lstStyle/>
          <a:p>
            <a:pPr marL="0" indent="0">
              <a:buNone/>
            </a:pPr>
            <a:r>
              <a:rPr lang="en-US" sz="1700" dirty="0">
                <a:solidFill>
                  <a:srgbClr val="17132E"/>
                </a:solidFill>
                <a:latin typeface="Segoe UI Semibold" pitchFamily="34" charset="0"/>
                <a:ea typeface="Segoe UI Semibold" pitchFamily="34" charset="-122"/>
                <a:cs typeface="Segoe UI Semibold" pitchFamily="34" charset="-120"/>
              </a:rPr>
              <a:t>Client</a:t>
            </a:r>
            <a:endParaRPr lang="en-US" sz="1700" dirty="0"/>
          </a:p>
        </p:txBody>
      </p:sp>
      <p:pic>
        <p:nvPicPr>
          <p:cNvPr id="10" name="S21_A00_rise_398" descr="preencoded.png"/>
          <p:cNvPicPr>
            <a:picLocks noChangeAspect="1"/>
          </p:cNvPicPr>
          <p:nvPr/>
        </p:nvPicPr>
        <p:blipFill>
          <a:blip r:embed="rId6"/>
          <a:stretch>
            <a:fillRect/>
          </a:stretch>
        </p:blipFill>
        <p:spPr>
          <a:xfrm>
            <a:off x="841248" y="2880360"/>
            <a:ext cx="219456" cy="219456"/>
          </a:xfrm>
          <a:prstGeom prst="rect">
            <a:avLst/>
          </a:prstGeom>
        </p:spPr>
      </p:pic>
      <p:sp>
        <p:nvSpPr>
          <p:cNvPr id="11" name="S21_A00_rise_399"/>
          <p:cNvSpPr txBox="1"/>
          <p:nvPr/>
        </p:nvSpPr>
        <p:spPr>
          <a:xfrm>
            <a:off x="1188720" y="2834640"/>
            <a:ext cx="2743200" cy="420624"/>
          </a:xfrm>
          <a:prstGeom prst="rect">
            <a:avLst/>
          </a:prstGeom>
          <a:noFill/>
          <a:ln/>
        </p:spPr>
        <p:txBody>
          <a:bodyPr wrap="square" lIns="0" tIns="0" rIns="0" bIns="0" rtlCol="0" anchor="t"/>
          <a:lstStyle/>
          <a:p>
            <a:pPr marL="0" indent="0">
              <a:buNone/>
            </a:pPr>
            <a:r>
              <a:rPr lang="en-US" sz="1150" dirty="0">
                <a:solidFill>
                  <a:srgbClr val="3E3A56"/>
                </a:solidFill>
                <a:latin typeface="Segoe UI" pitchFamily="34" charset="0"/>
                <a:ea typeface="Segoe UI" pitchFamily="34" charset="-122"/>
                <a:cs typeface="Segoe UI" pitchFamily="34" charset="-120"/>
              </a:rPr>
              <a:t>Demande avec diagnostic IA</a:t>
            </a:r>
            <a:endParaRPr lang="en-US" sz="1150" dirty="0"/>
          </a:p>
        </p:txBody>
      </p:sp>
      <p:pic>
        <p:nvPicPr>
          <p:cNvPr id="12" name="S21_A00_rise_400" descr="preencoded.png"/>
          <p:cNvPicPr>
            <a:picLocks noChangeAspect="1"/>
          </p:cNvPicPr>
          <p:nvPr/>
        </p:nvPicPr>
        <p:blipFill>
          <a:blip r:embed="rId6"/>
          <a:stretch>
            <a:fillRect/>
          </a:stretch>
        </p:blipFill>
        <p:spPr>
          <a:xfrm>
            <a:off x="841248" y="3364992"/>
            <a:ext cx="219456" cy="219456"/>
          </a:xfrm>
          <a:prstGeom prst="rect">
            <a:avLst/>
          </a:prstGeom>
        </p:spPr>
      </p:pic>
      <p:sp>
        <p:nvSpPr>
          <p:cNvPr id="13" name="S21_A00_rise_401"/>
          <p:cNvSpPr txBox="1"/>
          <p:nvPr/>
        </p:nvSpPr>
        <p:spPr>
          <a:xfrm>
            <a:off x="1188720" y="3319272"/>
            <a:ext cx="2743200" cy="420624"/>
          </a:xfrm>
          <a:prstGeom prst="rect">
            <a:avLst/>
          </a:prstGeom>
          <a:noFill/>
          <a:ln/>
        </p:spPr>
        <p:txBody>
          <a:bodyPr wrap="square" lIns="0" tIns="0" rIns="0" bIns="0" rtlCol="0" anchor="t"/>
          <a:lstStyle/>
          <a:p>
            <a:pPr marL="0" indent="0">
              <a:buNone/>
            </a:pPr>
            <a:r>
              <a:rPr lang="en-US" sz="1150" dirty="0">
                <a:solidFill>
                  <a:srgbClr val="3E3A56"/>
                </a:solidFill>
                <a:latin typeface="Segoe UI" pitchFamily="34" charset="0"/>
                <a:ea typeface="Segoe UI" pitchFamily="34" charset="-122"/>
                <a:cs typeface="Segoe UI" pitchFamily="34" charset="-120"/>
              </a:rPr>
              <a:t>Trouver un technicien proche</a:t>
            </a:r>
            <a:endParaRPr lang="en-US" sz="1150" dirty="0"/>
          </a:p>
        </p:txBody>
      </p:sp>
      <p:pic>
        <p:nvPicPr>
          <p:cNvPr id="14" name="S21_A00_rise_402" descr="preencoded.png"/>
          <p:cNvPicPr>
            <a:picLocks noChangeAspect="1"/>
          </p:cNvPicPr>
          <p:nvPr/>
        </p:nvPicPr>
        <p:blipFill>
          <a:blip r:embed="rId6"/>
          <a:stretch>
            <a:fillRect/>
          </a:stretch>
        </p:blipFill>
        <p:spPr>
          <a:xfrm>
            <a:off x="841248" y="3849624"/>
            <a:ext cx="219456" cy="219456"/>
          </a:xfrm>
          <a:prstGeom prst="rect">
            <a:avLst/>
          </a:prstGeom>
        </p:spPr>
      </p:pic>
      <p:sp>
        <p:nvSpPr>
          <p:cNvPr id="15" name="S21_A00_rise_403"/>
          <p:cNvSpPr txBox="1"/>
          <p:nvPr/>
        </p:nvSpPr>
        <p:spPr>
          <a:xfrm>
            <a:off x="1188720" y="3803904"/>
            <a:ext cx="2743200" cy="420624"/>
          </a:xfrm>
          <a:prstGeom prst="rect">
            <a:avLst/>
          </a:prstGeom>
          <a:noFill/>
          <a:ln/>
        </p:spPr>
        <p:txBody>
          <a:bodyPr wrap="square" lIns="0" tIns="0" rIns="0" bIns="0" rtlCol="0" anchor="t"/>
          <a:lstStyle/>
          <a:p>
            <a:pPr marL="0" indent="0">
              <a:buNone/>
            </a:pPr>
            <a:r>
              <a:rPr lang="en-US" sz="1150" dirty="0">
                <a:solidFill>
                  <a:srgbClr val="3E3A56"/>
                </a:solidFill>
                <a:latin typeface="Segoe UI" pitchFamily="34" charset="0"/>
                <a:ea typeface="Segoe UI" pitchFamily="34" charset="-122"/>
                <a:cs typeface="Segoe UI" pitchFamily="34" charset="-120"/>
              </a:rPr>
              <a:t>Accepter un devis et payer</a:t>
            </a:r>
            <a:endParaRPr lang="en-US" sz="1150" dirty="0"/>
          </a:p>
        </p:txBody>
      </p:sp>
      <p:pic>
        <p:nvPicPr>
          <p:cNvPr id="16" name="S21_A00_rise_404" descr="preencoded.png"/>
          <p:cNvPicPr>
            <a:picLocks noChangeAspect="1"/>
          </p:cNvPicPr>
          <p:nvPr/>
        </p:nvPicPr>
        <p:blipFill>
          <a:blip r:embed="rId6"/>
          <a:stretch>
            <a:fillRect/>
          </a:stretch>
        </p:blipFill>
        <p:spPr>
          <a:xfrm>
            <a:off x="841248" y="4334256"/>
            <a:ext cx="219456" cy="219456"/>
          </a:xfrm>
          <a:prstGeom prst="rect">
            <a:avLst/>
          </a:prstGeom>
        </p:spPr>
      </p:pic>
      <p:sp>
        <p:nvSpPr>
          <p:cNvPr id="17" name="S21_A00_rise_405"/>
          <p:cNvSpPr txBox="1"/>
          <p:nvPr/>
        </p:nvSpPr>
        <p:spPr>
          <a:xfrm>
            <a:off x="1188720" y="4288536"/>
            <a:ext cx="2743200" cy="420624"/>
          </a:xfrm>
          <a:prstGeom prst="rect">
            <a:avLst/>
          </a:prstGeom>
          <a:noFill/>
          <a:ln/>
        </p:spPr>
        <p:txBody>
          <a:bodyPr wrap="square" lIns="0" tIns="0" rIns="0" bIns="0" rtlCol="0" anchor="t"/>
          <a:lstStyle/>
          <a:p>
            <a:pPr marL="0" indent="0">
              <a:buNone/>
            </a:pPr>
            <a:r>
              <a:rPr lang="en-US" sz="1150" dirty="0">
                <a:solidFill>
                  <a:srgbClr val="3E3A56"/>
                </a:solidFill>
                <a:latin typeface="Segoe UI" pitchFamily="34" charset="0"/>
                <a:ea typeface="Segoe UI" pitchFamily="34" charset="-122"/>
                <a:cs typeface="Segoe UI" pitchFamily="34" charset="-120"/>
              </a:rPr>
              <a:t>Évaluer le technicien</a:t>
            </a:r>
            <a:endParaRPr lang="en-US" sz="1150" dirty="0"/>
          </a:p>
        </p:txBody>
      </p:sp>
      <p:sp>
        <p:nvSpPr>
          <p:cNvPr id="18" name="S21_A01_rise_406"/>
          <p:cNvSpPr/>
          <p:nvPr/>
        </p:nvSpPr>
        <p:spPr>
          <a:xfrm>
            <a:off x="4334256" y="1783080"/>
            <a:ext cx="3520440" cy="3063240"/>
          </a:xfrm>
          <a:prstGeom prst="roundRect">
            <a:avLst>
              <a:gd name="adj" fmla="val 4776"/>
            </a:avLst>
          </a:prstGeom>
          <a:solidFill>
            <a:srgbClr val="F3EFFF"/>
          </a:solidFill>
          <a:ln w="12700">
            <a:solidFill>
              <a:srgbClr val="C9B8FF"/>
            </a:solidFill>
            <a:prstDash val="solid"/>
          </a:ln>
        </p:spPr>
      </p:sp>
      <p:sp>
        <p:nvSpPr>
          <p:cNvPr id="19" name="S21_A01_rise_407"/>
          <p:cNvSpPr/>
          <p:nvPr/>
        </p:nvSpPr>
        <p:spPr>
          <a:xfrm>
            <a:off x="4608576" y="2011680"/>
            <a:ext cx="603504" cy="603504"/>
          </a:xfrm>
          <a:prstGeom prst="ellipse">
            <a:avLst/>
          </a:prstGeom>
          <a:solidFill>
            <a:srgbClr val="9BE15D"/>
          </a:solidFill>
          <a:ln w="9525">
            <a:solidFill>
              <a:srgbClr val="7CC63F"/>
            </a:solidFill>
            <a:prstDash val="solid"/>
          </a:ln>
        </p:spPr>
      </p:sp>
      <p:pic>
        <p:nvPicPr>
          <p:cNvPr id="20" name="S21_A01_rise_408" descr="preencoded.png"/>
          <p:cNvPicPr>
            <a:picLocks noChangeAspect="1"/>
          </p:cNvPicPr>
          <p:nvPr/>
        </p:nvPicPr>
        <p:blipFill>
          <a:blip r:embed="rId7"/>
          <a:stretch>
            <a:fillRect/>
          </a:stretch>
        </p:blipFill>
        <p:spPr>
          <a:xfrm>
            <a:off x="4765487" y="2168591"/>
            <a:ext cx="289682" cy="289682"/>
          </a:xfrm>
          <a:prstGeom prst="rect">
            <a:avLst/>
          </a:prstGeom>
        </p:spPr>
      </p:pic>
      <p:sp>
        <p:nvSpPr>
          <p:cNvPr id="21" name="S21_A01_rise_409"/>
          <p:cNvSpPr txBox="1"/>
          <p:nvPr/>
        </p:nvSpPr>
        <p:spPr>
          <a:xfrm>
            <a:off x="5358384" y="2011680"/>
            <a:ext cx="2286000" cy="603504"/>
          </a:xfrm>
          <a:prstGeom prst="rect">
            <a:avLst/>
          </a:prstGeom>
          <a:noFill/>
          <a:ln/>
        </p:spPr>
        <p:txBody>
          <a:bodyPr wrap="square" lIns="0" tIns="0" rIns="0" bIns="0" rtlCol="0" anchor="ctr"/>
          <a:lstStyle/>
          <a:p>
            <a:pPr marL="0" indent="0">
              <a:buNone/>
            </a:pPr>
            <a:r>
              <a:rPr lang="en-US" sz="1700" dirty="0">
                <a:solidFill>
                  <a:srgbClr val="17132E"/>
                </a:solidFill>
                <a:latin typeface="Segoe UI Semibold" pitchFamily="34" charset="0"/>
                <a:ea typeface="Segoe UI Semibold" pitchFamily="34" charset="-122"/>
                <a:cs typeface="Segoe UI Semibold" pitchFamily="34" charset="-120"/>
              </a:rPr>
              <a:t>Technicien</a:t>
            </a:r>
            <a:endParaRPr lang="en-US" sz="1700" dirty="0"/>
          </a:p>
        </p:txBody>
      </p:sp>
      <p:pic>
        <p:nvPicPr>
          <p:cNvPr id="22" name="S21_A01_rise_410" descr="preencoded.png"/>
          <p:cNvPicPr>
            <a:picLocks noChangeAspect="1"/>
          </p:cNvPicPr>
          <p:nvPr/>
        </p:nvPicPr>
        <p:blipFill>
          <a:blip r:embed="rId6"/>
          <a:stretch>
            <a:fillRect/>
          </a:stretch>
        </p:blipFill>
        <p:spPr>
          <a:xfrm>
            <a:off x="4626864" y="2880360"/>
            <a:ext cx="219456" cy="219456"/>
          </a:xfrm>
          <a:prstGeom prst="rect">
            <a:avLst/>
          </a:prstGeom>
        </p:spPr>
      </p:pic>
      <p:sp>
        <p:nvSpPr>
          <p:cNvPr id="23" name="S21_A01_rise_411"/>
          <p:cNvSpPr txBox="1"/>
          <p:nvPr/>
        </p:nvSpPr>
        <p:spPr>
          <a:xfrm>
            <a:off x="4974336" y="2834640"/>
            <a:ext cx="2743200" cy="420624"/>
          </a:xfrm>
          <a:prstGeom prst="rect">
            <a:avLst/>
          </a:prstGeom>
          <a:noFill/>
          <a:ln/>
        </p:spPr>
        <p:txBody>
          <a:bodyPr wrap="square" lIns="0" tIns="0" rIns="0" bIns="0" rtlCol="0" anchor="t"/>
          <a:lstStyle/>
          <a:p>
            <a:pPr marL="0" indent="0">
              <a:buNone/>
            </a:pPr>
            <a:r>
              <a:rPr lang="en-US" sz="1150" dirty="0">
                <a:solidFill>
                  <a:srgbClr val="3E3A56"/>
                </a:solidFill>
                <a:latin typeface="Segoe UI" pitchFamily="34" charset="0"/>
                <a:ea typeface="Segoe UI" pitchFamily="34" charset="-122"/>
                <a:cs typeface="Segoe UI" pitchFamily="34" charset="-120"/>
              </a:rPr>
              <a:t>Recevoir et accepter des missions</a:t>
            </a:r>
            <a:endParaRPr lang="en-US" sz="1150" dirty="0"/>
          </a:p>
        </p:txBody>
      </p:sp>
      <p:pic>
        <p:nvPicPr>
          <p:cNvPr id="24" name="S21_A01_rise_412" descr="preencoded.png"/>
          <p:cNvPicPr>
            <a:picLocks noChangeAspect="1"/>
          </p:cNvPicPr>
          <p:nvPr/>
        </p:nvPicPr>
        <p:blipFill>
          <a:blip r:embed="rId6"/>
          <a:stretch>
            <a:fillRect/>
          </a:stretch>
        </p:blipFill>
        <p:spPr>
          <a:xfrm>
            <a:off x="4626864" y="3364992"/>
            <a:ext cx="219456" cy="219456"/>
          </a:xfrm>
          <a:prstGeom prst="rect">
            <a:avLst/>
          </a:prstGeom>
        </p:spPr>
      </p:pic>
      <p:sp>
        <p:nvSpPr>
          <p:cNvPr id="25" name="S21_A01_rise_413"/>
          <p:cNvSpPr txBox="1"/>
          <p:nvPr/>
        </p:nvSpPr>
        <p:spPr>
          <a:xfrm>
            <a:off x="4974336" y="3319272"/>
            <a:ext cx="2743200" cy="420624"/>
          </a:xfrm>
          <a:prstGeom prst="rect">
            <a:avLst/>
          </a:prstGeom>
          <a:noFill/>
          <a:ln/>
        </p:spPr>
        <p:txBody>
          <a:bodyPr wrap="square" lIns="0" tIns="0" rIns="0" bIns="0" rtlCol="0" anchor="t"/>
          <a:lstStyle/>
          <a:p>
            <a:pPr marL="0" indent="0">
              <a:buNone/>
            </a:pPr>
            <a:r>
              <a:rPr lang="en-US" sz="1150" dirty="0">
                <a:solidFill>
                  <a:srgbClr val="3E3A56"/>
                </a:solidFill>
                <a:latin typeface="Segoe UI" pitchFamily="34" charset="0"/>
                <a:ea typeface="Segoe UI" pitchFamily="34" charset="-122"/>
                <a:cs typeface="Segoe UI" pitchFamily="34" charset="-120"/>
              </a:rPr>
              <a:t>Proposer des devis</a:t>
            </a:r>
            <a:endParaRPr lang="en-US" sz="1150" dirty="0"/>
          </a:p>
        </p:txBody>
      </p:sp>
      <p:pic>
        <p:nvPicPr>
          <p:cNvPr id="26" name="S21_A01_rise_414" descr="preencoded.png"/>
          <p:cNvPicPr>
            <a:picLocks noChangeAspect="1"/>
          </p:cNvPicPr>
          <p:nvPr/>
        </p:nvPicPr>
        <p:blipFill>
          <a:blip r:embed="rId6"/>
          <a:stretch>
            <a:fillRect/>
          </a:stretch>
        </p:blipFill>
        <p:spPr>
          <a:xfrm>
            <a:off x="4626864" y="3849624"/>
            <a:ext cx="219456" cy="219456"/>
          </a:xfrm>
          <a:prstGeom prst="rect">
            <a:avLst/>
          </a:prstGeom>
        </p:spPr>
      </p:pic>
      <p:sp>
        <p:nvSpPr>
          <p:cNvPr id="27" name="S21_A01_rise_415"/>
          <p:cNvSpPr txBox="1"/>
          <p:nvPr/>
        </p:nvSpPr>
        <p:spPr>
          <a:xfrm>
            <a:off x="4974336" y="3803904"/>
            <a:ext cx="2743200" cy="420624"/>
          </a:xfrm>
          <a:prstGeom prst="rect">
            <a:avLst/>
          </a:prstGeom>
          <a:noFill/>
          <a:ln/>
        </p:spPr>
        <p:txBody>
          <a:bodyPr wrap="square" lIns="0" tIns="0" rIns="0" bIns="0" rtlCol="0" anchor="t"/>
          <a:lstStyle/>
          <a:p>
            <a:pPr marL="0" indent="0">
              <a:buNone/>
            </a:pPr>
            <a:r>
              <a:rPr lang="en-US" sz="1150" dirty="0">
                <a:solidFill>
                  <a:srgbClr val="3E3A56"/>
                </a:solidFill>
                <a:latin typeface="Segoe UI" pitchFamily="34" charset="0"/>
                <a:ea typeface="Segoe UI" pitchFamily="34" charset="-122"/>
                <a:cs typeface="Segoe UI" pitchFamily="34" charset="-120"/>
              </a:rPr>
              <a:t>S’abonner à la plateforme</a:t>
            </a:r>
            <a:endParaRPr lang="en-US" sz="1150" dirty="0"/>
          </a:p>
        </p:txBody>
      </p:sp>
      <p:pic>
        <p:nvPicPr>
          <p:cNvPr id="28" name="S21_A01_rise_416" descr="preencoded.png"/>
          <p:cNvPicPr>
            <a:picLocks noChangeAspect="1"/>
          </p:cNvPicPr>
          <p:nvPr/>
        </p:nvPicPr>
        <p:blipFill>
          <a:blip r:embed="rId6"/>
          <a:stretch>
            <a:fillRect/>
          </a:stretch>
        </p:blipFill>
        <p:spPr>
          <a:xfrm>
            <a:off x="4626864" y="4334256"/>
            <a:ext cx="219456" cy="219456"/>
          </a:xfrm>
          <a:prstGeom prst="rect">
            <a:avLst/>
          </a:prstGeom>
        </p:spPr>
      </p:pic>
      <p:sp>
        <p:nvSpPr>
          <p:cNvPr id="29" name="S21_A01_rise_417"/>
          <p:cNvSpPr txBox="1"/>
          <p:nvPr/>
        </p:nvSpPr>
        <p:spPr>
          <a:xfrm>
            <a:off x="4974336" y="4288536"/>
            <a:ext cx="2743200" cy="420624"/>
          </a:xfrm>
          <a:prstGeom prst="rect">
            <a:avLst/>
          </a:prstGeom>
          <a:noFill/>
          <a:ln/>
        </p:spPr>
        <p:txBody>
          <a:bodyPr wrap="square" lIns="0" tIns="0" rIns="0" bIns="0" rtlCol="0" anchor="t"/>
          <a:lstStyle/>
          <a:p>
            <a:pPr marL="0" indent="0">
              <a:buNone/>
            </a:pPr>
            <a:r>
              <a:rPr lang="en-US" sz="1150" dirty="0">
                <a:solidFill>
                  <a:srgbClr val="3E3A56"/>
                </a:solidFill>
                <a:latin typeface="Segoe UI" pitchFamily="34" charset="0"/>
                <a:ea typeface="Segoe UI" pitchFamily="34" charset="-122"/>
                <a:cs typeface="Segoe UI" pitchFamily="34" charset="-120"/>
              </a:rPr>
              <a:t>Suivre ses versements</a:t>
            </a:r>
            <a:endParaRPr lang="en-US" sz="1150" dirty="0"/>
          </a:p>
        </p:txBody>
      </p:sp>
      <p:sp>
        <p:nvSpPr>
          <p:cNvPr id="30" name="S21_A02_rise_418"/>
          <p:cNvSpPr/>
          <p:nvPr/>
        </p:nvSpPr>
        <p:spPr>
          <a:xfrm>
            <a:off x="8119872" y="1783080"/>
            <a:ext cx="3520440" cy="3063240"/>
          </a:xfrm>
          <a:prstGeom prst="roundRect">
            <a:avLst>
              <a:gd name="adj" fmla="val 4776"/>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31" name="S21_A02_rise_419"/>
          <p:cNvSpPr/>
          <p:nvPr/>
        </p:nvSpPr>
        <p:spPr>
          <a:xfrm>
            <a:off x="8394192" y="2011680"/>
            <a:ext cx="603504" cy="603504"/>
          </a:xfrm>
          <a:prstGeom prst="ellipse">
            <a:avLst/>
          </a:prstGeom>
          <a:solidFill>
            <a:srgbClr val="EEE9FD"/>
          </a:solidFill>
          <a:ln w="9525">
            <a:solidFill>
              <a:srgbClr val="D6CCFA"/>
            </a:solidFill>
            <a:prstDash val="solid"/>
          </a:ln>
        </p:spPr>
      </p:sp>
      <p:pic>
        <p:nvPicPr>
          <p:cNvPr id="32" name="S21_A02_rise_420" descr="preencoded.png"/>
          <p:cNvPicPr>
            <a:picLocks noChangeAspect="1"/>
          </p:cNvPicPr>
          <p:nvPr/>
        </p:nvPicPr>
        <p:blipFill>
          <a:blip r:embed="rId8"/>
          <a:stretch>
            <a:fillRect/>
          </a:stretch>
        </p:blipFill>
        <p:spPr>
          <a:xfrm>
            <a:off x="8551103" y="2168591"/>
            <a:ext cx="289682" cy="289682"/>
          </a:xfrm>
          <a:prstGeom prst="rect">
            <a:avLst/>
          </a:prstGeom>
        </p:spPr>
      </p:pic>
      <p:sp>
        <p:nvSpPr>
          <p:cNvPr id="33" name="S21_A02_rise_421"/>
          <p:cNvSpPr txBox="1"/>
          <p:nvPr/>
        </p:nvSpPr>
        <p:spPr>
          <a:xfrm>
            <a:off x="9144000" y="2011680"/>
            <a:ext cx="2286000" cy="603504"/>
          </a:xfrm>
          <a:prstGeom prst="rect">
            <a:avLst/>
          </a:prstGeom>
          <a:noFill/>
          <a:ln/>
        </p:spPr>
        <p:txBody>
          <a:bodyPr wrap="square" lIns="0" tIns="0" rIns="0" bIns="0" rtlCol="0" anchor="ctr"/>
          <a:lstStyle/>
          <a:p>
            <a:pPr marL="0" indent="0">
              <a:buNone/>
            </a:pPr>
            <a:r>
              <a:rPr lang="en-US" sz="1700" dirty="0">
                <a:solidFill>
                  <a:srgbClr val="17132E"/>
                </a:solidFill>
                <a:latin typeface="Segoe UI Semibold" pitchFamily="34" charset="0"/>
                <a:ea typeface="Segoe UI Semibold" pitchFamily="34" charset="-122"/>
                <a:cs typeface="Segoe UI Semibold" pitchFamily="34" charset="-120"/>
              </a:rPr>
              <a:t>Administrateur</a:t>
            </a:r>
            <a:endParaRPr lang="en-US" sz="1700" dirty="0"/>
          </a:p>
        </p:txBody>
      </p:sp>
      <p:pic>
        <p:nvPicPr>
          <p:cNvPr id="34" name="S21_A02_rise_422" descr="preencoded.png"/>
          <p:cNvPicPr>
            <a:picLocks noChangeAspect="1"/>
          </p:cNvPicPr>
          <p:nvPr/>
        </p:nvPicPr>
        <p:blipFill>
          <a:blip r:embed="rId6"/>
          <a:stretch>
            <a:fillRect/>
          </a:stretch>
        </p:blipFill>
        <p:spPr>
          <a:xfrm>
            <a:off x="8412480" y="2880360"/>
            <a:ext cx="219456" cy="219456"/>
          </a:xfrm>
          <a:prstGeom prst="rect">
            <a:avLst/>
          </a:prstGeom>
        </p:spPr>
      </p:pic>
      <p:sp>
        <p:nvSpPr>
          <p:cNvPr id="35" name="S21_A02_rise_423"/>
          <p:cNvSpPr txBox="1"/>
          <p:nvPr/>
        </p:nvSpPr>
        <p:spPr>
          <a:xfrm>
            <a:off x="8759952" y="2834640"/>
            <a:ext cx="2743200" cy="420624"/>
          </a:xfrm>
          <a:prstGeom prst="rect">
            <a:avLst/>
          </a:prstGeom>
          <a:noFill/>
          <a:ln/>
        </p:spPr>
        <p:txBody>
          <a:bodyPr wrap="square" lIns="0" tIns="0" rIns="0" bIns="0" rtlCol="0" anchor="t"/>
          <a:lstStyle/>
          <a:p>
            <a:pPr marL="0" indent="0">
              <a:buNone/>
            </a:pPr>
            <a:r>
              <a:rPr lang="en-US" sz="1150" dirty="0">
                <a:solidFill>
                  <a:srgbClr val="3E3A56"/>
                </a:solidFill>
                <a:latin typeface="Segoe UI" pitchFamily="34" charset="0"/>
                <a:ea typeface="Segoe UI" pitchFamily="34" charset="-122"/>
                <a:cs typeface="Segoe UI" pitchFamily="34" charset="-120"/>
              </a:rPr>
              <a:t>Gérer les utilisateurs</a:t>
            </a:r>
            <a:endParaRPr lang="en-US" sz="1150" dirty="0"/>
          </a:p>
        </p:txBody>
      </p:sp>
      <p:pic>
        <p:nvPicPr>
          <p:cNvPr id="36" name="S21_A02_rise_424" descr="preencoded.png"/>
          <p:cNvPicPr>
            <a:picLocks noChangeAspect="1"/>
          </p:cNvPicPr>
          <p:nvPr/>
        </p:nvPicPr>
        <p:blipFill>
          <a:blip r:embed="rId6"/>
          <a:stretch>
            <a:fillRect/>
          </a:stretch>
        </p:blipFill>
        <p:spPr>
          <a:xfrm>
            <a:off x="8412480" y="3364992"/>
            <a:ext cx="219456" cy="219456"/>
          </a:xfrm>
          <a:prstGeom prst="rect">
            <a:avLst/>
          </a:prstGeom>
        </p:spPr>
      </p:pic>
      <p:sp>
        <p:nvSpPr>
          <p:cNvPr id="37" name="S21_A02_rise_425"/>
          <p:cNvSpPr txBox="1"/>
          <p:nvPr/>
        </p:nvSpPr>
        <p:spPr>
          <a:xfrm>
            <a:off x="8759952" y="3319272"/>
            <a:ext cx="2743200" cy="420624"/>
          </a:xfrm>
          <a:prstGeom prst="rect">
            <a:avLst/>
          </a:prstGeom>
          <a:noFill/>
          <a:ln/>
        </p:spPr>
        <p:txBody>
          <a:bodyPr wrap="square" lIns="0" tIns="0" rIns="0" bIns="0" rtlCol="0" anchor="t"/>
          <a:lstStyle/>
          <a:p>
            <a:pPr marL="0" indent="0">
              <a:buNone/>
            </a:pPr>
            <a:r>
              <a:rPr lang="en-US" sz="1150" dirty="0">
                <a:solidFill>
                  <a:srgbClr val="3E3A56"/>
                </a:solidFill>
                <a:latin typeface="Segoe UI" pitchFamily="34" charset="0"/>
                <a:ea typeface="Segoe UI" pitchFamily="34" charset="-122"/>
                <a:cs typeface="Segoe UI" pitchFamily="34" charset="-120"/>
              </a:rPr>
              <a:t>Vérifier les documents des techniciens</a:t>
            </a:r>
            <a:endParaRPr lang="en-US" sz="1150" dirty="0"/>
          </a:p>
        </p:txBody>
      </p:sp>
      <p:pic>
        <p:nvPicPr>
          <p:cNvPr id="38" name="S21_A02_rise_426" descr="preencoded.png"/>
          <p:cNvPicPr>
            <a:picLocks noChangeAspect="1"/>
          </p:cNvPicPr>
          <p:nvPr/>
        </p:nvPicPr>
        <p:blipFill>
          <a:blip r:embed="rId6"/>
          <a:stretch>
            <a:fillRect/>
          </a:stretch>
        </p:blipFill>
        <p:spPr>
          <a:xfrm>
            <a:off x="8412480" y="3849624"/>
            <a:ext cx="219456" cy="219456"/>
          </a:xfrm>
          <a:prstGeom prst="rect">
            <a:avLst/>
          </a:prstGeom>
        </p:spPr>
      </p:pic>
      <p:sp>
        <p:nvSpPr>
          <p:cNvPr id="39" name="S21_A02_rise_427"/>
          <p:cNvSpPr txBox="1"/>
          <p:nvPr/>
        </p:nvSpPr>
        <p:spPr>
          <a:xfrm>
            <a:off x="8759952" y="3803904"/>
            <a:ext cx="2743200" cy="420624"/>
          </a:xfrm>
          <a:prstGeom prst="rect">
            <a:avLst/>
          </a:prstGeom>
          <a:noFill/>
          <a:ln/>
        </p:spPr>
        <p:txBody>
          <a:bodyPr wrap="square" lIns="0" tIns="0" rIns="0" bIns="0" rtlCol="0" anchor="t"/>
          <a:lstStyle/>
          <a:p>
            <a:pPr marL="0" indent="0">
              <a:buNone/>
            </a:pPr>
            <a:r>
              <a:rPr lang="en-US" sz="1150" dirty="0">
                <a:solidFill>
                  <a:srgbClr val="3E3A56"/>
                </a:solidFill>
                <a:latin typeface="Segoe UI" pitchFamily="34" charset="0"/>
                <a:ea typeface="Segoe UI" pitchFamily="34" charset="-122"/>
                <a:cs typeface="Segoe UI" pitchFamily="34" charset="-120"/>
              </a:rPr>
              <a:t>Résoudre les litiges</a:t>
            </a:r>
            <a:endParaRPr lang="en-US" sz="1150" dirty="0"/>
          </a:p>
        </p:txBody>
      </p:sp>
      <p:pic>
        <p:nvPicPr>
          <p:cNvPr id="40" name="S21_A02_rise_428" descr="preencoded.png"/>
          <p:cNvPicPr>
            <a:picLocks noChangeAspect="1"/>
          </p:cNvPicPr>
          <p:nvPr/>
        </p:nvPicPr>
        <p:blipFill>
          <a:blip r:embed="rId6"/>
          <a:stretch>
            <a:fillRect/>
          </a:stretch>
        </p:blipFill>
        <p:spPr>
          <a:xfrm>
            <a:off x="8412480" y="4334256"/>
            <a:ext cx="219456" cy="219456"/>
          </a:xfrm>
          <a:prstGeom prst="rect">
            <a:avLst/>
          </a:prstGeom>
        </p:spPr>
      </p:pic>
      <p:sp>
        <p:nvSpPr>
          <p:cNvPr id="41" name="S21_A02_rise_429"/>
          <p:cNvSpPr txBox="1"/>
          <p:nvPr/>
        </p:nvSpPr>
        <p:spPr>
          <a:xfrm>
            <a:off x="8759952" y="4288536"/>
            <a:ext cx="2743200" cy="420624"/>
          </a:xfrm>
          <a:prstGeom prst="rect">
            <a:avLst/>
          </a:prstGeom>
          <a:noFill/>
          <a:ln/>
        </p:spPr>
        <p:txBody>
          <a:bodyPr wrap="square" lIns="0" tIns="0" rIns="0" bIns="0" rtlCol="0" anchor="t"/>
          <a:lstStyle/>
          <a:p>
            <a:pPr marL="0" indent="0">
              <a:buNone/>
            </a:pPr>
            <a:r>
              <a:rPr lang="en-US" sz="1150" dirty="0">
                <a:solidFill>
                  <a:srgbClr val="3E3A56"/>
                </a:solidFill>
                <a:latin typeface="Segoe UI" pitchFamily="34" charset="0"/>
                <a:ea typeface="Segoe UI" pitchFamily="34" charset="-122"/>
                <a:cs typeface="Segoe UI" pitchFamily="34" charset="-120"/>
              </a:rPr>
              <a:t>Contacter les utilisateurs</a:t>
            </a:r>
            <a:endParaRPr lang="en-US" sz="1150" dirty="0"/>
          </a:p>
        </p:txBody>
      </p:sp>
      <p:sp>
        <p:nvSpPr>
          <p:cNvPr id="42" name="S21_A03_fade_430"/>
          <p:cNvSpPr/>
          <p:nvPr/>
        </p:nvSpPr>
        <p:spPr>
          <a:xfrm>
            <a:off x="548640" y="5029200"/>
            <a:ext cx="11091672" cy="1143000"/>
          </a:xfrm>
          <a:prstGeom prst="roundRect">
            <a:avLst>
              <a:gd name="adj" fmla="val 12800"/>
            </a:avLst>
          </a:prstGeom>
          <a:solidFill>
            <a:srgbClr val="F5F3FB"/>
          </a:solidFill>
          <a:ln w="12700">
            <a:solidFill>
              <a:srgbClr val="E4DFF2"/>
            </a:solidFill>
            <a:prstDash val="solid"/>
          </a:ln>
        </p:spPr>
      </p:sp>
      <p:sp>
        <p:nvSpPr>
          <p:cNvPr id="43" name="S21_A03_fade_431"/>
          <p:cNvSpPr txBox="1"/>
          <p:nvPr/>
        </p:nvSpPr>
        <p:spPr>
          <a:xfrm>
            <a:off x="822960" y="5175504"/>
            <a:ext cx="4572000" cy="228600"/>
          </a:xfrm>
          <a:prstGeom prst="rect">
            <a:avLst/>
          </a:prstGeom>
          <a:noFill/>
          <a:ln/>
        </p:spPr>
        <p:txBody>
          <a:bodyPr wrap="square" lIns="0" tIns="0" rIns="0" bIns="0" rtlCol="0" anchor="t"/>
          <a:lstStyle/>
          <a:p>
            <a:pPr marL="0" indent="0">
              <a:buNone/>
            </a:pPr>
            <a:r>
              <a:rPr lang="en-US" sz="900" b="1" kern="0" spc="150" dirty="0">
                <a:solidFill>
                  <a:srgbClr val="5B2FD6"/>
                </a:solidFill>
                <a:latin typeface="Segoe UI" pitchFamily="34" charset="0"/>
                <a:ea typeface="Segoe UI" pitchFamily="34" charset="-122"/>
                <a:cs typeface="Segoe UI" pitchFamily="34" charset="-120"/>
              </a:rPr>
              <a:t>POUR TOUS LES UTILISATEURS</a:t>
            </a:r>
            <a:endParaRPr lang="en-US" sz="900" dirty="0"/>
          </a:p>
        </p:txBody>
      </p:sp>
      <p:sp>
        <p:nvSpPr>
          <p:cNvPr id="44" name="S21_A04_zoom_432"/>
          <p:cNvSpPr/>
          <p:nvPr/>
        </p:nvSpPr>
        <p:spPr>
          <a:xfrm>
            <a:off x="822960" y="5504688"/>
            <a:ext cx="1115568" cy="402336"/>
          </a:xfrm>
          <a:prstGeom prst="roundRect">
            <a:avLst>
              <a:gd name="adj" fmla="val 50000"/>
            </a:avLst>
          </a:prstGeom>
          <a:solidFill>
            <a:srgbClr val="F3EFFF"/>
          </a:solidFill>
          <a:ln w="12700">
            <a:solidFill>
              <a:srgbClr val="C9B8FF"/>
            </a:solidFill>
            <a:prstDash val="solid"/>
          </a:ln>
        </p:spPr>
      </p:sp>
      <p:sp>
        <p:nvSpPr>
          <p:cNvPr id="45" name="S21_A04_zoom_433"/>
          <p:cNvSpPr txBox="1"/>
          <p:nvPr/>
        </p:nvSpPr>
        <p:spPr>
          <a:xfrm>
            <a:off x="822960" y="5504688"/>
            <a:ext cx="1115568" cy="402336"/>
          </a:xfrm>
          <a:prstGeom prst="rect">
            <a:avLst/>
          </a:prstGeom>
          <a:noFill/>
          <a:ln/>
        </p:spPr>
        <p:txBody>
          <a:bodyPr wrap="square" lIns="0" tIns="0" rIns="0" bIns="0" rtlCol="0" anchor="ctr"/>
          <a:lstStyle/>
          <a:p>
            <a:pPr marL="0" indent="0" algn="ctr">
              <a:buNone/>
            </a:pPr>
            <a:r>
              <a:rPr lang="en-US" sz="1100" dirty="0">
                <a:solidFill>
                  <a:srgbClr val="17132E"/>
                </a:solidFill>
                <a:latin typeface="Segoe UI" pitchFamily="34" charset="0"/>
                <a:ea typeface="Segoe UI" pitchFamily="34" charset="-122"/>
                <a:cs typeface="Segoe UI" pitchFamily="34" charset="-120"/>
              </a:rPr>
              <a:t>Messagerie</a:t>
            </a:r>
            <a:endParaRPr lang="en-US" sz="1100" dirty="0"/>
          </a:p>
        </p:txBody>
      </p:sp>
      <p:sp>
        <p:nvSpPr>
          <p:cNvPr id="46" name="S21_A05_zoom_434"/>
          <p:cNvSpPr/>
          <p:nvPr/>
        </p:nvSpPr>
        <p:spPr>
          <a:xfrm>
            <a:off x="2075688" y="5504688"/>
            <a:ext cx="1536192" cy="402336"/>
          </a:xfrm>
          <a:prstGeom prst="roundRect">
            <a:avLst>
              <a:gd name="adj" fmla="val 50000"/>
            </a:avLst>
          </a:prstGeom>
          <a:solidFill>
            <a:srgbClr val="F3EFFF"/>
          </a:solidFill>
          <a:ln w="12700">
            <a:solidFill>
              <a:srgbClr val="C9B8FF"/>
            </a:solidFill>
            <a:prstDash val="solid"/>
          </a:ln>
        </p:spPr>
      </p:sp>
      <p:sp>
        <p:nvSpPr>
          <p:cNvPr id="47" name="S21_A05_zoom_435"/>
          <p:cNvSpPr txBox="1"/>
          <p:nvPr/>
        </p:nvSpPr>
        <p:spPr>
          <a:xfrm>
            <a:off x="2075688" y="5504688"/>
            <a:ext cx="1536192" cy="402336"/>
          </a:xfrm>
          <a:prstGeom prst="rect">
            <a:avLst/>
          </a:prstGeom>
          <a:noFill/>
          <a:ln/>
        </p:spPr>
        <p:txBody>
          <a:bodyPr wrap="square" lIns="0" tIns="0" rIns="0" bIns="0" rtlCol="0" anchor="ctr"/>
          <a:lstStyle/>
          <a:p>
            <a:pPr marL="0" indent="0" algn="ctr">
              <a:buNone/>
            </a:pPr>
            <a:r>
              <a:rPr lang="en-US" sz="1100" dirty="0">
                <a:solidFill>
                  <a:srgbClr val="17132E"/>
                </a:solidFill>
                <a:latin typeface="Segoe UI" pitchFamily="34" charset="0"/>
                <a:ea typeface="Segoe UI" pitchFamily="34" charset="-122"/>
                <a:cs typeface="Segoe UI" pitchFamily="34" charset="-120"/>
              </a:rPr>
              <a:t>Appels intégrés</a:t>
            </a:r>
            <a:endParaRPr lang="en-US" sz="1100" dirty="0"/>
          </a:p>
        </p:txBody>
      </p:sp>
      <p:sp>
        <p:nvSpPr>
          <p:cNvPr id="48" name="S21_A06_zoom_436"/>
          <p:cNvSpPr/>
          <p:nvPr/>
        </p:nvSpPr>
        <p:spPr>
          <a:xfrm>
            <a:off x="3749040" y="5504688"/>
            <a:ext cx="1367942" cy="402336"/>
          </a:xfrm>
          <a:prstGeom prst="roundRect">
            <a:avLst>
              <a:gd name="adj" fmla="val 50000"/>
            </a:avLst>
          </a:prstGeom>
          <a:solidFill>
            <a:srgbClr val="F3EFFF"/>
          </a:solidFill>
          <a:ln w="12700">
            <a:solidFill>
              <a:srgbClr val="C9B8FF"/>
            </a:solidFill>
            <a:prstDash val="solid"/>
          </a:ln>
        </p:spPr>
      </p:sp>
      <p:sp>
        <p:nvSpPr>
          <p:cNvPr id="49" name="S21_A06_zoom_437"/>
          <p:cNvSpPr txBox="1"/>
          <p:nvPr/>
        </p:nvSpPr>
        <p:spPr>
          <a:xfrm>
            <a:off x="3749040" y="5504688"/>
            <a:ext cx="1367942" cy="402336"/>
          </a:xfrm>
          <a:prstGeom prst="rect">
            <a:avLst/>
          </a:prstGeom>
          <a:noFill/>
          <a:ln/>
        </p:spPr>
        <p:txBody>
          <a:bodyPr wrap="square" lIns="0" tIns="0" rIns="0" bIns="0" rtlCol="0" anchor="ctr"/>
          <a:lstStyle/>
          <a:p>
            <a:pPr marL="0" indent="0" algn="ctr">
              <a:buNone/>
            </a:pPr>
            <a:r>
              <a:rPr lang="en-US" sz="1100" dirty="0">
                <a:solidFill>
                  <a:srgbClr val="17132E"/>
                </a:solidFill>
                <a:latin typeface="Segoe UI" pitchFamily="34" charset="0"/>
                <a:ea typeface="Segoe UI" pitchFamily="34" charset="-122"/>
                <a:cs typeface="Segoe UI" pitchFamily="34" charset="-120"/>
              </a:rPr>
              <a:t>Notifications</a:t>
            </a:r>
            <a:endParaRPr lang="en-US" sz="1100" dirty="0"/>
          </a:p>
        </p:txBody>
      </p:sp>
      <p:sp>
        <p:nvSpPr>
          <p:cNvPr id="50" name="S21_A07_zoom_438"/>
          <p:cNvSpPr/>
          <p:nvPr/>
        </p:nvSpPr>
        <p:spPr>
          <a:xfrm>
            <a:off x="5254142" y="5504688"/>
            <a:ext cx="1704442" cy="402336"/>
          </a:xfrm>
          <a:prstGeom prst="roundRect">
            <a:avLst>
              <a:gd name="adj" fmla="val 50000"/>
            </a:avLst>
          </a:prstGeom>
          <a:solidFill>
            <a:srgbClr val="F3EFFF"/>
          </a:solidFill>
          <a:ln w="12700">
            <a:solidFill>
              <a:srgbClr val="C9B8FF"/>
            </a:solidFill>
            <a:prstDash val="solid"/>
          </a:ln>
        </p:spPr>
      </p:sp>
      <p:sp>
        <p:nvSpPr>
          <p:cNvPr id="51" name="S21_A07_zoom_439"/>
          <p:cNvSpPr txBox="1"/>
          <p:nvPr/>
        </p:nvSpPr>
        <p:spPr>
          <a:xfrm>
            <a:off x="5254142" y="5504688"/>
            <a:ext cx="1704442" cy="402336"/>
          </a:xfrm>
          <a:prstGeom prst="rect">
            <a:avLst/>
          </a:prstGeom>
          <a:noFill/>
          <a:ln/>
        </p:spPr>
        <p:txBody>
          <a:bodyPr wrap="square" lIns="0" tIns="0" rIns="0" bIns="0" rtlCol="0" anchor="ctr"/>
          <a:lstStyle/>
          <a:p>
            <a:pPr marL="0" indent="0" algn="ctr">
              <a:buNone/>
            </a:pPr>
            <a:r>
              <a:rPr lang="en-US" sz="1100" dirty="0">
                <a:solidFill>
                  <a:srgbClr val="17132E"/>
                </a:solidFill>
                <a:latin typeface="Segoe UI" pitchFamily="34" charset="0"/>
                <a:ea typeface="Segoe UI" pitchFamily="34" charset="-122"/>
                <a:cs typeface="Segoe UI" pitchFamily="34" charset="-120"/>
              </a:rPr>
              <a:t>Gestion du profil</a:t>
            </a:r>
            <a:endParaRPr lang="en-US" sz="1100" dirty="0"/>
          </a:p>
        </p:txBody>
      </p:sp>
      <p:sp>
        <p:nvSpPr>
          <p:cNvPr id="52" name="S21_A08_zoom_440"/>
          <p:cNvSpPr/>
          <p:nvPr/>
        </p:nvSpPr>
        <p:spPr>
          <a:xfrm>
            <a:off x="7095744" y="5504688"/>
            <a:ext cx="2293315" cy="402336"/>
          </a:xfrm>
          <a:prstGeom prst="roundRect">
            <a:avLst>
              <a:gd name="adj" fmla="val 50000"/>
            </a:avLst>
          </a:prstGeom>
          <a:solidFill>
            <a:srgbClr val="F3EFFF"/>
          </a:solidFill>
          <a:ln w="12700">
            <a:solidFill>
              <a:srgbClr val="C9B8FF"/>
            </a:solidFill>
            <a:prstDash val="solid"/>
          </a:ln>
        </p:spPr>
      </p:sp>
      <p:sp>
        <p:nvSpPr>
          <p:cNvPr id="53" name="S21_A08_zoom_441"/>
          <p:cNvSpPr txBox="1"/>
          <p:nvPr/>
        </p:nvSpPr>
        <p:spPr>
          <a:xfrm>
            <a:off x="7095744" y="5504688"/>
            <a:ext cx="2293315" cy="402336"/>
          </a:xfrm>
          <a:prstGeom prst="rect">
            <a:avLst/>
          </a:prstGeom>
          <a:noFill/>
          <a:ln/>
        </p:spPr>
        <p:txBody>
          <a:bodyPr wrap="square" lIns="0" tIns="0" rIns="0" bIns="0" rtlCol="0" anchor="ctr"/>
          <a:lstStyle/>
          <a:p>
            <a:pPr marL="0" indent="0" algn="ctr">
              <a:buNone/>
            </a:pPr>
            <a:r>
              <a:rPr lang="en-US" sz="1100" dirty="0">
                <a:solidFill>
                  <a:srgbClr val="17132E"/>
                </a:solidFill>
                <a:latin typeface="Segoe UI" pitchFamily="34" charset="0"/>
                <a:ea typeface="Segoe UI" pitchFamily="34" charset="-122"/>
                <a:cs typeface="Segoe UI" pitchFamily="34" charset="-120"/>
              </a:rPr>
              <a:t>Historique des paiements</a:t>
            </a:r>
            <a:endParaRPr lang="en-US" sz="1100" dirty="0"/>
          </a:p>
        </p:txBody>
      </p:sp>
      <p:sp>
        <p:nvSpPr>
          <p:cNvPr id="54" name="S21_A09_zoom_442"/>
          <p:cNvSpPr/>
          <p:nvPr/>
        </p:nvSpPr>
        <p:spPr>
          <a:xfrm>
            <a:off x="9526219" y="5504688"/>
            <a:ext cx="2040941" cy="402336"/>
          </a:xfrm>
          <a:prstGeom prst="roundRect">
            <a:avLst>
              <a:gd name="adj" fmla="val 50000"/>
            </a:avLst>
          </a:prstGeom>
          <a:solidFill>
            <a:srgbClr val="F3EFFF"/>
          </a:solidFill>
          <a:ln w="12700">
            <a:solidFill>
              <a:srgbClr val="C9B8FF"/>
            </a:solidFill>
            <a:prstDash val="solid"/>
          </a:ln>
        </p:spPr>
      </p:sp>
      <p:sp>
        <p:nvSpPr>
          <p:cNvPr id="55" name="S21_A09_zoom_443"/>
          <p:cNvSpPr txBox="1"/>
          <p:nvPr/>
        </p:nvSpPr>
        <p:spPr>
          <a:xfrm>
            <a:off x="9526219" y="5504688"/>
            <a:ext cx="2040941" cy="402336"/>
          </a:xfrm>
          <a:prstGeom prst="rect">
            <a:avLst/>
          </a:prstGeom>
          <a:noFill/>
          <a:ln/>
        </p:spPr>
        <p:txBody>
          <a:bodyPr wrap="square" lIns="0" tIns="0" rIns="0" bIns="0" rtlCol="0" anchor="ctr"/>
          <a:lstStyle/>
          <a:p>
            <a:pPr marL="0" indent="0" algn="ctr">
              <a:buNone/>
            </a:pPr>
            <a:r>
              <a:rPr lang="en-US" sz="1100" dirty="0">
                <a:solidFill>
                  <a:srgbClr val="17132E"/>
                </a:solidFill>
                <a:latin typeface="Segoe UI" pitchFamily="34" charset="0"/>
                <a:ea typeface="Segoe UI" pitchFamily="34" charset="-122"/>
                <a:cs typeface="Segoe UI" pitchFamily="34" charset="-120"/>
              </a:rPr>
              <a:t>Signalement de litige</a:t>
            </a:r>
            <a:endParaRPr lang="en-US" sz="1100" dirty="0"/>
          </a:p>
        </p:txBody>
      </p:sp>
      <p:sp>
        <p:nvSpPr>
          <p:cNvPr id="56" name="!!NavPill"/>
          <p:cNvSpPr/>
          <p:nvPr/>
        </p:nvSpPr>
        <p:spPr>
          <a:xfrm>
            <a:off x="5230368" y="6382512"/>
            <a:ext cx="1097280" cy="274320"/>
          </a:xfrm>
          <a:prstGeom prst="roundRect">
            <a:avLst>
              <a:gd name="adj" fmla="val 50000"/>
            </a:avLst>
          </a:prstGeom>
          <a:solidFill>
            <a:srgbClr val="5B2FD6"/>
          </a:solidFill>
          <a:ln w="9525">
            <a:solidFill>
              <a:srgbClr val="7C5CFF"/>
            </a:solidFill>
            <a:prstDash val="solid"/>
          </a:ln>
        </p:spPr>
      </p:sp>
      <p:sp>
        <p:nvSpPr>
          <p:cNvPr id="57" name="Text 39"/>
          <p:cNvSpPr txBox="1"/>
          <p:nvPr/>
        </p:nvSpPr>
        <p:spPr>
          <a:xfrm>
            <a:off x="54864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Introduction</a:t>
            </a:r>
            <a:endParaRPr lang="en-US" sz="900" dirty="0"/>
          </a:p>
        </p:txBody>
      </p:sp>
      <p:sp>
        <p:nvSpPr>
          <p:cNvPr id="58" name="Text 40"/>
          <p:cNvSpPr txBox="1"/>
          <p:nvPr/>
        </p:nvSpPr>
        <p:spPr>
          <a:xfrm>
            <a:off x="1719072"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Entreprise</a:t>
            </a:r>
            <a:endParaRPr lang="en-US" sz="900" dirty="0"/>
          </a:p>
        </p:txBody>
      </p:sp>
      <p:sp>
        <p:nvSpPr>
          <p:cNvPr id="59" name="Text 41"/>
          <p:cNvSpPr txBox="1"/>
          <p:nvPr/>
        </p:nvSpPr>
        <p:spPr>
          <a:xfrm>
            <a:off x="2889504"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Contexte</a:t>
            </a:r>
            <a:endParaRPr lang="en-US" sz="900" dirty="0"/>
          </a:p>
        </p:txBody>
      </p:sp>
      <p:sp>
        <p:nvSpPr>
          <p:cNvPr id="60" name="Text 42"/>
          <p:cNvSpPr txBox="1"/>
          <p:nvPr/>
        </p:nvSpPr>
        <p:spPr>
          <a:xfrm>
            <a:off x="4059936"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Méthodologie</a:t>
            </a:r>
            <a:endParaRPr lang="en-US" sz="900" dirty="0"/>
          </a:p>
        </p:txBody>
      </p:sp>
      <p:sp>
        <p:nvSpPr>
          <p:cNvPr id="61" name="Text 43"/>
          <p:cNvSpPr txBox="1"/>
          <p:nvPr/>
        </p:nvSpPr>
        <p:spPr>
          <a:xfrm>
            <a:off x="5230368" y="6382512"/>
            <a:ext cx="10972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Segoe UI" pitchFamily="34" charset="0"/>
                <a:ea typeface="Segoe UI" pitchFamily="34" charset="-122"/>
                <a:cs typeface="Segoe UI" pitchFamily="34" charset="-120"/>
              </a:rPr>
              <a:t>Résultats</a:t>
            </a:r>
            <a:endParaRPr lang="en-US" sz="900" dirty="0"/>
          </a:p>
        </p:txBody>
      </p:sp>
      <p:sp>
        <p:nvSpPr>
          <p:cNvPr id="62" name="Text 44"/>
          <p:cNvSpPr txBox="1"/>
          <p:nvPr/>
        </p:nvSpPr>
        <p:spPr>
          <a:xfrm>
            <a:off x="640080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Conclusion</a:t>
            </a:r>
            <a:endParaRPr lang="en-US" sz="900" dirty="0"/>
          </a:p>
        </p:txBody>
      </p:sp>
      <p:sp>
        <p:nvSpPr>
          <p:cNvPr id="63" name="Text 45"/>
          <p:cNvSpPr txBox="1"/>
          <p:nvPr/>
        </p:nvSpPr>
        <p:spPr>
          <a:xfrm>
            <a:off x="8412480" y="6382512"/>
            <a:ext cx="3227832" cy="274320"/>
          </a:xfrm>
          <a:prstGeom prst="rect">
            <a:avLst/>
          </a:prstGeom>
          <a:noFill/>
          <a:ln/>
        </p:spPr>
        <p:txBody>
          <a:bodyPr wrap="square" lIns="0" tIns="0" rIns="0" bIns="0" rtlCol="0" anchor="ctr"/>
          <a:lstStyle/>
          <a:p>
            <a:pPr marL="0" indent="0" algn="r">
              <a:buNone/>
            </a:pPr>
            <a:r>
              <a:rPr lang="en-US" sz="900" dirty="0">
                <a:solidFill>
                  <a:srgbClr val="6E6A85"/>
                </a:solidFill>
                <a:latin typeface="Segoe UI" pitchFamily="34" charset="0"/>
                <a:ea typeface="Segoe UI" pitchFamily="34" charset="-122"/>
                <a:cs typeface="Segoe UI" pitchFamily="34" charset="-120"/>
              </a:rPr>
              <a:t>FEUNOU FOSSO </a:t>
            </a:r>
            <a:r>
              <a:rPr lang="en-US" sz="900" dirty="0" err="1">
                <a:solidFill>
                  <a:srgbClr val="6E6A85"/>
                </a:solidFill>
                <a:latin typeface="Segoe UI" pitchFamily="34" charset="0"/>
                <a:ea typeface="Segoe UI" pitchFamily="34" charset="-122"/>
                <a:cs typeface="Segoe UI" pitchFamily="34" charset="-120"/>
              </a:rPr>
              <a:t>Otniel</a:t>
            </a:r>
            <a:r>
              <a:rPr lang="en-US" sz="900" b="1" dirty="0">
                <a:solidFill>
                  <a:srgbClr val="5B2FD6"/>
                </a:solidFill>
                <a:latin typeface="Segoe UI" pitchFamily="34" charset="0"/>
                <a:ea typeface="Segoe UI" pitchFamily="34" charset="-122"/>
                <a:cs typeface="Segoe UI" pitchFamily="34" charset="-120"/>
              </a:rPr>
              <a:t>   23</a:t>
            </a:r>
            <a:endParaRPr lang="en-US" sz="900" dirty="0"/>
          </a:p>
        </p:txBody>
      </p:sp>
      <mc:AlternateContent xmlns:mc="http://schemas.openxmlformats.org/markup-compatibility/2006">
        <mc:Choice xmlns:am3d="http://schemas.microsoft.com/office/drawing/2017/model3d" Requires="am3d">
          <p:graphicFrame>
            <p:nvGraphicFramePr>
              <p:cNvPr id="64" name="!!GearBig" descr="Engrenage 3D animé">
                <a:extLst>
                  <a:ext uri="{FF2B5EF4-FFF2-40B4-BE49-F238E27FC236}">
                    <a16:creationId xmlns:a16="http://schemas.microsoft.com/office/drawing/2014/main" id="{F74137CA-17A6-4474-824D-7C71D378B4B9}"/>
                  </a:ext>
                </a:extLst>
              </p:cNvPr>
              <p:cNvGraphicFramePr>
                <a:graphicFrameLocks/>
              </p:cNvGraphicFramePr>
              <p:nvPr>
                <p:extLst>
                  <p:ext uri="{D42A27DB-BD31-4B8C-83A1-F6EECF244321}">
                    <p14:modId xmlns:p14="http://schemas.microsoft.com/office/powerpoint/2010/main" val="2617170357"/>
                  </p:ext>
                </p:extLst>
              </p:nvPr>
            </p:nvGraphicFramePr>
            <p:xfrm>
              <a:off x="10195560" y="320040"/>
              <a:ext cx="1097280" cy="1097280"/>
            </p:xfrm>
            <a:graphic>
              <a:graphicData uri="http://schemas.microsoft.com/office/drawing/2017/model3d">
                <am3d:model3d r:embed="rId9" r:link="rId10">
                  <am3d:spPr>
                    <a:xfrm>
                      <a:off x="0" y="0"/>
                      <a:ext cx="1097280" cy="1097280"/>
                    </a:xfrm>
                    <a:prstGeom prst="rect">
                      <a:avLst/>
                    </a:prstGeom>
                  </am3d:spPr>
                  <am3d:camera>
                    <am3d:pos x="0" y="158400000" z="158400000"/>
                    <am3d:up dx="0" dy="36000000" dz="0"/>
                    <am3d:lookAt x="0" y="0" z="0"/>
                    <am3d:perspective fov="660000"/>
                  </am3d:camera>
                  <am3d:trans>
                    <am3d:meterPerModelUnit n="404766" d="1000000"/>
                    <am3d:preTrans dx="0" dy="0" dz="0"/>
                    <am3d:scale>
                      <am3d:sx n="1000000" d="1000000"/>
                      <am3d:sy n="1000000" d="1000000"/>
                      <am3d:sz n="1000000" d="1000000"/>
                    </am3d:scale>
                    <am3d:rot ay="18000000"/>
                    <am3d:postTrans dx="0" dy="0" dz="0"/>
                  </am3d:trans>
                  <am3d:raster rName="Office3DRenderer" rVer="16.0.8326">
                    <am3d:blip r:embed="rId11"/>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64" name="!!GearBig" descr="Engrenage 3D animé">
                <a:extLst>
                  <a:ext uri="{FF2B5EF4-FFF2-40B4-BE49-F238E27FC236}">
                    <a16:creationId xmlns:a16="http://schemas.microsoft.com/office/drawing/2014/main" id="{F74137CA-17A6-4474-824D-7C71D378B4B9}"/>
                  </a:ext>
                </a:extLst>
              </p:cNvPr>
              <p:cNvPicPr>
                <a:picLocks noGrp="1" noRot="1" noChangeAspect="1" noMove="1" noResize="1" noEditPoints="1" noAdjustHandles="1" noChangeArrowheads="1" noChangeShapeType="1" noCrop="1"/>
              </p:cNvPicPr>
              <p:nvPr/>
            </p:nvPicPr>
            <p:blipFill>
              <a:blip r:embed="rId11"/>
              <a:stretch>
                <a:fillRect/>
              </a:stretch>
            </p:blipFill>
            <p:spPr>
              <a:xfrm>
                <a:off x="10195560" y="320040"/>
                <a:ext cx="1097280" cy="109728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65" name="!!GearSmall" descr="Engrenage 3D animé">
                <a:extLst>
                  <a:ext uri="{FF2B5EF4-FFF2-40B4-BE49-F238E27FC236}">
                    <a16:creationId xmlns:a16="http://schemas.microsoft.com/office/drawing/2014/main" id="{EADAE893-9CC7-4372-A68E-DCFAA673D135}"/>
                  </a:ext>
                </a:extLst>
              </p:cNvPr>
              <p:cNvGraphicFramePr>
                <a:graphicFrameLocks/>
              </p:cNvGraphicFramePr>
              <p:nvPr>
                <p:extLst>
                  <p:ext uri="{D42A27DB-BD31-4B8C-83A1-F6EECF244321}">
                    <p14:modId xmlns:p14="http://schemas.microsoft.com/office/powerpoint/2010/main" val="2051359927"/>
                  </p:ext>
                </p:extLst>
              </p:nvPr>
            </p:nvGraphicFramePr>
            <p:xfrm>
              <a:off x="11150194" y="742493"/>
              <a:ext cx="779069" cy="779069"/>
            </p:xfrm>
            <a:graphic>
              <a:graphicData uri="http://schemas.microsoft.com/office/drawing/2017/model3d">
                <am3d:model3d r:embed="rId12" r:link="rId13">
                  <am3d:spPr>
                    <a:xfrm>
                      <a:off x="0" y="0"/>
                      <a:ext cx="779069" cy="779069"/>
                    </a:xfrm>
                    <a:prstGeom prst="rect">
                      <a:avLst/>
                    </a:prstGeom>
                  </am3d:spPr>
                  <am3d:camera>
                    <am3d:pos x="0" y="158400000" z="158400000"/>
                    <am3d:up dx="0" dy="36000000" dz="0"/>
                    <am3d:lookAt x="0" y="0" z="0"/>
                    <am3d:perspective fov="660000"/>
                  </am3d:camera>
                  <am3d:trans>
                    <am3d:meterPerModelUnit n="573084" d="1000000"/>
                    <am3d:preTrans dx="0" dy="0" dz="0"/>
                    <am3d:scale>
                      <am3d:sx n="1000000" d="1000000"/>
                      <am3d:sy n="1000000" d="1000000"/>
                      <am3d:sz n="1000000" d="1000000"/>
                    </am3d:scale>
                    <am3d:rot ay="5400000"/>
                    <am3d:postTrans dx="0" dy="0" dz="0"/>
                  </am3d:trans>
                  <am3d:raster rName="Office3DRenderer" rVer="16.0.8326">
                    <am3d:blip r:embed="rId14"/>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65" name="!!GearSmall" descr="Engrenage 3D animé">
                <a:extLst>
                  <a:ext uri="{FF2B5EF4-FFF2-40B4-BE49-F238E27FC236}">
                    <a16:creationId xmlns:a16="http://schemas.microsoft.com/office/drawing/2014/main" id="{EADAE893-9CC7-4372-A68E-DCFAA673D135}"/>
                  </a:ext>
                </a:extLst>
              </p:cNvPr>
              <p:cNvPicPr>
                <a:picLocks noGrp="1" noRot="1" noChangeAspect="1" noMove="1" noResize="1" noEditPoints="1" noAdjustHandles="1" noChangeArrowheads="1" noChangeShapeType="1" noCrop="1"/>
              </p:cNvPicPr>
              <p:nvPr/>
            </p:nvPicPr>
            <p:blipFill>
              <a:blip r:embed="rId14"/>
              <a:stretch>
                <a:fillRect/>
              </a:stretch>
            </p:blipFill>
            <p:spPr>
              <a:xfrm>
                <a:off x="11150194" y="742493"/>
                <a:ext cx="779069" cy="779069"/>
              </a:xfrm>
              <a:prstGeom prst="rect">
                <a:avLst/>
              </a:prstGeom>
            </p:spPr>
          </p:pic>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mph" presetSubtype="128" repeatCount="indefinite" fill="hold" nodeType="withEffect">
                                  <p:stCondLst>
                                    <p:cond delay="0"/>
                                  </p:stCondLst>
                                  <p:childTnLst>
                                    <p:animRot by="21600000">
                                      <p:cBhvr>
                                        <p:cTn id="6" dur="16000" fill="hold"/>
                                        <p:tgtEl>
                                          <p:spTgt spid="64"/>
                                        </p:tgtEl>
                                        <p:attrNameLst>
                                          <p:attrName>3d.view.rotation.y</p:attrName>
                                        </p:attrNameLst>
                                      </p:cBhvr>
                                    </p:animRot>
                                  </p:childTnLst>
                                </p:cTn>
                              </p:par>
                              <p:par>
                                <p:cTn id="7" presetID="37" presetClass="emph" presetSubtype="128" repeatCount="indefinite" fill="hold" nodeType="withEffect">
                                  <p:stCondLst>
                                    <p:cond delay="0"/>
                                  </p:stCondLst>
                                  <p:childTnLst>
                                    <p:animRot by="-21600000">
                                      <p:cBhvr>
                                        <p:cTn id="8" dur="10667" fill="hold"/>
                                        <p:tgtEl>
                                          <p:spTgt spid="65"/>
                                        </p:tgtEl>
                                        <p:attrNameLst>
                                          <p:attrName>3d.view.rotation.y</p:attrName>
                                        </p:attrNameLst>
                                      </p:cBhvr>
                                    </p:animRot>
                                  </p:childTnLst>
                                </p:cTn>
                              </p:par>
                              <p:par>
                                <p:cTn id="9" presetID="42" presetClass="entr" presetSubtype="0" fill="hold" nodeType="withEffect">
                                  <p:stCondLst>
                                    <p:cond delay="35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50"/>
                                        <p:tgtEl>
                                          <p:spTgt spid="6"/>
                                        </p:tgtEl>
                                      </p:cBhvr>
                                    </p:animEffect>
                                    <p:anim calcmode="lin" valueType="num">
                                      <p:cBhvr>
                                        <p:cTn id="12" dur="550" fill="hold"/>
                                        <p:tgtEl>
                                          <p:spTgt spid="6"/>
                                        </p:tgtEl>
                                        <p:attrNameLst>
                                          <p:attrName>ppt_x</p:attrName>
                                        </p:attrNameLst>
                                      </p:cBhvr>
                                      <p:tavLst>
                                        <p:tav tm="0">
                                          <p:val>
                                            <p:strVal val="#ppt_x"/>
                                          </p:val>
                                        </p:tav>
                                        <p:tav tm="100000">
                                          <p:val>
                                            <p:strVal val="#ppt_x"/>
                                          </p:val>
                                        </p:tav>
                                      </p:tavLst>
                                    </p:anim>
                                    <p:anim calcmode="lin" valueType="num">
                                      <p:cBhvr>
                                        <p:cTn id="13" dur="550" fill="hold"/>
                                        <p:tgtEl>
                                          <p:spTgt spid="6"/>
                                        </p:tgtEl>
                                        <p:attrNameLst>
                                          <p:attrName>ppt_y</p:attrName>
                                        </p:attrNameLst>
                                      </p:cBhvr>
                                      <p:tavLst>
                                        <p:tav tm="0">
                                          <p:val>
                                            <p:strVal val="#ppt_y+.1"/>
                                          </p:val>
                                        </p:tav>
                                        <p:tav tm="100000">
                                          <p:val>
                                            <p:strVal val="#ppt_y"/>
                                          </p:val>
                                        </p:tav>
                                      </p:tavLst>
                                    </p:anim>
                                  </p:childTnLst>
                                </p:cTn>
                              </p:par>
                              <p:par>
                                <p:cTn id="14" presetID="42" presetClass="entr" presetSubtype="0" fill="hold" nodeType="withEffect">
                                  <p:stCondLst>
                                    <p:cond delay="35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50"/>
                                        <p:tgtEl>
                                          <p:spTgt spid="7"/>
                                        </p:tgtEl>
                                      </p:cBhvr>
                                    </p:animEffect>
                                    <p:anim calcmode="lin" valueType="num">
                                      <p:cBhvr>
                                        <p:cTn id="17" dur="550" fill="hold"/>
                                        <p:tgtEl>
                                          <p:spTgt spid="7"/>
                                        </p:tgtEl>
                                        <p:attrNameLst>
                                          <p:attrName>ppt_x</p:attrName>
                                        </p:attrNameLst>
                                      </p:cBhvr>
                                      <p:tavLst>
                                        <p:tav tm="0">
                                          <p:val>
                                            <p:strVal val="#ppt_x"/>
                                          </p:val>
                                        </p:tav>
                                        <p:tav tm="100000">
                                          <p:val>
                                            <p:strVal val="#ppt_x"/>
                                          </p:val>
                                        </p:tav>
                                      </p:tavLst>
                                    </p:anim>
                                    <p:anim calcmode="lin" valueType="num">
                                      <p:cBhvr>
                                        <p:cTn id="18" dur="550" fill="hold"/>
                                        <p:tgtEl>
                                          <p:spTgt spid="7"/>
                                        </p:tgtEl>
                                        <p:attrNameLst>
                                          <p:attrName>ppt_y</p:attrName>
                                        </p:attrNameLst>
                                      </p:cBhvr>
                                      <p:tavLst>
                                        <p:tav tm="0">
                                          <p:val>
                                            <p:strVal val="#ppt_y+.1"/>
                                          </p:val>
                                        </p:tav>
                                        <p:tav tm="100000">
                                          <p:val>
                                            <p:strVal val="#ppt_y"/>
                                          </p:val>
                                        </p:tav>
                                      </p:tavLst>
                                    </p:anim>
                                  </p:childTnLst>
                                </p:cTn>
                              </p:par>
                              <p:par>
                                <p:cTn id="19" presetID="42" presetClass="entr" presetSubtype="0" fill="hold" nodeType="withEffect">
                                  <p:stCondLst>
                                    <p:cond delay="35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50"/>
                                        <p:tgtEl>
                                          <p:spTgt spid="8"/>
                                        </p:tgtEl>
                                      </p:cBhvr>
                                    </p:animEffect>
                                    <p:anim calcmode="lin" valueType="num">
                                      <p:cBhvr>
                                        <p:cTn id="22" dur="550" fill="hold"/>
                                        <p:tgtEl>
                                          <p:spTgt spid="8"/>
                                        </p:tgtEl>
                                        <p:attrNameLst>
                                          <p:attrName>ppt_x</p:attrName>
                                        </p:attrNameLst>
                                      </p:cBhvr>
                                      <p:tavLst>
                                        <p:tav tm="0">
                                          <p:val>
                                            <p:strVal val="#ppt_x"/>
                                          </p:val>
                                        </p:tav>
                                        <p:tav tm="100000">
                                          <p:val>
                                            <p:strVal val="#ppt_x"/>
                                          </p:val>
                                        </p:tav>
                                      </p:tavLst>
                                    </p:anim>
                                    <p:anim calcmode="lin" valueType="num">
                                      <p:cBhvr>
                                        <p:cTn id="23" dur="550" fill="hold"/>
                                        <p:tgtEl>
                                          <p:spTgt spid="8"/>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35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50"/>
                                        <p:tgtEl>
                                          <p:spTgt spid="9"/>
                                        </p:tgtEl>
                                      </p:cBhvr>
                                    </p:animEffect>
                                    <p:anim calcmode="lin" valueType="num">
                                      <p:cBhvr>
                                        <p:cTn id="27" dur="550" fill="hold"/>
                                        <p:tgtEl>
                                          <p:spTgt spid="9"/>
                                        </p:tgtEl>
                                        <p:attrNameLst>
                                          <p:attrName>ppt_x</p:attrName>
                                        </p:attrNameLst>
                                      </p:cBhvr>
                                      <p:tavLst>
                                        <p:tav tm="0">
                                          <p:val>
                                            <p:strVal val="#ppt_x"/>
                                          </p:val>
                                        </p:tav>
                                        <p:tav tm="100000">
                                          <p:val>
                                            <p:strVal val="#ppt_x"/>
                                          </p:val>
                                        </p:tav>
                                      </p:tavLst>
                                    </p:anim>
                                    <p:anim calcmode="lin" valueType="num">
                                      <p:cBhvr>
                                        <p:cTn id="28" dur="550" fill="hold"/>
                                        <p:tgtEl>
                                          <p:spTgt spid="9"/>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35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50"/>
                                        <p:tgtEl>
                                          <p:spTgt spid="10"/>
                                        </p:tgtEl>
                                      </p:cBhvr>
                                    </p:animEffect>
                                    <p:anim calcmode="lin" valueType="num">
                                      <p:cBhvr>
                                        <p:cTn id="32" dur="550" fill="hold"/>
                                        <p:tgtEl>
                                          <p:spTgt spid="10"/>
                                        </p:tgtEl>
                                        <p:attrNameLst>
                                          <p:attrName>ppt_x</p:attrName>
                                        </p:attrNameLst>
                                      </p:cBhvr>
                                      <p:tavLst>
                                        <p:tav tm="0">
                                          <p:val>
                                            <p:strVal val="#ppt_x"/>
                                          </p:val>
                                        </p:tav>
                                        <p:tav tm="100000">
                                          <p:val>
                                            <p:strVal val="#ppt_x"/>
                                          </p:val>
                                        </p:tav>
                                      </p:tavLst>
                                    </p:anim>
                                    <p:anim calcmode="lin" valueType="num">
                                      <p:cBhvr>
                                        <p:cTn id="33" dur="550" fill="hold"/>
                                        <p:tgtEl>
                                          <p:spTgt spid="10"/>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35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550"/>
                                        <p:tgtEl>
                                          <p:spTgt spid="11"/>
                                        </p:tgtEl>
                                      </p:cBhvr>
                                    </p:animEffect>
                                    <p:anim calcmode="lin" valueType="num">
                                      <p:cBhvr>
                                        <p:cTn id="37" dur="550" fill="hold"/>
                                        <p:tgtEl>
                                          <p:spTgt spid="11"/>
                                        </p:tgtEl>
                                        <p:attrNameLst>
                                          <p:attrName>ppt_x</p:attrName>
                                        </p:attrNameLst>
                                      </p:cBhvr>
                                      <p:tavLst>
                                        <p:tav tm="0">
                                          <p:val>
                                            <p:strVal val="#ppt_x"/>
                                          </p:val>
                                        </p:tav>
                                        <p:tav tm="100000">
                                          <p:val>
                                            <p:strVal val="#ppt_x"/>
                                          </p:val>
                                        </p:tav>
                                      </p:tavLst>
                                    </p:anim>
                                    <p:anim calcmode="lin" valueType="num">
                                      <p:cBhvr>
                                        <p:cTn id="38" dur="550" fill="hold"/>
                                        <p:tgtEl>
                                          <p:spTgt spid="11"/>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35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550"/>
                                        <p:tgtEl>
                                          <p:spTgt spid="12"/>
                                        </p:tgtEl>
                                      </p:cBhvr>
                                    </p:animEffect>
                                    <p:anim calcmode="lin" valueType="num">
                                      <p:cBhvr>
                                        <p:cTn id="42" dur="550" fill="hold"/>
                                        <p:tgtEl>
                                          <p:spTgt spid="12"/>
                                        </p:tgtEl>
                                        <p:attrNameLst>
                                          <p:attrName>ppt_x</p:attrName>
                                        </p:attrNameLst>
                                      </p:cBhvr>
                                      <p:tavLst>
                                        <p:tav tm="0">
                                          <p:val>
                                            <p:strVal val="#ppt_x"/>
                                          </p:val>
                                        </p:tav>
                                        <p:tav tm="100000">
                                          <p:val>
                                            <p:strVal val="#ppt_x"/>
                                          </p:val>
                                        </p:tav>
                                      </p:tavLst>
                                    </p:anim>
                                    <p:anim calcmode="lin" valueType="num">
                                      <p:cBhvr>
                                        <p:cTn id="43" dur="550" fill="hold"/>
                                        <p:tgtEl>
                                          <p:spTgt spid="12"/>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35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50"/>
                                        <p:tgtEl>
                                          <p:spTgt spid="13"/>
                                        </p:tgtEl>
                                      </p:cBhvr>
                                    </p:animEffect>
                                    <p:anim calcmode="lin" valueType="num">
                                      <p:cBhvr>
                                        <p:cTn id="47" dur="550" fill="hold"/>
                                        <p:tgtEl>
                                          <p:spTgt spid="13"/>
                                        </p:tgtEl>
                                        <p:attrNameLst>
                                          <p:attrName>ppt_x</p:attrName>
                                        </p:attrNameLst>
                                      </p:cBhvr>
                                      <p:tavLst>
                                        <p:tav tm="0">
                                          <p:val>
                                            <p:strVal val="#ppt_x"/>
                                          </p:val>
                                        </p:tav>
                                        <p:tav tm="100000">
                                          <p:val>
                                            <p:strVal val="#ppt_x"/>
                                          </p:val>
                                        </p:tav>
                                      </p:tavLst>
                                    </p:anim>
                                    <p:anim calcmode="lin" valueType="num">
                                      <p:cBhvr>
                                        <p:cTn id="48" dur="550" fill="hold"/>
                                        <p:tgtEl>
                                          <p:spTgt spid="13"/>
                                        </p:tgtEl>
                                        <p:attrNameLst>
                                          <p:attrName>ppt_y</p:attrName>
                                        </p:attrNameLst>
                                      </p:cBhvr>
                                      <p:tavLst>
                                        <p:tav tm="0">
                                          <p:val>
                                            <p:strVal val="#ppt_y+.1"/>
                                          </p:val>
                                        </p:tav>
                                        <p:tav tm="100000">
                                          <p:val>
                                            <p:strVal val="#ppt_y"/>
                                          </p:val>
                                        </p:tav>
                                      </p:tavLst>
                                    </p:anim>
                                  </p:childTnLst>
                                </p:cTn>
                              </p:par>
                              <p:par>
                                <p:cTn id="49" presetID="42" presetClass="entr" presetSubtype="0" fill="hold" nodeType="withEffect">
                                  <p:stCondLst>
                                    <p:cond delay="35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550"/>
                                        <p:tgtEl>
                                          <p:spTgt spid="14"/>
                                        </p:tgtEl>
                                      </p:cBhvr>
                                    </p:animEffect>
                                    <p:anim calcmode="lin" valueType="num">
                                      <p:cBhvr>
                                        <p:cTn id="52" dur="550" fill="hold"/>
                                        <p:tgtEl>
                                          <p:spTgt spid="14"/>
                                        </p:tgtEl>
                                        <p:attrNameLst>
                                          <p:attrName>ppt_x</p:attrName>
                                        </p:attrNameLst>
                                      </p:cBhvr>
                                      <p:tavLst>
                                        <p:tav tm="0">
                                          <p:val>
                                            <p:strVal val="#ppt_x"/>
                                          </p:val>
                                        </p:tav>
                                        <p:tav tm="100000">
                                          <p:val>
                                            <p:strVal val="#ppt_x"/>
                                          </p:val>
                                        </p:tav>
                                      </p:tavLst>
                                    </p:anim>
                                    <p:anim calcmode="lin" valueType="num">
                                      <p:cBhvr>
                                        <p:cTn id="53" dur="550" fill="hold"/>
                                        <p:tgtEl>
                                          <p:spTgt spid="14"/>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35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550"/>
                                        <p:tgtEl>
                                          <p:spTgt spid="15"/>
                                        </p:tgtEl>
                                      </p:cBhvr>
                                    </p:animEffect>
                                    <p:anim calcmode="lin" valueType="num">
                                      <p:cBhvr>
                                        <p:cTn id="57" dur="550" fill="hold"/>
                                        <p:tgtEl>
                                          <p:spTgt spid="15"/>
                                        </p:tgtEl>
                                        <p:attrNameLst>
                                          <p:attrName>ppt_x</p:attrName>
                                        </p:attrNameLst>
                                      </p:cBhvr>
                                      <p:tavLst>
                                        <p:tav tm="0">
                                          <p:val>
                                            <p:strVal val="#ppt_x"/>
                                          </p:val>
                                        </p:tav>
                                        <p:tav tm="100000">
                                          <p:val>
                                            <p:strVal val="#ppt_x"/>
                                          </p:val>
                                        </p:tav>
                                      </p:tavLst>
                                    </p:anim>
                                    <p:anim calcmode="lin" valueType="num">
                                      <p:cBhvr>
                                        <p:cTn id="58" dur="550" fill="hold"/>
                                        <p:tgtEl>
                                          <p:spTgt spid="15"/>
                                        </p:tgtEl>
                                        <p:attrNameLst>
                                          <p:attrName>ppt_y</p:attrName>
                                        </p:attrNameLst>
                                      </p:cBhvr>
                                      <p:tavLst>
                                        <p:tav tm="0">
                                          <p:val>
                                            <p:strVal val="#ppt_y+.1"/>
                                          </p:val>
                                        </p:tav>
                                        <p:tav tm="100000">
                                          <p:val>
                                            <p:strVal val="#ppt_y"/>
                                          </p:val>
                                        </p:tav>
                                      </p:tavLst>
                                    </p:anim>
                                  </p:childTnLst>
                                </p:cTn>
                              </p:par>
                              <p:par>
                                <p:cTn id="59" presetID="42" presetClass="entr" presetSubtype="0" fill="hold" nodeType="withEffect">
                                  <p:stCondLst>
                                    <p:cond delay="350"/>
                                  </p:stCondLst>
                                  <p:childTnLst>
                                    <p:set>
                                      <p:cBhvr>
                                        <p:cTn id="60" dur="1" fill="hold">
                                          <p:stCondLst>
                                            <p:cond delay="0"/>
                                          </p:stCondLst>
                                        </p:cTn>
                                        <p:tgtEl>
                                          <p:spTgt spid="16"/>
                                        </p:tgtEl>
                                        <p:attrNameLst>
                                          <p:attrName>style.visibility</p:attrName>
                                        </p:attrNameLst>
                                      </p:cBhvr>
                                      <p:to>
                                        <p:strVal val="visible"/>
                                      </p:to>
                                    </p:set>
                                    <p:animEffect transition="in" filter="fade">
                                      <p:cBhvr>
                                        <p:cTn id="61" dur="550"/>
                                        <p:tgtEl>
                                          <p:spTgt spid="16"/>
                                        </p:tgtEl>
                                      </p:cBhvr>
                                    </p:animEffect>
                                    <p:anim calcmode="lin" valueType="num">
                                      <p:cBhvr>
                                        <p:cTn id="62" dur="550" fill="hold"/>
                                        <p:tgtEl>
                                          <p:spTgt spid="16"/>
                                        </p:tgtEl>
                                        <p:attrNameLst>
                                          <p:attrName>ppt_x</p:attrName>
                                        </p:attrNameLst>
                                      </p:cBhvr>
                                      <p:tavLst>
                                        <p:tav tm="0">
                                          <p:val>
                                            <p:strVal val="#ppt_x"/>
                                          </p:val>
                                        </p:tav>
                                        <p:tav tm="100000">
                                          <p:val>
                                            <p:strVal val="#ppt_x"/>
                                          </p:val>
                                        </p:tav>
                                      </p:tavLst>
                                    </p:anim>
                                    <p:anim calcmode="lin" valueType="num">
                                      <p:cBhvr>
                                        <p:cTn id="63" dur="550" fill="hold"/>
                                        <p:tgtEl>
                                          <p:spTgt spid="16"/>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35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550"/>
                                        <p:tgtEl>
                                          <p:spTgt spid="17"/>
                                        </p:tgtEl>
                                      </p:cBhvr>
                                    </p:animEffect>
                                    <p:anim calcmode="lin" valueType="num">
                                      <p:cBhvr>
                                        <p:cTn id="67" dur="550" fill="hold"/>
                                        <p:tgtEl>
                                          <p:spTgt spid="17"/>
                                        </p:tgtEl>
                                        <p:attrNameLst>
                                          <p:attrName>ppt_x</p:attrName>
                                        </p:attrNameLst>
                                      </p:cBhvr>
                                      <p:tavLst>
                                        <p:tav tm="0">
                                          <p:val>
                                            <p:strVal val="#ppt_x"/>
                                          </p:val>
                                        </p:tav>
                                        <p:tav tm="100000">
                                          <p:val>
                                            <p:strVal val="#ppt_x"/>
                                          </p:val>
                                        </p:tav>
                                      </p:tavLst>
                                    </p:anim>
                                    <p:anim calcmode="lin" valueType="num">
                                      <p:cBhvr>
                                        <p:cTn id="68" dur="550" fill="hold"/>
                                        <p:tgtEl>
                                          <p:spTgt spid="17"/>
                                        </p:tgtEl>
                                        <p:attrNameLst>
                                          <p:attrName>ppt_y</p:attrName>
                                        </p:attrNameLst>
                                      </p:cBhvr>
                                      <p:tavLst>
                                        <p:tav tm="0">
                                          <p:val>
                                            <p:strVal val="#ppt_y+.1"/>
                                          </p:val>
                                        </p:tav>
                                        <p:tav tm="100000">
                                          <p:val>
                                            <p:strVal val="#ppt_y"/>
                                          </p:val>
                                        </p:tav>
                                      </p:tavLst>
                                    </p:anim>
                                  </p:childTnLst>
                                </p:cTn>
                              </p:par>
                              <p:par>
                                <p:cTn id="69" presetID="42" presetClass="entr" presetSubtype="0" fill="hold" nodeType="withEffect">
                                  <p:stCondLst>
                                    <p:cond delay="510"/>
                                  </p:stCondLst>
                                  <p:childTnLst>
                                    <p:set>
                                      <p:cBhvr>
                                        <p:cTn id="70" dur="1" fill="hold">
                                          <p:stCondLst>
                                            <p:cond delay="0"/>
                                          </p:stCondLst>
                                        </p:cTn>
                                        <p:tgtEl>
                                          <p:spTgt spid="18"/>
                                        </p:tgtEl>
                                        <p:attrNameLst>
                                          <p:attrName>style.visibility</p:attrName>
                                        </p:attrNameLst>
                                      </p:cBhvr>
                                      <p:to>
                                        <p:strVal val="visible"/>
                                      </p:to>
                                    </p:set>
                                    <p:animEffect transition="in" filter="fade">
                                      <p:cBhvr>
                                        <p:cTn id="71" dur="550"/>
                                        <p:tgtEl>
                                          <p:spTgt spid="18"/>
                                        </p:tgtEl>
                                      </p:cBhvr>
                                    </p:animEffect>
                                    <p:anim calcmode="lin" valueType="num">
                                      <p:cBhvr>
                                        <p:cTn id="72" dur="550" fill="hold"/>
                                        <p:tgtEl>
                                          <p:spTgt spid="18"/>
                                        </p:tgtEl>
                                        <p:attrNameLst>
                                          <p:attrName>ppt_x</p:attrName>
                                        </p:attrNameLst>
                                      </p:cBhvr>
                                      <p:tavLst>
                                        <p:tav tm="0">
                                          <p:val>
                                            <p:strVal val="#ppt_x"/>
                                          </p:val>
                                        </p:tav>
                                        <p:tav tm="100000">
                                          <p:val>
                                            <p:strVal val="#ppt_x"/>
                                          </p:val>
                                        </p:tav>
                                      </p:tavLst>
                                    </p:anim>
                                    <p:anim calcmode="lin" valueType="num">
                                      <p:cBhvr>
                                        <p:cTn id="73" dur="550" fill="hold"/>
                                        <p:tgtEl>
                                          <p:spTgt spid="18"/>
                                        </p:tgtEl>
                                        <p:attrNameLst>
                                          <p:attrName>ppt_y</p:attrName>
                                        </p:attrNameLst>
                                      </p:cBhvr>
                                      <p:tavLst>
                                        <p:tav tm="0">
                                          <p:val>
                                            <p:strVal val="#ppt_y+.1"/>
                                          </p:val>
                                        </p:tav>
                                        <p:tav tm="100000">
                                          <p:val>
                                            <p:strVal val="#ppt_y"/>
                                          </p:val>
                                        </p:tav>
                                      </p:tavLst>
                                    </p:anim>
                                  </p:childTnLst>
                                </p:cTn>
                              </p:par>
                              <p:par>
                                <p:cTn id="74" presetID="42" presetClass="entr" presetSubtype="0" fill="hold" nodeType="withEffect">
                                  <p:stCondLst>
                                    <p:cond delay="510"/>
                                  </p:stCondLst>
                                  <p:childTnLst>
                                    <p:set>
                                      <p:cBhvr>
                                        <p:cTn id="75" dur="1" fill="hold">
                                          <p:stCondLst>
                                            <p:cond delay="0"/>
                                          </p:stCondLst>
                                        </p:cTn>
                                        <p:tgtEl>
                                          <p:spTgt spid="19"/>
                                        </p:tgtEl>
                                        <p:attrNameLst>
                                          <p:attrName>style.visibility</p:attrName>
                                        </p:attrNameLst>
                                      </p:cBhvr>
                                      <p:to>
                                        <p:strVal val="visible"/>
                                      </p:to>
                                    </p:set>
                                    <p:animEffect transition="in" filter="fade">
                                      <p:cBhvr>
                                        <p:cTn id="76" dur="550"/>
                                        <p:tgtEl>
                                          <p:spTgt spid="19"/>
                                        </p:tgtEl>
                                      </p:cBhvr>
                                    </p:animEffect>
                                    <p:anim calcmode="lin" valueType="num">
                                      <p:cBhvr>
                                        <p:cTn id="77" dur="550" fill="hold"/>
                                        <p:tgtEl>
                                          <p:spTgt spid="19"/>
                                        </p:tgtEl>
                                        <p:attrNameLst>
                                          <p:attrName>ppt_x</p:attrName>
                                        </p:attrNameLst>
                                      </p:cBhvr>
                                      <p:tavLst>
                                        <p:tav tm="0">
                                          <p:val>
                                            <p:strVal val="#ppt_x"/>
                                          </p:val>
                                        </p:tav>
                                        <p:tav tm="100000">
                                          <p:val>
                                            <p:strVal val="#ppt_x"/>
                                          </p:val>
                                        </p:tav>
                                      </p:tavLst>
                                    </p:anim>
                                    <p:anim calcmode="lin" valueType="num">
                                      <p:cBhvr>
                                        <p:cTn id="78" dur="550" fill="hold"/>
                                        <p:tgtEl>
                                          <p:spTgt spid="19"/>
                                        </p:tgtEl>
                                        <p:attrNameLst>
                                          <p:attrName>ppt_y</p:attrName>
                                        </p:attrNameLst>
                                      </p:cBhvr>
                                      <p:tavLst>
                                        <p:tav tm="0">
                                          <p:val>
                                            <p:strVal val="#ppt_y+.1"/>
                                          </p:val>
                                        </p:tav>
                                        <p:tav tm="100000">
                                          <p:val>
                                            <p:strVal val="#ppt_y"/>
                                          </p:val>
                                        </p:tav>
                                      </p:tavLst>
                                    </p:anim>
                                  </p:childTnLst>
                                </p:cTn>
                              </p:par>
                              <p:par>
                                <p:cTn id="79" presetID="42" presetClass="entr" presetSubtype="0" fill="hold" nodeType="withEffect">
                                  <p:stCondLst>
                                    <p:cond delay="510"/>
                                  </p:stCondLst>
                                  <p:childTnLst>
                                    <p:set>
                                      <p:cBhvr>
                                        <p:cTn id="80" dur="1" fill="hold">
                                          <p:stCondLst>
                                            <p:cond delay="0"/>
                                          </p:stCondLst>
                                        </p:cTn>
                                        <p:tgtEl>
                                          <p:spTgt spid="20"/>
                                        </p:tgtEl>
                                        <p:attrNameLst>
                                          <p:attrName>style.visibility</p:attrName>
                                        </p:attrNameLst>
                                      </p:cBhvr>
                                      <p:to>
                                        <p:strVal val="visible"/>
                                      </p:to>
                                    </p:set>
                                    <p:animEffect transition="in" filter="fade">
                                      <p:cBhvr>
                                        <p:cTn id="81" dur="550"/>
                                        <p:tgtEl>
                                          <p:spTgt spid="20"/>
                                        </p:tgtEl>
                                      </p:cBhvr>
                                    </p:animEffect>
                                    <p:anim calcmode="lin" valueType="num">
                                      <p:cBhvr>
                                        <p:cTn id="82" dur="550" fill="hold"/>
                                        <p:tgtEl>
                                          <p:spTgt spid="20"/>
                                        </p:tgtEl>
                                        <p:attrNameLst>
                                          <p:attrName>ppt_x</p:attrName>
                                        </p:attrNameLst>
                                      </p:cBhvr>
                                      <p:tavLst>
                                        <p:tav tm="0">
                                          <p:val>
                                            <p:strVal val="#ppt_x"/>
                                          </p:val>
                                        </p:tav>
                                        <p:tav tm="100000">
                                          <p:val>
                                            <p:strVal val="#ppt_x"/>
                                          </p:val>
                                        </p:tav>
                                      </p:tavLst>
                                    </p:anim>
                                    <p:anim calcmode="lin" valueType="num">
                                      <p:cBhvr>
                                        <p:cTn id="83" dur="550" fill="hold"/>
                                        <p:tgtEl>
                                          <p:spTgt spid="20"/>
                                        </p:tgtEl>
                                        <p:attrNameLst>
                                          <p:attrName>ppt_y</p:attrName>
                                        </p:attrNameLst>
                                      </p:cBhvr>
                                      <p:tavLst>
                                        <p:tav tm="0">
                                          <p:val>
                                            <p:strVal val="#ppt_y+.1"/>
                                          </p:val>
                                        </p:tav>
                                        <p:tav tm="100000">
                                          <p:val>
                                            <p:strVal val="#ppt_y"/>
                                          </p:val>
                                        </p:tav>
                                      </p:tavLst>
                                    </p:anim>
                                  </p:childTnLst>
                                </p:cTn>
                              </p:par>
                              <p:par>
                                <p:cTn id="84" presetID="42" presetClass="entr" presetSubtype="0" fill="hold" grpId="0" nodeType="withEffect">
                                  <p:stCondLst>
                                    <p:cond delay="510"/>
                                  </p:stCondLst>
                                  <p:childTnLst>
                                    <p:set>
                                      <p:cBhvr>
                                        <p:cTn id="85" dur="1" fill="hold">
                                          <p:stCondLst>
                                            <p:cond delay="0"/>
                                          </p:stCondLst>
                                        </p:cTn>
                                        <p:tgtEl>
                                          <p:spTgt spid="21"/>
                                        </p:tgtEl>
                                        <p:attrNameLst>
                                          <p:attrName>style.visibility</p:attrName>
                                        </p:attrNameLst>
                                      </p:cBhvr>
                                      <p:to>
                                        <p:strVal val="visible"/>
                                      </p:to>
                                    </p:set>
                                    <p:animEffect transition="in" filter="fade">
                                      <p:cBhvr>
                                        <p:cTn id="86" dur="550"/>
                                        <p:tgtEl>
                                          <p:spTgt spid="21"/>
                                        </p:tgtEl>
                                      </p:cBhvr>
                                    </p:animEffect>
                                    <p:anim calcmode="lin" valueType="num">
                                      <p:cBhvr>
                                        <p:cTn id="87" dur="550" fill="hold"/>
                                        <p:tgtEl>
                                          <p:spTgt spid="21"/>
                                        </p:tgtEl>
                                        <p:attrNameLst>
                                          <p:attrName>ppt_x</p:attrName>
                                        </p:attrNameLst>
                                      </p:cBhvr>
                                      <p:tavLst>
                                        <p:tav tm="0">
                                          <p:val>
                                            <p:strVal val="#ppt_x"/>
                                          </p:val>
                                        </p:tav>
                                        <p:tav tm="100000">
                                          <p:val>
                                            <p:strVal val="#ppt_x"/>
                                          </p:val>
                                        </p:tav>
                                      </p:tavLst>
                                    </p:anim>
                                    <p:anim calcmode="lin" valueType="num">
                                      <p:cBhvr>
                                        <p:cTn id="88" dur="550" fill="hold"/>
                                        <p:tgtEl>
                                          <p:spTgt spid="21"/>
                                        </p:tgtEl>
                                        <p:attrNameLst>
                                          <p:attrName>ppt_y</p:attrName>
                                        </p:attrNameLst>
                                      </p:cBhvr>
                                      <p:tavLst>
                                        <p:tav tm="0">
                                          <p:val>
                                            <p:strVal val="#ppt_y+.1"/>
                                          </p:val>
                                        </p:tav>
                                        <p:tav tm="100000">
                                          <p:val>
                                            <p:strVal val="#ppt_y"/>
                                          </p:val>
                                        </p:tav>
                                      </p:tavLst>
                                    </p:anim>
                                  </p:childTnLst>
                                </p:cTn>
                              </p:par>
                              <p:par>
                                <p:cTn id="89" presetID="42" presetClass="entr" presetSubtype="0" fill="hold" nodeType="withEffect">
                                  <p:stCondLst>
                                    <p:cond delay="510"/>
                                  </p:stCondLst>
                                  <p:childTnLst>
                                    <p:set>
                                      <p:cBhvr>
                                        <p:cTn id="90" dur="1" fill="hold">
                                          <p:stCondLst>
                                            <p:cond delay="0"/>
                                          </p:stCondLst>
                                        </p:cTn>
                                        <p:tgtEl>
                                          <p:spTgt spid="22"/>
                                        </p:tgtEl>
                                        <p:attrNameLst>
                                          <p:attrName>style.visibility</p:attrName>
                                        </p:attrNameLst>
                                      </p:cBhvr>
                                      <p:to>
                                        <p:strVal val="visible"/>
                                      </p:to>
                                    </p:set>
                                    <p:animEffect transition="in" filter="fade">
                                      <p:cBhvr>
                                        <p:cTn id="91" dur="550"/>
                                        <p:tgtEl>
                                          <p:spTgt spid="22"/>
                                        </p:tgtEl>
                                      </p:cBhvr>
                                    </p:animEffect>
                                    <p:anim calcmode="lin" valueType="num">
                                      <p:cBhvr>
                                        <p:cTn id="92" dur="550" fill="hold"/>
                                        <p:tgtEl>
                                          <p:spTgt spid="22"/>
                                        </p:tgtEl>
                                        <p:attrNameLst>
                                          <p:attrName>ppt_x</p:attrName>
                                        </p:attrNameLst>
                                      </p:cBhvr>
                                      <p:tavLst>
                                        <p:tav tm="0">
                                          <p:val>
                                            <p:strVal val="#ppt_x"/>
                                          </p:val>
                                        </p:tav>
                                        <p:tav tm="100000">
                                          <p:val>
                                            <p:strVal val="#ppt_x"/>
                                          </p:val>
                                        </p:tav>
                                      </p:tavLst>
                                    </p:anim>
                                    <p:anim calcmode="lin" valueType="num">
                                      <p:cBhvr>
                                        <p:cTn id="93" dur="550" fill="hold"/>
                                        <p:tgtEl>
                                          <p:spTgt spid="22"/>
                                        </p:tgtEl>
                                        <p:attrNameLst>
                                          <p:attrName>ppt_y</p:attrName>
                                        </p:attrNameLst>
                                      </p:cBhvr>
                                      <p:tavLst>
                                        <p:tav tm="0">
                                          <p:val>
                                            <p:strVal val="#ppt_y+.1"/>
                                          </p:val>
                                        </p:tav>
                                        <p:tav tm="100000">
                                          <p:val>
                                            <p:strVal val="#ppt_y"/>
                                          </p:val>
                                        </p:tav>
                                      </p:tavLst>
                                    </p:anim>
                                  </p:childTnLst>
                                </p:cTn>
                              </p:par>
                              <p:par>
                                <p:cTn id="94" presetID="42" presetClass="entr" presetSubtype="0" fill="hold" grpId="0" nodeType="withEffect">
                                  <p:stCondLst>
                                    <p:cond delay="510"/>
                                  </p:stCondLst>
                                  <p:childTnLst>
                                    <p:set>
                                      <p:cBhvr>
                                        <p:cTn id="95" dur="1" fill="hold">
                                          <p:stCondLst>
                                            <p:cond delay="0"/>
                                          </p:stCondLst>
                                        </p:cTn>
                                        <p:tgtEl>
                                          <p:spTgt spid="23"/>
                                        </p:tgtEl>
                                        <p:attrNameLst>
                                          <p:attrName>style.visibility</p:attrName>
                                        </p:attrNameLst>
                                      </p:cBhvr>
                                      <p:to>
                                        <p:strVal val="visible"/>
                                      </p:to>
                                    </p:set>
                                    <p:animEffect transition="in" filter="fade">
                                      <p:cBhvr>
                                        <p:cTn id="96" dur="550"/>
                                        <p:tgtEl>
                                          <p:spTgt spid="23"/>
                                        </p:tgtEl>
                                      </p:cBhvr>
                                    </p:animEffect>
                                    <p:anim calcmode="lin" valueType="num">
                                      <p:cBhvr>
                                        <p:cTn id="97" dur="550" fill="hold"/>
                                        <p:tgtEl>
                                          <p:spTgt spid="23"/>
                                        </p:tgtEl>
                                        <p:attrNameLst>
                                          <p:attrName>ppt_x</p:attrName>
                                        </p:attrNameLst>
                                      </p:cBhvr>
                                      <p:tavLst>
                                        <p:tav tm="0">
                                          <p:val>
                                            <p:strVal val="#ppt_x"/>
                                          </p:val>
                                        </p:tav>
                                        <p:tav tm="100000">
                                          <p:val>
                                            <p:strVal val="#ppt_x"/>
                                          </p:val>
                                        </p:tav>
                                      </p:tavLst>
                                    </p:anim>
                                    <p:anim calcmode="lin" valueType="num">
                                      <p:cBhvr>
                                        <p:cTn id="98" dur="550" fill="hold"/>
                                        <p:tgtEl>
                                          <p:spTgt spid="23"/>
                                        </p:tgtEl>
                                        <p:attrNameLst>
                                          <p:attrName>ppt_y</p:attrName>
                                        </p:attrNameLst>
                                      </p:cBhvr>
                                      <p:tavLst>
                                        <p:tav tm="0">
                                          <p:val>
                                            <p:strVal val="#ppt_y+.1"/>
                                          </p:val>
                                        </p:tav>
                                        <p:tav tm="100000">
                                          <p:val>
                                            <p:strVal val="#ppt_y"/>
                                          </p:val>
                                        </p:tav>
                                      </p:tavLst>
                                    </p:anim>
                                  </p:childTnLst>
                                </p:cTn>
                              </p:par>
                              <p:par>
                                <p:cTn id="99" presetID="42" presetClass="entr" presetSubtype="0" fill="hold" nodeType="withEffect">
                                  <p:stCondLst>
                                    <p:cond delay="510"/>
                                  </p:stCondLst>
                                  <p:childTnLst>
                                    <p:set>
                                      <p:cBhvr>
                                        <p:cTn id="100" dur="1" fill="hold">
                                          <p:stCondLst>
                                            <p:cond delay="0"/>
                                          </p:stCondLst>
                                        </p:cTn>
                                        <p:tgtEl>
                                          <p:spTgt spid="24"/>
                                        </p:tgtEl>
                                        <p:attrNameLst>
                                          <p:attrName>style.visibility</p:attrName>
                                        </p:attrNameLst>
                                      </p:cBhvr>
                                      <p:to>
                                        <p:strVal val="visible"/>
                                      </p:to>
                                    </p:set>
                                    <p:animEffect transition="in" filter="fade">
                                      <p:cBhvr>
                                        <p:cTn id="101" dur="550"/>
                                        <p:tgtEl>
                                          <p:spTgt spid="24"/>
                                        </p:tgtEl>
                                      </p:cBhvr>
                                    </p:animEffect>
                                    <p:anim calcmode="lin" valueType="num">
                                      <p:cBhvr>
                                        <p:cTn id="102" dur="550" fill="hold"/>
                                        <p:tgtEl>
                                          <p:spTgt spid="24"/>
                                        </p:tgtEl>
                                        <p:attrNameLst>
                                          <p:attrName>ppt_x</p:attrName>
                                        </p:attrNameLst>
                                      </p:cBhvr>
                                      <p:tavLst>
                                        <p:tav tm="0">
                                          <p:val>
                                            <p:strVal val="#ppt_x"/>
                                          </p:val>
                                        </p:tav>
                                        <p:tav tm="100000">
                                          <p:val>
                                            <p:strVal val="#ppt_x"/>
                                          </p:val>
                                        </p:tav>
                                      </p:tavLst>
                                    </p:anim>
                                    <p:anim calcmode="lin" valueType="num">
                                      <p:cBhvr>
                                        <p:cTn id="103" dur="550" fill="hold"/>
                                        <p:tgtEl>
                                          <p:spTgt spid="24"/>
                                        </p:tgtEl>
                                        <p:attrNameLst>
                                          <p:attrName>ppt_y</p:attrName>
                                        </p:attrNameLst>
                                      </p:cBhvr>
                                      <p:tavLst>
                                        <p:tav tm="0">
                                          <p:val>
                                            <p:strVal val="#ppt_y+.1"/>
                                          </p:val>
                                        </p:tav>
                                        <p:tav tm="100000">
                                          <p:val>
                                            <p:strVal val="#ppt_y"/>
                                          </p:val>
                                        </p:tav>
                                      </p:tavLst>
                                    </p:anim>
                                  </p:childTnLst>
                                </p:cTn>
                              </p:par>
                              <p:par>
                                <p:cTn id="104" presetID="42" presetClass="entr" presetSubtype="0" fill="hold" grpId="0" nodeType="withEffect">
                                  <p:stCondLst>
                                    <p:cond delay="510"/>
                                  </p:stCondLst>
                                  <p:childTnLst>
                                    <p:set>
                                      <p:cBhvr>
                                        <p:cTn id="105" dur="1" fill="hold">
                                          <p:stCondLst>
                                            <p:cond delay="0"/>
                                          </p:stCondLst>
                                        </p:cTn>
                                        <p:tgtEl>
                                          <p:spTgt spid="25"/>
                                        </p:tgtEl>
                                        <p:attrNameLst>
                                          <p:attrName>style.visibility</p:attrName>
                                        </p:attrNameLst>
                                      </p:cBhvr>
                                      <p:to>
                                        <p:strVal val="visible"/>
                                      </p:to>
                                    </p:set>
                                    <p:animEffect transition="in" filter="fade">
                                      <p:cBhvr>
                                        <p:cTn id="106" dur="550"/>
                                        <p:tgtEl>
                                          <p:spTgt spid="25"/>
                                        </p:tgtEl>
                                      </p:cBhvr>
                                    </p:animEffect>
                                    <p:anim calcmode="lin" valueType="num">
                                      <p:cBhvr>
                                        <p:cTn id="107" dur="550" fill="hold"/>
                                        <p:tgtEl>
                                          <p:spTgt spid="25"/>
                                        </p:tgtEl>
                                        <p:attrNameLst>
                                          <p:attrName>ppt_x</p:attrName>
                                        </p:attrNameLst>
                                      </p:cBhvr>
                                      <p:tavLst>
                                        <p:tav tm="0">
                                          <p:val>
                                            <p:strVal val="#ppt_x"/>
                                          </p:val>
                                        </p:tav>
                                        <p:tav tm="100000">
                                          <p:val>
                                            <p:strVal val="#ppt_x"/>
                                          </p:val>
                                        </p:tav>
                                      </p:tavLst>
                                    </p:anim>
                                    <p:anim calcmode="lin" valueType="num">
                                      <p:cBhvr>
                                        <p:cTn id="108" dur="550" fill="hold"/>
                                        <p:tgtEl>
                                          <p:spTgt spid="25"/>
                                        </p:tgtEl>
                                        <p:attrNameLst>
                                          <p:attrName>ppt_y</p:attrName>
                                        </p:attrNameLst>
                                      </p:cBhvr>
                                      <p:tavLst>
                                        <p:tav tm="0">
                                          <p:val>
                                            <p:strVal val="#ppt_y+.1"/>
                                          </p:val>
                                        </p:tav>
                                        <p:tav tm="100000">
                                          <p:val>
                                            <p:strVal val="#ppt_y"/>
                                          </p:val>
                                        </p:tav>
                                      </p:tavLst>
                                    </p:anim>
                                  </p:childTnLst>
                                </p:cTn>
                              </p:par>
                              <p:par>
                                <p:cTn id="109" presetID="42" presetClass="entr" presetSubtype="0" fill="hold" nodeType="withEffect">
                                  <p:stCondLst>
                                    <p:cond delay="510"/>
                                  </p:stCondLst>
                                  <p:childTnLst>
                                    <p:set>
                                      <p:cBhvr>
                                        <p:cTn id="110" dur="1" fill="hold">
                                          <p:stCondLst>
                                            <p:cond delay="0"/>
                                          </p:stCondLst>
                                        </p:cTn>
                                        <p:tgtEl>
                                          <p:spTgt spid="26"/>
                                        </p:tgtEl>
                                        <p:attrNameLst>
                                          <p:attrName>style.visibility</p:attrName>
                                        </p:attrNameLst>
                                      </p:cBhvr>
                                      <p:to>
                                        <p:strVal val="visible"/>
                                      </p:to>
                                    </p:set>
                                    <p:animEffect transition="in" filter="fade">
                                      <p:cBhvr>
                                        <p:cTn id="111" dur="550"/>
                                        <p:tgtEl>
                                          <p:spTgt spid="26"/>
                                        </p:tgtEl>
                                      </p:cBhvr>
                                    </p:animEffect>
                                    <p:anim calcmode="lin" valueType="num">
                                      <p:cBhvr>
                                        <p:cTn id="112" dur="550" fill="hold"/>
                                        <p:tgtEl>
                                          <p:spTgt spid="26"/>
                                        </p:tgtEl>
                                        <p:attrNameLst>
                                          <p:attrName>ppt_x</p:attrName>
                                        </p:attrNameLst>
                                      </p:cBhvr>
                                      <p:tavLst>
                                        <p:tav tm="0">
                                          <p:val>
                                            <p:strVal val="#ppt_x"/>
                                          </p:val>
                                        </p:tav>
                                        <p:tav tm="100000">
                                          <p:val>
                                            <p:strVal val="#ppt_x"/>
                                          </p:val>
                                        </p:tav>
                                      </p:tavLst>
                                    </p:anim>
                                    <p:anim calcmode="lin" valueType="num">
                                      <p:cBhvr>
                                        <p:cTn id="113" dur="550" fill="hold"/>
                                        <p:tgtEl>
                                          <p:spTgt spid="26"/>
                                        </p:tgtEl>
                                        <p:attrNameLst>
                                          <p:attrName>ppt_y</p:attrName>
                                        </p:attrNameLst>
                                      </p:cBhvr>
                                      <p:tavLst>
                                        <p:tav tm="0">
                                          <p:val>
                                            <p:strVal val="#ppt_y+.1"/>
                                          </p:val>
                                        </p:tav>
                                        <p:tav tm="100000">
                                          <p:val>
                                            <p:strVal val="#ppt_y"/>
                                          </p:val>
                                        </p:tav>
                                      </p:tavLst>
                                    </p:anim>
                                  </p:childTnLst>
                                </p:cTn>
                              </p:par>
                              <p:par>
                                <p:cTn id="114" presetID="42" presetClass="entr" presetSubtype="0" fill="hold" grpId="0" nodeType="withEffect">
                                  <p:stCondLst>
                                    <p:cond delay="510"/>
                                  </p:stCondLst>
                                  <p:childTnLst>
                                    <p:set>
                                      <p:cBhvr>
                                        <p:cTn id="115" dur="1" fill="hold">
                                          <p:stCondLst>
                                            <p:cond delay="0"/>
                                          </p:stCondLst>
                                        </p:cTn>
                                        <p:tgtEl>
                                          <p:spTgt spid="27"/>
                                        </p:tgtEl>
                                        <p:attrNameLst>
                                          <p:attrName>style.visibility</p:attrName>
                                        </p:attrNameLst>
                                      </p:cBhvr>
                                      <p:to>
                                        <p:strVal val="visible"/>
                                      </p:to>
                                    </p:set>
                                    <p:animEffect transition="in" filter="fade">
                                      <p:cBhvr>
                                        <p:cTn id="116" dur="550"/>
                                        <p:tgtEl>
                                          <p:spTgt spid="27"/>
                                        </p:tgtEl>
                                      </p:cBhvr>
                                    </p:animEffect>
                                    <p:anim calcmode="lin" valueType="num">
                                      <p:cBhvr>
                                        <p:cTn id="117" dur="550" fill="hold"/>
                                        <p:tgtEl>
                                          <p:spTgt spid="27"/>
                                        </p:tgtEl>
                                        <p:attrNameLst>
                                          <p:attrName>ppt_x</p:attrName>
                                        </p:attrNameLst>
                                      </p:cBhvr>
                                      <p:tavLst>
                                        <p:tav tm="0">
                                          <p:val>
                                            <p:strVal val="#ppt_x"/>
                                          </p:val>
                                        </p:tav>
                                        <p:tav tm="100000">
                                          <p:val>
                                            <p:strVal val="#ppt_x"/>
                                          </p:val>
                                        </p:tav>
                                      </p:tavLst>
                                    </p:anim>
                                    <p:anim calcmode="lin" valueType="num">
                                      <p:cBhvr>
                                        <p:cTn id="118" dur="550" fill="hold"/>
                                        <p:tgtEl>
                                          <p:spTgt spid="27"/>
                                        </p:tgtEl>
                                        <p:attrNameLst>
                                          <p:attrName>ppt_y</p:attrName>
                                        </p:attrNameLst>
                                      </p:cBhvr>
                                      <p:tavLst>
                                        <p:tav tm="0">
                                          <p:val>
                                            <p:strVal val="#ppt_y+.1"/>
                                          </p:val>
                                        </p:tav>
                                        <p:tav tm="100000">
                                          <p:val>
                                            <p:strVal val="#ppt_y"/>
                                          </p:val>
                                        </p:tav>
                                      </p:tavLst>
                                    </p:anim>
                                  </p:childTnLst>
                                </p:cTn>
                              </p:par>
                              <p:par>
                                <p:cTn id="119" presetID="42" presetClass="entr" presetSubtype="0" fill="hold" nodeType="withEffect">
                                  <p:stCondLst>
                                    <p:cond delay="510"/>
                                  </p:stCondLst>
                                  <p:childTnLst>
                                    <p:set>
                                      <p:cBhvr>
                                        <p:cTn id="120" dur="1" fill="hold">
                                          <p:stCondLst>
                                            <p:cond delay="0"/>
                                          </p:stCondLst>
                                        </p:cTn>
                                        <p:tgtEl>
                                          <p:spTgt spid="28"/>
                                        </p:tgtEl>
                                        <p:attrNameLst>
                                          <p:attrName>style.visibility</p:attrName>
                                        </p:attrNameLst>
                                      </p:cBhvr>
                                      <p:to>
                                        <p:strVal val="visible"/>
                                      </p:to>
                                    </p:set>
                                    <p:animEffect transition="in" filter="fade">
                                      <p:cBhvr>
                                        <p:cTn id="121" dur="550"/>
                                        <p:tgtEl>
                                          <p:spTgt spid="28"/>
                                        </p:tgtEl>
                                      </p:cBhvr>
                                    </p:animEffect>
                                    <p:anim calcmode="lin" valueType="num">
                                      <p:cBhvr>
                                        <p:cTn id="122" dur="550" fill="hold"/>
                                        <p:tgtEl>
                                          <p:spTgt spid="28"/>
                                        </p:tgtEl>
                                        <p:attrNameLst>
                                          <p:attrName>ppt_x</p:attrName>
                                        </p:attrNameLst>
                                      </p:cBhvr>
                                      <p:tavLst>
                                        <p:tav tm="0">
                                          <p:val>
                                            <p:strVal val="#ppt_x"/>
                                          </p:val>
                                        </p:tav>
                                        <p:tav tm="100000">
                                          <p:val>
                                            <p:strVal val="#ppt_x"/>
                                          </p:val>
                                        </p:tav>
                                      </p:tavLst>
                                    </p:anim>
                                    <p:anim calcmode="lin" valueType="num">
                                      <p:cBhvr>
                                        <p:cTn id="123" dur="550" fill="hold"/>
                                        <p:tgtEl>
                                          <p:spTgt spid="28"/>
                                        </p:tgtEl>
                                        <p:attrNameLst>
                                          <p:attrName>ppt_y</p:attrName>
                                        </p:attrNameLst>
                                      </p:cBhvr>
                                      <p:tavLst>
                                        <p:tav tm="0">
                                          <p:val>
                                            <p:strVal val="#ppt_y+.1"/>
                                          </p:val>
                                        </p:tav>
                                        <p:tav tm="100000">
                                          <p:val>
                                            <p:strVal val="#ppt_y"/>
                                          </p:val>
                                        </p:tav>
                                      </p:tavLst>
                                    </p:anim>
                                  </p:childTnLst>
                                </p:cTn>
                              </p:par>
                              <p:par>
                                <p:cTn id="124" presetID="42" presetClass="entr" presetSubtype="0" fill="hold" grpId="0" nodeType="withEffect">
                                  <p:stCondLst>
                                    <p:cond delay="510"/>
                                  </p:stCondLst>
                                  <p:childTnLst>
                                    <p:set>
                                      <p:cBhvr>
                                        <p:cTn id="125" dur="1" fill="hold">
                                          <p:stCondLst>
                                            <p:cond delay="0"/>
                                          </p:stCondLst>
                                        </p:cTn>
                                        <p:tgtEl>
                                          <p:spTgt spid="29"/>
                                        </p:tgtEl>
                                        <p:attrNameLst>
                                          <p:attrName>style.visibility</p:attrName>
                                        </p:attrNameLst>
                                      </p:cBhvr>
                                      <p:to>
                                        <p:strVal val="visible"/>
                                      </p:to>
                                    </p:set>
                                    <p:animEffect transition="in" filter="fade">
                                      <p:cBhvr>
                                        <p:cTn id="126" dur="550"/>
                                        <p:tgtEl>
                                          <p:spTgt spid="29"/>
                                        </p:tgtEl>
                                      </p:cBhvr>
                                    </p:animEffect>
                                    <p:anim calcmode="lin" valueType="num">
                                      <p:cBhvr>
                                        <p:cTn id="127" dur="550" fill="hold"/>
                                        <p:tgtEl>
                                          <p:spTgt spid="29"/>
                                        </p:tgtEl>
                                        <p:attrNameLst>
                                          <p:attrName>ppt_x</p:attrName>
                                        </p:attrNameLst>
                                      </p:cBhvr>
                                      <p:tavLst>
                                        <p:tav tm="0">
                                          <p:val>
                                            <p:strVal val="#ppt_x"/>
                                          </p:val>
                                        </p:tav>
                                        <p:tav tm="100000">
                                          <p:val>
                                            <p:strVal val="#ppt_x"/>
                                          </p:val>
                                        </p:tav>
                                      </p:tavLst>
                                    </p:anim>
                                    <p:anim calcmode="lin" valueType="num">
                                      <p:cBhvr>
                                        <p:cTn id="128" dur="550" fill="hold"/>
                                        <p:tgtEl>
                                          <p:spTgt spid="29"/>
                                        </p:tgtEl>
                                        <p:attrNameLst>
                                          <p:attrName>ppt_y</p:attrName>
                                        </p:attrNameLst>
                                      </p:cBhvr>
                                      <p:tavLst>
                                        <p:tav tm="0">
                                          <p:val>
                                            <p:strVal val="#ppt_y+.1"/>
                                          </p:val>
                                        </p:tav>
                                        <p:tav tm="100000">
                                          <p:val>
                                            <p:strVal val="#ppt_y"/>
                                          </p:val>
                                        </p:tav>
                                      </p:tavLst>
                                    </p:anim>
                                  </p:childTnLst>
                                </p:cTn>
                              </p:par>
                              <p:par>
                                <p:cTn id="129" presetID="42" presetClass="entr" presetSubtype="0" fill="hold" nodeType="withEffect">
                                  <p:stCondLst>
                                    <p:cond delay="670"/>
                                  </p:stCondLst>
                                  <p:childTnLst>
                                    <p:set>
                                      <p:cBhvr>
                                        <p:cTn id="130" dur="1" fill="hold">
                                          <p:stCondLst>
                                            <p:cond delay="0"/>
                                          </p:stCondLst>
                                        </p:cTn>
                                        <p:tgtEl>
                                          <p:spTgt spid="30"/>
                                        </p:tgtEl>
                                        <p:attrNameLst>
                                          <p:attrName>style.visibility</p:attrName>
                                        </p:attrNameLst>
                                      </p:cBhvr>
                                      <p:to>
                                        <p:strVal val="visible"/>
                                      </p:to>
                                    </p:set>
                                    <p:animEffect transition="in" filter="fade">
                                      <p:cBhvr>
                                        <p:cTn id="131" dur="550"/>
                                        <p:tgtEl>
                                          <p:spTgt spid="30"/>
                                        </p:tgtEl>
                                      </p:cBhvr>
                                    </p:animEffect>
                                    <p:anim calcmode="lin" valueType="num">
                                      <p:cBhvr>
                                        <p:cTn id="132" dur="550" fill="hold"/>
                                        <p:tgtEl>
                                          <p:spTgt spid="30"/>
                                        </p:tgtEl>
                                        <p:attrNameLst>
                                          <p:attrName>ppt_x</p:attrName>
                                        </p:attrNameLst>
                                      </p:cBhvr>
                                      <p:tavLst>
                                        <p:tav tm="0">
                                          <p:val>
                                            <p:strVal val="#ppt_x"/>
                                          </p:val>
                                        </p:tav>
                                        <p:tav tm="100000">
                                          <p:val>
                                            <p:strVal val="#ppt_x"/>
                                          </p:val>
                                        </p:tav>
                                      </p:tavLst>
                                    </p:anim>
                                    <p:anim calcmode="lin" valueType="num">
                                      <p:cBhvr>
                                        <p:cTn id="133" dur="550" fill="hold"/>
                                        <p:tgtEl>
                                          <p:spTgt spid="30"/>
                                        </p:tgtEl>
                                        <p:attrNameLst>
                                          <p:attrName>ppt_y</p:attrName>
                                        </p:attrNameLst>
                                      </p:cBhvr>
                                      <p:tavLst>
                                        <p:tav tm="0">
                                          <p:val>
                                            <p:strVal val="#ppt_y+.1"/>
                                          </p:val>
                                        </p:tav>
                                        <p:tav tm="100000">
                                          <p:val>
                                            <p:strVal val="#ppt_y"/>
                                          </p:val>
                                        </p:tav>
                                      </p:tavLst>
                                    </p:anim>
                                  </p:childTnLst>
                                </p:cTn>
                              </p:par>
                              <p:par>
                                <p:cTn id="134" presetID="42" presetClass="entr" presetSubtype="0" fill="hold" nodeType="withEffect">
                                  <p:stCondLst>
                                    <p:cond delay="670"/>
                                  </p:stCondLst>
                                  <p:childTnLst>
                                    <p:set>
                                      <p:cBhvr>
                                        <p:cTn id="135" dur="1" fill="hold">
                                          <p:stCondLst>
                                            <p:cond delay="0"/>
                                          </p:stCondLst>
                                        </p:cTn>
                                        <p:tgtEl>
                                          <p:spTgt spid="31"/>
                                        </p:tgtEl>
                                        <p:attrNameLst>
                                          <p:attrName>style.visibility</p:attrName>
                                        </p:attrNameLst>
                                      </p:cBhvr>
                                      <p:to>
                                        <p:strVal val="visible"/>
                                      </p:to>
                                    </p:set>
                                    <p:animEffect transition="in" filter="fade">
                                      <p:cBhvr>
                                        <p:cTn id="136" dur="550"/>
                                        <p:tgtEl>
                                          <p:spTgt spid="31"/>
                                        </p:tgtEl>
                                      </p:cBhvr>
                                    </p:animEffect>
                                    <p:anim calcmode="lin" valueType="num">
                                      <p:cBhvr>
                                        <p:cTn id="137" dur="550" fill="hold"/>
                                        <p:tgtEl>
                                          <p:spTgt spid="31"/>
                                        </p:tgtEl>
                                        <p:attrNameLst>
                                          <p:attrName>ppt_x</p:attrName>
                                        </p:attrNameLst>
                                      </p:cBhvr>
                                      <p:tavLst>
                                        <p:tav tm="0">
                                          <p:val>
                                            <p:strVal val="#ppt_x"/>
                                          </p:val>
                                        </p:tav>
                                        <p:tav tm="100000">
                                          <p:val>
                                            <p:strVal val="#ppt_x"/>
                                          </p:val>
                                        </p:tav>
                                      </p:tavLst>
                                    </p:anim>
                                    <p:anim calcmode="lin" valueType="num">
                                      <p:cBhvr>
                                        <p:cTn id="138" dur="550" fill="hold"/>
                                        <p:tgtEl>
                                          <p:spTgt spid="31"/>
                                        </p:tgtEl>
                                        <p:attrNameLst>
                                          <p:attrName>ppt_y</p:attrName>
                                        </p:attrNameLst>
                                      </p:cBhvr>
                                      <p:tavLst>
                                        <p:tav tm="0">
                                          <p:val>
                                            <p:strVal val="#ppt_y+.1"/>
                                          </p:val>
                                        </p:tav>
                                        <p:tav tm="100000">
                                          <p:val>
                                            <p:strVal val="#ppt_y"/>
                                          </p:val>
                                        </p:tav>
                                      </p:tavLst>
                                    </p:anim>
                                  </p:childTnLst>
                                </p:cTn>
                              </p:par>
                              <p:par>
                                <p:cTn id="139" presetID="42" presetClass="entr" presetSubtype="0" fill="hold" nodeType="withEffect">
                                  <p:stCondLst>
                                    <p:cond delay="670"/>
                                  </p:stCondLst>
                                  <p:childTnLst>
                                    <p:set>
                                      <p:cBhvr>
                                        <p:cTn id="140" dur="1" fill="hold">
                                          <p:stCondLst>
                                            <p:cond delay="0"/>
                                          </p:stCondLst>
                                        </p:cTn>
                                        <p:tgtEl>
                                          <p:spTgt spid="32"/>
                                        </p:tgtEl>
                                        <p:attrNameLst>
                                          <p:attrName>style.visibility</p:attrName>
                                        </p:attrNameLst>
                                      </p:cBhvr>
                                      <p:to>
                                        <p:strVal val="visible"/>
                                      </p:to>
                                    </p:set>
                                    <p:animEffect transition="in" filter="fade">
                                      <p:cBhvr>
                                        <p:cTn id="141" dur="550"/>
                                        <p:tgtEl>
                                          <p:spTgt spid="32"/>
                                        </p:tgtEl>
                                      </p:cBhvr>
                                    </p:animEffect>
                                    <p:anim calcmode="lin" valueType="num">
                                      <p:cBhvr>
                                        <p:cTn id="142" dur="550" fill="hold"/>
                                        <p:tgtEl>
                                          <p:spTgt spid="32"/>
                                        </p:tgtEl>
                                        <p:attrNameLst>
                                          <p:attrName>ppt_x</p:attrName>
                                        </p:attrNameLst>
                                      </p:cBhvr>
                                      <p:tavLst>
                                        <p:tav tm="0">
                                          <p:val>
                                            <p:strVal val="#ppt_x"/>
                                          </p:val>
                                        </p:tav>
                                        <p:tav tm="100000">
                                          <p:val>
                                            <p:strVal val="#ppt_x"/>
                                          </p:val>
                                        </p:tav>
                                      </p:tavLst>
                                    </p:anim>
                                    <p:anim calcmode="lin" valueType="num">
                                      <p:cBhvr>
                                        <p:cTn id="143" dur="550" fill="hold"/>
                                        <p:tgtEl>
                                          <p:spTgt spid="32"/>
                                        </p:tgtEl>
                                        <p:attrNameLst>
                                          <p:attrName>ppt_y</p:attrName>
                                        </p:attrNameLst>
                                      </p:cBhvr>
                                      <p:tavLst>
                                        <p:tav tm="0">
                                          <p:val>
                                            <p:strVal val="#ppt_y+.1"/>
                                          </p:val>
                                        </p:tav>
                                        <p:tav tm="100000">
                                          <p:val>
                                            <p:strVal val="#ppt_y"/>
                                          </p:val>
                                        </p:tav>
                                      </p:tavLst>
                                    </p:anim>
                                  </p:childTnLst>
                                </p:cTn>
                              </p:par>
                              <p:par>
                                <p:cTn id="144" presetID="42" presetClass="entr" presetSubtype="0" fill="hold" grpId="0" nodeType="withEffect">
                                  <p:stCondLst>
                                    <p:cond delay="670"/>
                                  </p:stCondLst>
                                  <p:childTnLst>
                                    <p:set>
                                      <p:cBhvr>
                                        <p:cTn id="145" dur="1" fill="hold">
                                          <p:stCondLst>
                                            <p:cond delay="0"/>
                                          </p:stCondLst>
                                        </p:cTn>
                                        <p:tgtEl>
                                          <p:spTgt spid="33"/>
                                        </p:tgtEl>
                                        <p:attrNameLst>
                                          <p:attrName>style.visibility</p:attrName>
                                        </p:attrNameLst>
                                      </p:cBhvr>
                                      <p:to>
                                        <p:strVal val="visible"/>
                                      </p:to>
                                    </p:set>
                                    <p:animEffect transition="in" filter="fade">
                                      <p:cBhvr>
                                        <p:cTn id="146" dur="550"/>
                                        <p:tgtEl>
                                          <p:spTgt spid="33"/>
                                        </p:tgtEl>
                                      </p:cBhvr>
                                    </p:animEffect>
                                    <p:anim calcmode="lin" valueType="num">
                                      <p:cBhvr>
                                        <p:cTn id="147" dur="550" fill="hold"/>
                                        <p:tgtEl>
                                          <p:spTgt spid="33"/>
                                        </p:tgtEl>
                                        <p:attrNameLst>
                                          <p:attrName>ppt_x</p:attrName>
                                        </p:attrNameLst>
                                      </p:cBhvr>
                                      <p:tavLst>
                                        <p:tav tm="0">
                                          <p:val>
                                            <p:strVal val="#ppt_x"/>
                                          </p:val>
                                        </p:tav>
                                        <p:tav tm="100000">
                                          <p:val>
                                            <p:strVal val="#ppt_x"/>
                                          </p:val>
                                        </p:tav>
                                      </p:tavLst>
                                    </p:anim>
                                    <p:anim calcmode="lin" valueType="num">
                                      <p:cBhvr>
                                        <p:cTn id="148" dur="550" fill="hold"/>
                                        <p:tgtEl>
                                          <p:spTgt spid="33"/>
                                        </p:tgtEl>
                                        <p:attrNameLst>
                                          <p:attrName>ppt_y</p:attrName>
                                        </p:attrNameLst>
                                      </p:cBhvr>
                                      <p:tavLst>
                                        <p:tav tm="0">
                                          <p:val>
                                            <p:strVal val="#ppt_y+.1"/>
                                          </p:val>
                                        </p:tav>
                                        <p:tav tm="100000">
                                          <p:val>
                                            <p:strVal val="#ppt_y"/>
                                          </p:val>
                                        </p:tav>
                                      </p:tavLst>
                                    </p:anim>
                                  </p:childTnLst>
                                </p:cTn>
                              </p:par>
                              <p:par>
                                <p:cTn id="149" presetID="42" presetClass="entr" presetSubtype="0" fill="hold" nodeType="withEffect">
                                  <p:stCondLst>
                                    <p:cond delay="670"/>
                                  </p:stCondLst>
                                  <p:childTnLst>
                                    <p:set>
                                      <p:cBhvr>
                                        <p:cTn id="150" dur="1" fill="hold">
                                          <p:stCondLst>
                                            <p:cond delay="0"/>
                                          </p:stCondLst>
                                        </p:cTn>
                                        <p:tgtEl>
                                          <p:spTgt spid="34"/>
                                        </p:tgtEl>
                                        <p:attrNameLst>
                                          <p:attrName>style.visibility</p:attrName>
                                        </p:attrNameLst>
                                      </p:cBhvr>
                                      <p:to>
                                        <p:strVal val="visible"/>
                                      </p:to>
                                    </p:set>
                                    <p:animEffect transition="in" filter="fade">
                                      <p:cBhvr>
                                        <p:cTn id="151" dur="550"/>
                                        <p:tgtEl>
                                          <p:spTgt spid="34"/>
                                        </p:tgtEl>
                                      </p:cBhvr>
                                    </p:animEffect>
                                    <p:anim calcmode="lin" valueType="num">
                                      <p:cBhvr>
                                        <p:cTn id="152" dur="550" fill="hold"/>
                                        <p:tgtEl>
                                          <p:spTgt spid="34"/>
                                        </p:tgtEl>
                                        <p:attrNameLst>
                                          <p:attrName>ppt_x</p:attrName>
                                        </p:attrNameLst>
                                      </p:cBhvr>
                                      <p:tavLst>
                                        <p:tav tm="0">
                                          <p:val>
                                            <p:strVal val="#ppt_x"/>
                                          </p:val>
                                        </p:tav>
                                        <p:tav tm="100000">
                                          <p:val>
                                            <p:strVal val="#ppt_x"/>
                                          </p:val>
                                        </p:tav>
                                      </p:tavLst>
                                    </p:anim>
                                    <p:anim calcmode="lin" valueType="num">
                                      <p:cBhvr>
                                        <p:cTn id="153" dur="550" fill="hold"/>
                                        <p:tgtEl>
                                          <p:spTgt spid="34"/>
                                        </p:tgtEl>
                                        <p:attrNameLst>
                                          <p:attrName>ppt_y</p:attrName>
                                        </p:attrNameLst>
                                      </p:cBhvr>
                                      <p:tavLst>
                                        <p:tav tm="0">
                                          <p:val>
                                            <p:strVal val="#ppt_y+.1"/>
                                          </p:val>
                                        </p:tav>
                                        <p:tav tm="100000">
                                          <p:val>
                                            <p:strVal val="#ppt_y"/>
                                          </p:val>
                                        </p:tav>
                                      </p:tavLst>
                                    </p:anim>
                                  </p:childTnLst>
                                </p:cTn>
                              </p:par>
                              <p:par>
                                <p:cTn id="154" presetID="42" presetClass="entr" presetSubtype="0" fill="hold" grpId="0" nodeType="withEffect">
                                  <p:stCondLst>
                                    <p:cond delay="670"/>
                                  </p:stCondLst>
                                  <p:childTnLst>
                                    <p:set>
                                      <p:cBhvr>
                                        <p:cTn id="155" dur="1" fill="hold">
                                          <p:stCondLst>
                                            <p:cond delay="0"/>
                                          </p:stCondLst>
                                        </p:cTn>
                                        <p:tgtEl>
                                          <p:spTgt spid="35"/>
                                        </p:tgtEl>
                                        <p:attrNameLst>
                                          <p:attrName>style.visibility</p:attrName>
                                        </p:attrNameLst>
                                      </p:cBhvr>
                                      <p:to>
                                        <p:strVal val="visible"/>
                                      </p:to>
                                    </p:set>
                                    <p:animEffect transition="in" filter="fade">
                                      <p:cBhvr>
                                        <p:cTn id="156" dur="550"/>
                                        <p:tgtEl>
                                          <p:spTgt spid="35"/>
                                        </p:tgtEl>
                                      </p:cBhvr>
                                    </p:animEffect>
                                    <p:anim calcmode="lin" valueType="num">
                                      <p:cBhvr>
                                        <p:cTn id="157" dur="550" fill="hold"/>
                                        <p:tgtEl>
                                          <p:spTgt spid="35"/>
                                        </p:tgtEl>
                                        <p:attrNameLst>
                                          <p:attrName>ppt_x</p:attrName>
                                        </p:attrNameLst>
                                      </p:cBhvr>
                                      <p:tavLst>
                                        <p:tav tm="0">
                                          <p:val>
                                            <p:strVal val="#ppt_x"/>
                                          </p:val>
                                        </p:tav>
                                        <p:tav tm="100000">
                                          <p:val>
                                            <p:strVal val="#ppt_x"/>
                                          </p:val>
                                        </p:tav>
                                      </p:tavLst>
                                    </p:anim>
                                    <p:anim calcmode="lin" valueType="num">
                                      <p:cBhvr>
                                        <p:cTn id="158" dur="550" fill="hold"/>
                                        <p:tgtEl>
                                          <p:spTgt spid="35"/>
                                        </p:tgtEl>
                                        <p:attrNameLst>
                                          <p:attrName>ppt_y</p:attrName>
                                        </p:attrNameLst>
                                      </p:cBhvr>
                                      <p:tavLst>
                                        <p:tav tm="0">
                                          <p:val>
                                            <p:strVal val="#ppt_y+.1"/>
                                          </p:val>
                                        </p:tav>
                                        <p:tav tm="100000">
                                          <p:val>
                                            <p:strVal val="#ppt_y"/>
                                          </p:val>
                                        </p:tav>
                                      </p:tavLst>
                                    </p:anim>
                                  </p:childTnLst>
                                </p:cTn>
                              </p:par>
                              <p:par>
                                <p:cTn id="159" presetID="42" presetClass="entr" presetSubtype="0" fill="hold" nodeType="withEffect">
                                  <p:stCondLst>
                                    <p:cond delay="670"/>
                                  </p:stCondLst>
                                  <p:childTnLst>
                                    <p:set>
                                      <p:cBhvr>
                                        <p:cTn id="160" dur="1" fill="hold">
                                          <p:stCondLst>
                                            <p:cond delay="0"/>
                                          </p:stCondLst>
                                        </p:cTn>
                                        <p:tgtEl>
                                          <p:spTgt spid="36"/>
                                        </p:tgtEl>
                                        <p:attrNameLst>
                                          <p:attrName>style.visibility</p:attrName>
                                        </p:attrNameLst>
                                      </p:cBhvr>
                                      <p:to>
                                        <p:strVal val="visible"/>
                                      </p:to>
                                    </p:set>
                                    <p:animEffect transition="in" filter="fade">
                                      <p:cBhvr>
                                        <p:cTn id="161" dur="550"/>
                                        <p:tgtEl>
                                          <p:spTgt spid="36"/>
                                        </p:tgtEl>
                                      </p:cBhvr>
                                    </p:animEffect>
                                    <p:anim calcmode="lin" valueType="num">
                                      <p:cBhvr>
                                        <p:cTn id="162" dur="550" fill="hold"/>
                                        <p:tgtEl>
                                          <p:spTgt spid="36"/>
                                        </p:tgtEl>
                                        <p:attrNameLst>
                                          <p:attrName>ppt_x</p:attrName>
                                        </p:attrNameLst>
                                      </p:cBhvr>
                                      <p:tavLst>
                                        <p:tav tm="0">
                                          <p:val>
                                            <p:strVal val="#ppt_x"/>
                                          </p:val>
                                        </p:tav>
                                        <p:tav tm="100000">
                                          <p:val>
                                            <p:strVal val="#ppt_x"/>
                                          </p:val>
                                        </p:tav>
                                      </p:tavLst>
                                    </p:anim>
                                    <p:anim calcmode="lin" valueType="num">
                                      <p:cBhvr>
                                        <p:cTn id="163" dur="550" fill="hold"/>
                                        <p:tgtEl>
                                          <p:spTgt spid="36"/>
                                        </p:tgtEl>
                                        <p:attrNameLst>
                                          <p:attrName>ppt_y</p:attrName>
                                        </p:attrNameLst>
                                      </p:cBhvr>
                                      <p:tavLst>
                                        <p:tav tm="0">
                                          <p:val>
                                            <p:strVal val="#ppt_y+.1"/>
                                          </p:val>
                                        </p:tav>
                                        <p:tav tm="100000">
                                          <p:val>
                                            <p:strVal val="#ppt_y"/>
                                          </p:val>
                                        </p:tav>
                                      </p:tavLst>
                                    </p:anim>
                                  </p:childTnLst>
                                </p:cTn>
                              </p:par>
                              <p:par>
                                <p:cTn id="164" presetID="42" presetClass="entr" presetSubtype="0" fill="hold" grpId="0" nodeType="withEffect">
                                  <p:stCondLst>
                                    <p:cond delay="670"/>
                                  </p:stCondLst>
                                  <p:childTnLst>
                                    <p:set>
                                      <p:cBhvr>
                                        <p:cTn id="165" dur="1" fill="hold">
                                          <p:stCondLst>
                                            <p:cond delay="0"/>
                                          </p:stCondLst>
                                        </p:cTn>
                                        <p:tgtEl>
                                          <p:spTgt spid="37"/>
                                        </p:tgtEl>
                                        <p:attrNameLst>
                                          <p:attrName>style.visibility</p:attrName>
                                        </p:attrNameLst>
                                      </p:cBhvr>
                                      <p:to>
                                        <p:strVal val="visible"/>
                                      </p:to>
                                    </p:set>
                                    <p:animEffect transition="in" filter="fade">
                                      <p:cBhvr>
                                        <p:cTn id="166" dur="550"/>
                                        <p:tgtEl>
                                          <p:spTgt spid="37"/>
                                        </p:tgtEl>
                                      </p:cBhvr>
                                    </p:animEffect>
                                    <p:anim calcmode="lin" valueType="num">
                                      <p:cBhvr>
                                        <p:cTn id="167" dur="550" fill="hold"/>
                                        <p:tgtEl>
                                          <p:spTgt spid="37"/>
                                        </p:tgtEl>
                                        <p:attrNameLst>
                                          <p:attrName>ppt_x</p:attrName>
                                        </p:attrNameLst>
                                      </p:cBhvr>
                                      <p:tavLst>
                                        <p:tav tm="0">
                                          <p:val>
                                            <p:strVal val="#ppt_x"/>
                                          </p:val>
                                        </p:tav>
                                        <p:tav tm="100000">
                                          <p:val>
                                            <p:strVal val="#ppt_x"/>
                                          </p:val>
                                        </p:tav>
                                      </p:tavLst>
                                    </p:anim>
                                    <p:anim calcmode="lin" valueType="num">
                                      <p:cBhvr>
                                        <p:cTn id="168" dur="550" fill="hold"/>
                                        <p:tgtEl>
                                          <p:spTgt spid="37"/>
                                        </p:tgtEl>
                                        <p:attrNameLst>
                                          <p:attrName>ppt_y</p:attrName>
                                        </p:attrNameLst>
                                      </p:cBhvr>
                                      <p:tavLst>
                                        <p:tav tm="0">
                                          <p:val>
                                            <p:strVal val="#ppt_y+.1"/>
                                          </p:val>
                                        </p:tav>
                                        <p:tav tm="100000">
                                          <p:val>
                                            <p:strVal val="#ppt_y"/>
                                          </p:val>
                                        </p:tav>
                                      </p:tavLst>
                                    </p:anim>
                                  </p:childTnLst>
                                </p:cTn>
                              </p:par>
                              <p:par>
                                <p:cTn id="169" presetID="42" presetClass="entr" presetSubtype="0" fill="hold" nodeType="withEffect">
                                  <p:stCondLst>
                                    <p:cond delay="670"/>
                                  </p:stCondLst>
                                  <p:childTnLst>
                                    <p:set>
                                      <p:cBhvr>
                                        <p:cTn id="170" dur="1" fill="hold">
                                          <p:stCondLst>
                                            <p:cond delay="0"/>
                                          </p:stCondLst>
                                        </p:cTn>
                                        <p:tgtEl>
                                          <p:spTgt spid="38"/>
                                        </p:tgtEl>
                                        <p:attrNameLst>
                                          <p:attrName>style.visibility</p:attrName>
                                        </p:attrNameLst>
                                      </p:cBhvr>
                                      <p:to>
                                        <p:strVal val="visible"/>
                                      </p:to>
                                    </p:set>
                                    <p:animEffect transition="in" filter="fade">
                                      <p:cBhvr>
                                        <p:cTn id="171" dur="550"/>
                                        <p:tgtEl>
                                          <p:spTgt spid="38"/>
                                        </p:tgtEl>
                                      </p:cBhvr>
                                    </p:animEffect>
                                    <p:anim calcmode="lin" valueType="num">
                                      <p:cBhvr>
                                        <p:cTn id="172" dur="550" fill="hold"/>
                                        <p:tgtEl>
                                          <p:spTgt spid="38"/>
                                        </p:tgtEl>
                                        <p:attrNameLst>
                                          <p:attrName>ppt_x</p:attrName>
                                        </p:attrNameLst>
                                      </p:cBhvr>
                                      <p:tavLst>
                                        <p:tav tm="0">
                                          <p:val>
                                            <p:strVal val="#ppt_x"/>
                                          </p:val>
                                        </p:tav>
                                        <p:tav tm="100000">
                                          <p:val>
                                            <p:strVal val="#ppt_x"/>
                                          </p:val>
                                        </p:tav>
                                      </p:tavLst>
                                    </p:anim>
                                    <p:anim calcmode="lin" valueType="num">
                                      <p:cBhvr>
                                        <p:cTn id="173" dur="550" fill="hold"/>
                                        <p:tgtEl>
                                          <p:spTgt spid="38"/>
                                        </p:tgtEl>
                                        <p:attrNameLst>
                                          <p:attrName>ppt_y</p:attrName>
                                        </p:attrNameLst>
                                      </p:cBhvr>
                                      <p:tavLst>
                                        <p:tav tm="0">
                                          <p:val>
                                            <p:strVal val="#ppt_y+.1"/>
                                          </p:val>
                                        </p:tav>
                                        <p:tav tm="100000">
                                          <p:val>
                                            <p:strVal val="#ppt_y"/>
                                          </p:val>
                                        </p:tav>
                                      </p:tavLst>
                                    </p:anim>
                                  </p:childTnLst>
                                </p:cTn>
                              </p:par>
                              <p:par>
                                <p:cTn id="174" presetID="42" presetClass="entr" presetSubtype="0" fill="hold" grpId="0" nodeType="withEffect">
                                  <p:stCondLst>
                                    <p:cond delay="670"/>
                                  </p:stCondLst>
                                  <p:childTnLst>
                                    <p:set>
                                      <p:cBhvr>
                                        <p:cTn id="175" dur="1" fill="hold">
                                          <p:stCondLst>
                                            <p:cond delay="0"/>
                                          </p:stCondLst>
                                        </p:cTn>
                                        <p:tgtEl>
                                          <p:spTgt spid="39"/>
                                        </p:tgtEl>
                                        <p:attrNameLst>
                                          <p:attrName>style.visibility</p:attrName>
                                        </p:attrNameLst>
                                      </p:cBhvr>
                                      <p:to>
                                        <p:strVal val="visible"/>
                                      </p:to>
                                    </p:set>
                                    <p:animEffect transition="in" filter="fade">
                                      <p:cBhvr>
                                        <p:cTn id="176" dur="550"/>
                                        <p:tgtEl>
                                          <p:spTgt spid="39"/>
                                        </p:tgtEl>
                                      </p:cBhvr>
                                    </p:animEffect>
                                    <p:anim calcmode="lin" valueType="num">
                                      <p:cBhvr>
                                        <p:cTn id="177" dur="550" fill="hold"/>
                                        <p:tgtEl>
                                          <p:spTgt spid="39"/>
                                        </p:tgtEl>
                                        <p:attrNameLst>
                                          <p:attrName>ppt_x</p:attrName>
                                        </p:attrNameLst>
                                      </p:cBhvr>
                                      <p:tavLst>
                                        <p:tav tm="0">
                                          <p:val>
                                            <p:strVal val="#ppt_x"/>
                                          </p:val>
                                        </p:tav>
                                        <p:tav tm="100000">
                                          <p:val>
                                            <p:strVal val="#ppt_x"/>
                                          </p:val>
                                        </p:tav>
                                      </p:tavLst>
                                    </p:anim>
                                    <p:anim calcmode="lin" valueType="num">
                                      <p:cBhvr>
                                        <p:cTn id="178" dur="550" fill="hold"/>
                                        <p:tgtEl>
                                          <p:spTgt spid="39"/>
                                        </p:tgtEl>
                                        <p:attrNameLst>
                                          <p:attrName>ppt_y</p:attrName>
                                        </p:attrNameLst>
                                      </p:cBhvr>
                                      <p:tavLst>
                                        <p:tav tm="0">
                                          <p:val>
                                            <p:strVal val="#ppt_y+.1"/>
                                          </p:val>
                                        </p:tav>
                                        <p:tav tm="100000">
                                          <p:val>
                                            <p:strVal val="#ppt_y"/>
                                          </p:val>
                                        </p:tav>
                                      </p:tavLst>
                                    </p:anim>
                                  </p:childTnLst>
                                </p:cTn>
                              </p:par>
                              <p:par>
                                <p:cTn id="179" presetID="42" presetClass="entr" presetSubtype="0" fill="hold" nodeType="withEffect">
                                  <p:stCondLst>
                                    <p:cond delay="670"/>
                                  </p:stCondLst>
                                  <p:childTnLst>
                                    <p:set>
                                      <p:cBhvr>
                                        <p:cTn id="180" dur="1" fill="hold">
                                          <p:stCondLst>
                                            <p:cond delay="0"/>
                                          </p:stCondLst>
                                        </p:cTn>
                                        <p:tgtEl>
                                          <p:spTgt spid="40"/>
                                        </p:tgtEl>
                                        <p:attrNameLst>
                                          <p:attrName>style.visibility</p:attrName>
                                        </p:attrNameLst>
                                      </p:cBhvr>
                                      <p:to>
                                        <p:strVal val="visible"/>
                                      </p:to>
                                    </p:set>
                                    <p:animEffect transition="in" filter="fade">
                                      <p:cBhvr>
                                        <p:cTn id="181" dur="550"/>
                                        <p:tgtEl>
                                          <p:spTgt spid="40"/>
                                        </p:tgtEl>
                                      </p:cBhvr>
                                    </p:animEffect>
                                    <p:anim calcmode="lin" valueType="num">
                                      <p:cBhvr>
                                        <p:cTn id="182" dur="550" fill="hold"/>
                                        <p:tgtEl>
                                          <p:spTgt spid="40"/>
                                        </p:tgtEl>
                                        <p:attrNameLst>
                                          <p:attrName>ppt_x</p:attrName>
                                        </p:attrNameLst>
                                      </p:cBhvr>
                                      <p:tavLst>
                                        <p:tav tm="0">
                                          <p:val>
                                            <p:strVal val="#ppt_x"/>
                                          </p:val>
                                        </p:tav>
                                        <p:tav tm="100000">
                                          <p:val>
                                            <p:strVal val="#ppt_x"/>
                                          </p:val>
                                        </p:tav>
                                      </p:tavLst>
                                    </p:anim>
                                    <p:anim calcmode="lin" valueType="num">
                                      <p:cBhvr>
                                        <p:cTn id="183" dur="550" fill="hold"/>
                                        <p:tgtEl>
                                          <p:spTgt spid="40"/>
                                        </p:tgtEl>
                                        <p:attrNameLst>
                                          <p:attrName>ppt_y</p:attrName>
                                        </p:attrNameLst>
                                      </p:cBhvr>
                                      <p:tavLst>
                                        <p:tav tm="0">
                                          <p:val>
                                            <p:strVal val="#ppt_y+.1"/>
                                          </p:val>
                                        </p:tav>
                                        <p:tav tm="100000">
                                          <p:val>
                                            <p:strVal val="#ppt_y"/>
                                          </p:val>
                                        </p:tav>
                                      </p:tavLst>
                                    </p:anim>
                                  </p:childTnLst>
                                </p:cTn>
                              </p:par>
                              <p:par>
                                <p:cTn id="184" presetID="42" presetClass="entr" presetSubtype="0" fill="hold" grpId="0" nodeType="withEffect">
                                  <p:stCondLst>
                                    <p:cond delay="670"/>
                                  </p:stCondLst>
                                  <p:childTnLst>
                                    <p:set>
                                      <p:cBhvr>
                                        <p:cTn id="185" dur="1" fill="hold">
                                          <p:stCondLst>
                                            <p:cond delay="0"/>
                                          </p:stCondLst>
                                        </p:cTn>
                                        <p:tgtEl>
                                          <p:spTgt spid="41"/>
                                        </p:tgtEl>
                                        <p:attrNameLst>
                                          <p:attrName>style.visibility</p:attrName>
                                        </p:attrNameLst>
                                      </p:cBhvr>
                                      <p:to>
                                        <p:strVal val="visible"/>
                                      </p:to>
                                    </p:set>
                                    <p:animEffect transition="in" filter="fade">
                                      <p:cBhvr>
                                        <p:cTn id="186" dur="550"/>
                                        <p:tgtEl>
                                          <p:spTgt spid="41"/>
                                        </p:tgtEl>
                                      </p:cBhvr>
                                    </p:animEffect>
                                    <p:anim calcmode="lin" valueType="num">
                                      <p:cBhvr>
                                        <p:cTn id="187" dur="550" fill="hold"/>
                                        <p:tgtEl>
                                          <p:spTgt spid="41"/>
                                        </p:tgtEl>
                                        <p:attrNameLst>
                                          <p:attrName>ppt_x</p:attrName>
                                        </p:attrNameLst>
                                      </p:cBhvr>
                                      <p:tavLst>
                                        <p:tav tm="0">
                                          <p:val>
                                            <p:strVal val="#ppt_x"/>
                                          </p:val>
                                        </p:tav>
                                        <p:tav tm="100000">
                                          <p:val>
                                            <p:strVal val="#ppt_x"/>
                                          </p:val>
                                        </p:tav>
                                      </p:tavLst>
                                    </p:anim>
                                    <p:anim calcmode="lin" valueType="num">
                                      <p:cBhvr>
                                        <p:cTn id="188" dur="550" fill="hold"/>
                                        <p:tgtEl>
                                          <p:spTgt spid="41"/>
                                        </p:tgtEl>
                                        <p:attrNameLst>
                                          <p:attrName>ppt_y</p:attrName>
                                        </p:attrNameLst>
                                      </p:cBhvr>
                                      <p:tavLst>
                                        <p:tav tm="0">
                                          <p:val>
                                            <p:strVal val="#ppt_y+.1"/>
                                          </p:val>
                                        </p:tav>
                                        <p:tav tm="100000">
                                          <p:val>
                                            <p:strVal val="#ppt_y"/>
                                          </p:val>
                                        </p:tav>
                                      </p:tavLst>
                                    </p:anim>
                                  </p:childTnLst>
                                </p:cTn>
                              </p:par>
                              <p:par>
                                <p:cTn id="189" presetID="10" presetClass="entr" presetSubtype="0" fill="hold" nodeType="withEffect">
                                  <p:stCondLst>
                                    <p:cond delay="830"/>
                                  </p:stCondLst>
                                  <p:childTnLst>
                                    <p:set>
                                      <p:cBhvr>
                                        <p:cTn id="190" dur="1" fill="hold">
                                          <p:stCondLst>
                                            <p:cond delay="0"/>
                                          </p:stCondLst>
                                        </p:cTn>
                                        <p:tgtEl>
                                          <p:spTgt spid="42"/>
                                        </p:tgtEl>
                                        <p:attrNameLst>
                                          <p:attrName>style.visibility</p:attrName>
                                        </p:attrNameLst>
                                      </p:cBhvr>
                                      <p:to>
                                        <p:strVal val="visible"/>
                                      </p:to>
                                    </p:set>
                                    <p:animEffect transition="in" filter="fade">
                                      <p:cBhvr>
                                        <p:cTn id="191" dur="550"/>
                                        <p:tgtEl>
                                          <p:spTgt spid="42"/>
                                        </p:tgtEl>
                                      </p:cBhvr>
                                    </p:animEffect>
                                  </p:childTnLst>
                                </p:cTn>
                              </p:par>
                              <p:par>
                                <p:cTn id="192" presetID="10" presetClass="entr" presetSubtype="0" fill="hold" grpId="0" nodeType="withEffect">
                                  <p:stCondLst>
                                    <p:cond delay="830"/>
                                  </p:stCondLst>
                                  <p:childTnLst>
                                    <p:set>
                                      <p:cBhvr>
                                        <p:cTn id="193" dur="1" fill="hold">
                                          <p:stCondLst>
                                            <p:cond delay="0"/>
                                          </p:stCondLst>
                                        </p:cTn>
                                        <p:tgtEl>
                                          <p:spTgt spid="43"/>
                                        </p:tgtEl>
                                        <p:attrNameLst>
                                          <p:attrName>style.visibility</p:attrName>
                                        </p:attrNameLst>
                                      </p:cBhvr>
                                      <p:to>
                                        <p:strVal val="visible"/>
                                      </p:to>
                                    </p:set>
                                    <p:animEffect transition="in" filter="fade">
                                      <p:cBhvr>
                                        <p:cTn id="194" dur="550"/>
                                        <p:tgtEl>
                                          <p:spTgt spid="43"/>
                                        </p:tgtEl>
                                      </p:cBhvr>
                                    </p:animEffect>
                                  </p:childTnLst>
                                </p:cTn>
                              </p:par>
                              <p:par>
                                <p:cTn id="195" presetID="53" presetClass="entr" presetSubtype="16" fill="hold" nodeType="withEffect">
                                  <p:stCondLst>
                                    <p:cond delay="990"/>
                                  </p:stCondLst>
                                  <p:childTnLst>
                                    <p:set>
                                      <p:cBhvr>
                                        <p:cTn id="196" dur="1" fill="hold">
                                          <p:stCondLst>
                                            <p:cond delay="0"/>
                                          </p:stCondLst>
                                        </p:cTn>
                                        <p:tgtEl>
                                          <p:spTgt spid="44"/>
                                        </p:tgtEl>
                                        <p:attrNameLst>
                                          <p:attrName>style.visibility</p:attrName>
                                        </p:attrNameLst>
                                      </p:cBhvr>
                                      <p:to>
                                        <p:strVal val="visible"/>
                                      </p:to>
                                    </p:set>
                                    <p:anim calcmode="lin" valueType="num">
                                      <p:cBhvr>
                                        <p:cTn id="197" dur="550" fill="hold"/>
                                        <p:tgtEl>
                                          <p:spTgt spid="44"/>
                                        </p:tgtEl>
                                        <p:attrNameLst>
                                          <p:attrName>ppt_w</p:attrName>
                                        </p:attrNameLst>
                                      </p:cBhvr>
                                      <p:tavLst>
                                        <p:tav tm="0">
                                          <p:val>
                                            <p:fltVal val="0"/>
                                          </p:val>
                                        </p:tav>
                                        <p:tav tm="100000">
                                          <p:val>
                                            <p:strVal val="#ppt_w"/>
                                          </p:val>
                                        </p:tav>
                                      </p:tavLst>
                                    </p:anim>
                                    <p:anim calcmode="lin" valueType="num">
                                      <p:cBhvr>
                                        <p:cTn id="198" dur="550" fill="hold"/>
                                        <p:tgtEl>
                                          <p:spTgt spid="44"/>
                                        </p:tgtEl>
                                        <p:attrNameLst>
                                          <p:attrName>ppt_h</p:attrName>
                                        </p:attrNameLst>
                                      </p:cBhvr>
                                      <p:tavLst>
                                        <p:tav tm="0">
                                          <p:val>
                                            <p:fltVal val="0"/>
                                          </p:val>
                                        </p:tav>
                                        <p:tav tm="100000">
                                          <p:val>
                                            <p:strVal val="#ppt_h"/>
                                          </p:val>
                                        </p:tav>
                                      </p:tavLst>
                                    </p:anim>
                                    <p:animEffect transition="in" filter="fade">
                                      <p:cBhvr>
                                        <p:cTn id="199" dur="550"/>
                                        <p:tgtEl>
                                          <p:spTgt spid="44"/>
                                        </p:tgtEl>
                                      </p:cBhvr>
                                    </p:animEffect>
                                  </p:childTnLst>
                                </p:cTn>
                              </p:par>
                              <p:par>
                                <p:cTn id="200" presetID="53" presetClass="entr" presetSubtype="16" fill="hold" grpId="0" nodeType="withEffect">
                                  <p:stCondLst>
                                    <p:cond delay="990"/>
                                  </p:stCondLst>
                                  <p:childTnLst>
                                    <p:set>
                                      <p:cBhvr>
                                        <p:cTn id="201" dur="1" fill="hold">
                                          <p:stCondLst>
                                            <p:cond delay="0"/>
                                          </p:stCondLst>
                                        </p:cTn>
                                        <p:tgtEl>
                                          <p:spTgt spid="45"/>
                                        </p:tgtEl>
                                        <p:attrNameLst>
                                          <p:attrName>style.visibility</p:attrName>
                                        </p:attrNameLst>
                                      </p:cBhvr>
                                      <p:to>
                                        <p:strVal val="visible"/>
                                      </p:to>
                                    </p:set>
                                    <p:anim calcmode="lin" valueType="num">
                                      <p:cBhvr>
                                        <p:cTn id="202" dur="550" fill="hold"/>
                                        <p:tgtEl>
                                          <p:spTgt spid="45"/>
                                        </p:tgtEl>
                                        <p:attrNameLst>
                                          <p:attrName>ppt_w</p:attrName>
                                        </p:attrNameLst>
                                      </p:cBhvr>
                                      <p:tavLst>
                                        <p:tav tm="0">
                                          <p:val>
                                            <p:fltVal val="0"/>
                                          </p:val>
                                        </p:tav>
                                        <p:tav tm="100000">
                                          <p:val>
                                            <p:strVal val="#ppt_w"/>
                                          </p:val>
                                        </p:tav>
                                      </p:tavLst>
                                    </p:anim>
                                    <p:anim calcmode="lin" valueType="num">
                                      <p:cBhvr>
                                        <p:cTn id="203" dur="550" fill="hold"/>
                                        <p:tgtEl>
                                          <p:spTgt spid="45"/>
                                        </p:tgtEl>
                                        <p:attrNameLst>
                                          <p:attrName>ppt_h</p:attrName>
                                        </p:attrNameLst>
                                      </p:cBhvr>
                                      <p:tavLst>
                                        <p:tav tm="0">
                                          <p:val>
                                            <p:fltVal val="0"/>
                                          </p:val>
                                        </p:tav>
                                        <p:tav tm="100000">
                                          <p:val>
                                            <p:strVal val="#ppt_h"/>
                                          </p:val>
                                        </p:tav>
                                      </p:tavLst>
                                    </p:anim>
                                    <p:animEffect transition="in" filter="fade">
                                      <p:cBhvr>
                                        <p:cTn id="204" dur="550"/>
                                        <p:tgtEl>
                                          <p:spTgt spid="45"/>
                                        </p:tgtEl>
                                      </p:cBhvr>
                                    </p:animEffect>
                                  </p:childTnLst>
                                </p:cTn>
                              </p:par>
                              <p:par>
                                <p:cTn id="205" presetID="53" presetClass="entr" presetSubtype="16" fill="hold" nodeType="withEffect">
                                  <p:stCondLst>
                                    <p:cond delay="1150"/>
                                  </p:stCondLst>
                                  <p:childTnLst>
                                    <p:set>
                                      <p:cBhvr>
                                        <p:cTn id="206" dur="1" fill="hold">
                                          <p:stCondLst>
                                            <p:cond delay="0"/>
                                          </p:stCondLst>
                                        </p:cTn>
                                        <p:tgtEl>
                                          <p:spTgt spid="46"/>
                                        </p:tgtEl>
                                        <p:attrNameLst>
                                          <p:attrName>style.visibility</p:attrName>
                                        </p:attrNameLst>
                                      </p:cBhvr>
                                      <p:to>
                                        <p:strVal val="visible"/>
                                      </p:to>
                                    </p:set>
                                    <p:anim calcmode="lin" valueType="num">
                                      <p:cBhvr>
                                        <p:cTn id="207" dur="550" fill="hold"/>
                                        <p:tgtEl>
                                          <p:spTgt spid="46"/>
                                        </p:tgtEl>
                                        <p:attrNameLst>
                                          <p:attrName>ppt_w</p:attrName>
                                        </p:attrNameLst>
                                      </p:cBhvr>
                                      <p:tavLst>
                                        <p:tav tm="0">
                                          <p:val>
                                            <p:fltVal val="0"/>
                                          </p:val>
                                        </p:tav>
                                        <p:tav tm="100000">
                                          <p:val>
                                            <p:strVal val="#ppt_w"/>
                                          </p:val>
                                        </p:tav>
                                      </p:tavLst>
                                    </p:anim>
                                    <p:anim calcmode="lin" valueType="num">
                                      <p:cBhvr>
                                        <p:cTn id="208" dur="550" fill="hold"/>
                                        <p:tgtEl>
                                          <p:spTgt spid="46"/>
                                        </p:tgtEl>
                                        <p:attrNameLst>
                                          <p:attrName>ppt_h</p:attrName>
                                        </p:attrNameLst>
                                      </p:cBhvr>
                                      <p:tavLst>
                                        <p:tav tm="0">
                                          <p:val>
                                            <p:fltVal val="0"/>
                                          </p:val>
                                        </p:tav>
                                        <p:tav tm="100000">
                                          <p:val>
                                            <p:strVal val="#ppt_h"/>
                                          </p:val>
                                        </p:tav>
                                      </p:tavLst>
                                    </p:anim>
                                    <p:animEffect transition="in" filter="fade">
                                      <p:cBhvr>
                                        <p:cTn id="209" dur="550"/>
                                        <p:tgtEl>
                                          <p:spTgt spid="46"/>
                                        </p:tgtEl>
                                      </p:cBhvr>
                                    </p:animEffect>
                                  </p:childTnLst>
                                </p:cTn>
                              </p:par>
                              <p:par>
                                <p:cTn id="210" presetID="53" presetClass="entr" presetSubtype="16" fill="hold" grpId="0" nodeType="withEffect">
                                  <p:stCondLst>
                                    <p:cond delay="1150"/>
                                  </p:stCondLst>
                                  <p:childTnLst>
                                    <p:set>
                                      <p:cBhvr>
                                        <p:cTn id="211" dur="1" fill="hold">
                                          <p:stCondLst>
                                            <p:cond delay="0"/>
                                          </p:stCondLst>
                                        </p:cTn>
                                        <p:tgtEl>
                                          <p:spTgt spid="47"/>
                                        </p:tgtEl>
                                        <p:attrNameLst>
                                          <p:attrName>style.visibility</p:attrName>
                                        </p:attrNameLst>
                                      </p:cBhvr>
                                      <p:to>
                                        <p:strVal val="visible"/>
                                      </p:to>
                                    </p:set>
                                    <p:anim calcmode="lin" valueType="num">
                                      <p:cBhvr>
                                        <p:cTn id="212" dur="550" fill="hold"/>
                                        <p:tgtEl>
                                          <p:spTgt spid="47"/>
                                        </p:tgtEl>
                                        <p:attrNameLst>
                                          <p:attrName>ppt_w</p:attrName>
                                        </p:attrNameLst>
                                      </p:cBhvr>
                                      <p:tavLst>
                                        <p:tav tm="0">
                                          <p:val>
                                            <p:fltVal val="0"/>
                                          </p:val>
                                        </p:tav>
                                        <p:tav tm="100000">
                                          <p:val>
                                            <p:strVal val="#ppt_w"/>
                                          </p:val>
                                        </p:tav>
                                      </p:tavLst>
                                    </p:anim>
                                    <p:anim calcmode="lin" valueType="num">
                                      <p:cBhvr>
                                        <p:cTn id="213" dur="550" fill="hold"/>
                                        <p:tgtEl>
                                          <p:spTgt spid="47"/>
                                        </p:tgtEl>
                                        <p:attrNameLst>
                                          <p:attrName>ppt_h</p:attrName>
                                        </p:attrNameLst>
                                      </p:cBhvr>
                                      <p:tavLst>
                                        <p:tav tm="0">
                                          <p:val>
                                            <p:fltVal val="0"/>
                                          </p:val>
                                        </p:tav>
                                        <p:tav tm="100000">
                                          <p:val>
                                            <p:strVal val="#ppt_h"/>
                                          </p:val>
                                        </p:tav>
                                      </p:tavLst>
                                    </p:anim>
                                    <p:animEffect transition="in" filter="fade">
                                      <p:cBhvr>
                                        <p:cTn id="214" dur="550"/>
                                        <p:tgtEl>
                                          <p:spTgt spid="47"/>
                                        </p:tgtEl>
                                      </p:cBhvr>
                                    </p:animEffect>
                                  </p:childTnLst>
                                </p:cTn>
                              </p:par>
                              <p:par>
                                <p:cTn id="215" presetID="53" presetClass="entr" presetSubtype="16" fill="hold" nodeType="withEffect">
                                  <p:stCondLst>
                                    <p:cond delay="1310"/>
                                  </p:stCondLst>
                                  <p:childTnLst>
                                    <p:set>
                                      <p:cBhvr>
                                        <p:cTn id="216" dur="1" fill="hold">
                                          <p:stCondLst>
                                            <p:cond delay="0"/>
                                          </p:stCondLst>
                                        </p:cTn>
                                        <p:tgtEl>
                                          <p:spTgt spid="48"/>
                                        </p:tgtEl>
                                        <p:attrNameLst>
                                          <p:attrName>style.visibility</p:attrName>
                                        </p:attrNameLst>
                                      </p:cBhvr>
                                      <p:to>
                                        <p:strVal val="visible"/>
                                      </p:to>
                                    </p:set>
                                    <p:anim calcmode="lin" valueType="num">
                                      <p:cBhvr>
                                        <p:cTn id="217" dur="550" fill="hold"/>
                                        <p:tgtEl>
                                          <p:spTgt spid="48"/>
                                        </p:tgtEl>
                                        <p:attrNameLst>
                                          <p:attrName>ppt_w</p:attrName>
                                        </p:attrNameLst>
                                      </p:cBhvr>
                                      <p:tavLst>
                                        <p:tav tm="0">
                                          <p:val>
                                            <p:fltVal val="0"/>
                                          </p:val>
                                        </p:tav>
                                        <p:tav tm="100000">
                                          <p:val>
                                            <p:strVal val="#ppt_w"/>
                                          </p:val>
                                        </p:tav>
                                      </p:tavLst>
                                    </p:anim>
                                    <p:anim calcmode="lin" valueType="num">
                                      <p:cBhvr>
                                        <p:cTn id="218" dur="550" fill="hold"/>
                                        <p:tgtEl>
                                          <p:spTgt spid="48"/>
                                        </p:tgtEl>
                                        <p:attrNameLst>
                                          <p:attrName>ppt_h</p:attrName>
                                        </p:attrNameLst>
                                      </p:cBhvr>
                                      <p:tavLst>
                                        <p:tav tm="0">
                                          <p:val>
                                            <p:fltVal val="0"/>
                                          </p:val>
                                        </p:tav>
                                        <p:tav tm="100000">
                                          <p:val>
                                            <p:strVal val="#ppt_h"/>
                                          </p:val>
                                        </p:tav>
                                      </p:tavLst>
                                    </p:anim>
                                    <p:animEffect transition="in" filter="fade">
                                      <p:cBhvr>
                                        <p:cTn id="219" dur="550"/>
                                        <p:tgtEl>
                                          <p:spTgt spid="48"/>
                                        </p:tgtEl>
                                      </p:cBhvr>
                                    </p:animEffect>
                                  </p:childTnLst>
                                </p:cTn>
                              </p:par>
                              <p:par>
                                <p:cTn id="220" presetID="53" presetClass="entr" presetSubtype="16" fill="hold" grpId="0" nodeType="withEffect">
                                  <p:stCondLst>
                                    <p:cond delay="1310"/>
                                  </p:stCondLst>
                                  <p:childTnLst>
                                    <p:set>
                                      <p:cBhvr>
                                        <p:cTn id="221" dur="1" fill="hold">
                                          <p:stCondLst>
                                            <p:cond delay="0"/>
                                          </p:stCondLst>
                                        </p:cTn>
                                        <p:tgtEl>
                                          <p:spTgt spid="49"/>
                                        </p:tgtEl>
                                        <p:attrNameLst>
                                          <p:attrName>style.visibility</p:attrName>
                                        </p:attrNameLst>
                                      </p:cBhvr>
                                      <p:to>
                                        <p:strVal val="visible"/>
                                      </p:to>
                                    </p:set>
                                    <p:anim calcmode="lin" valueType="num">
                                      <p:cBhvr>
                                        <p:cTn id="222" dur="550" fill="hold"/>
                                        <p:tgtEl>
                                          <p:spTgt spid="49"/>
                                        </p:tgtEl>
                                        <p:attrNameLst>
                                          <p:attrName>ppt_w</p:attrName>
                                        </p:attrNameLst>
                                      </p:cBhvr>
                                      <p:tavLst>
                                        <p:tav tm="0">
                                          <p:val>
                                            <p:fltVal val="0"/>
                                          </p:val>
                                        </p:tav>
                                        <p:tav tm="100000">
                                          <p:val>
                                            <p:strVal val="#ppt_w"/>
                                          </p:val>
                                        </p:tav>
                                      </p:tavLst>
                                    </p:anim>
                                    <p:anim calcmode="lin" valueType="num">
                                      <p:cBhvr>
                                        <p:cTn id="223" dur="550" fill="hold"/>
                                        <p:tgtEl>
                                          <p:spTgt spid="49"/>
                                        </p:tgtEl>
                                        <p:attrNameLst>
                                          <p:attrName>ppt_h</p:attrName>
                                        </p:attrNameLst>
                                      </p:cBhvr>
                                      <p:tavLst>
                                        <p:tav tm="0">
                                          <p:val>
                                            <p:fltVal val="0"/>
                                          </p:val>
                                        </p:tav>
                                        <p:tav tm="100000">
                                          <p:val>
                                            <p:strVal val="#ppt_h"/>
                                          </p:val>
                                        </p:tav>
                                      </p:tavLst>
                                    </p:anim>
                                    <p:animEffect transition="in" filter="fade">
                                      <p:cBhvr>
                                        <p:cTn id="224" dur="550"/>
                                        <p:tgtEl>
                                          <p:spTgt spid="49"/>
                                        </p:tgtEl>
                                      </p:cBhvr>
                                    </p:animEffect>
                                  </p:childTnLst>
                                </p:cTn>
                              </p:par>
                              <p:par>
                                <p:cTn id="225" presetID="53" presetClass="entr" presetSubtype="16" fill="hold" nodeType="withEffect">
                                  <p:stCondLst>
                                    <p:cond delay="1470"/>
                                  </p:stCondLst>
                                  <p:childTnLst>
                                    <p:set>
                                      <p:cBhvr>
                                        <p:cTn id="226" dur="1" fill="hold">
                                          <p:stCondLst>
                                            <p:cond delay="0"/>
                                          </p:stCondLst>
                                        </p:cTn>
                                        <p:tgtEl>
                                          <p:spTgt spid="50"/>
                                        </p:tgtEl>
                                        <p:attrNameLst>
                                          <p:attrName>style.visibility</p:attrName>
                                        </p:attrNameLst>
                                      </p:cBhvr>
                                      <p:to>
                                        <p:strVal val="visible"/>
                                      </p:to>
                                    </p:set>
                                    <p:anim calcmode="lin" valueType="num">
                                      <p:cBhvr>
                                        <p:cTn id="227" dur="550" fill="hold"/>
                                        <p:tgtEl>
                                          <p:spTgt spid="50"/>
                                        </p:tgtEl>
                                        <p:attrNameLst>
                                          <p:attrName>ppt_w</p:attrName>
                                        </p:attrNameLst>
                                      </p:cBhvr>
                                      <p:tavLst>
                                        <p:tav tm="0">
                                          <p:val>
                                            <p:fltVal val="0"/>
                                          </p:val>
                                        </p:tav>
                                        <p:tav tm="100000">
                                          <p:val>
                                            <p:strVal val="#ppt_w"/>
                                          </p:val>
                                        </p:tav>
                                      </p:tavLst>
                                    </p:anim>
                                    <p:anim calcmode="lin" valueType="num">
                                      <p:cBhvr>
                                        <p:cTn id="228" dur="550" fill="hold"/>
                                        <p:tgtEl>
                                          <p:spTgt spid="50"/>
                                        </p:tgtEl>
                                        <p:attrNameLst>
                                          <p:attrName>ppt_h</p:attrName>
                                        </p:attrNameLst>
                                      </p:cBhvr>
                                      <p:tavLst>
                                        <p:tav tm="0">
                                          <p:val>
                                            <p:fltVal val="0"/>
                                          </p:val>
                                        </p:tav>
                                        <p:tav tm="100000">
                                          <p:val>
                                            <p:strVal val="#ppt_h"/>
                                          </p:val>
                                        </p:tav>
                                      </p:tavLst>
                                    </p:anim>
                                    <p:animEffect transition="in" filter="fade">
                                      <p:cBhvr>
                                        <p:cTn id="229" dur="550"/>
                                        <p:tgtEl>
                                          <p:spTgt spid="50"/>
                                        </p:tgtEl>
                                      </p:cBhvr>
                                    </p:animEffect>
                                  </p:childTnLst>
                                </p:cTn>
                              </p:par>
                              <p:par>
                                <p:cTn id="230" presetID="53" presetClass="entr" presetSubtype="16" fill="hold" grpId="0" nodeType="withEffect">
                                  <p:stCondLst>
                                    <p:cond delay="1470"/>
                                  </p:stCondLst>
                                  <p:childTnLst>
                                    <p:set>
                                      <p:cBhvr>
                                        <p:cTn id="231" dur="1" fill="hold">
                                          <p:stCondLst>
                                            <p:cond delay="0"/>
                                          </p:stCondLst>
                                        </p:cTn>
                                        <p:tgtEl>
                                          <p:spTgt spid="51"/>
                                        </p:tgtEl>
                                        <p:attrNameLst>
                                          <p:attrName>style.visibility</p:attrName>
                                        </p:attrNameLst>
                                      </p:cBhvr>
                                      <p:to>
                                        <p:strVal val="visible"/>
                                      </p:to>
                                    </p:set>
                                    <p:anim calcmode="lin" valueType="num">
                                      <p:cBhvr>
                                        <p:cTn id="232" dur="550" fill="hold"/>
                                        <p:tgtEl>
                                          <p:spTgt spid="51"/>
                                        </p:tgtEl>
                                        <p:attrNameLst>
                                          <p:attrName>ppt_w</p:attrName>
                                        </p:attrNameLst>
                                      </p:cBhvr>
                                      <p:tavLst>
                                        <p:tav tm="0">
                                          <p:val>
                                            <p:fltVal val="0"/>
                                          </p:val>
                                        </p:tav>
                                        <p:tav tm="100000">
                                          <p:val>
                                            <p:strVal val="#ppt_w"/>
                                          </p:val>
                                        </p:tav>
                                      </p:tavLst>
                                    </p:anim>
                                    <p:anim calcmode="lin" valueType="num">
                                      <p:cBhvr>
                                        <p:cTn id="233" dur="550" fill="hold"/>
                                        <p:tgtEl>
                                          <p:spTgt spid="51"/>
                                        </p:tgtEl>
                                        <p:attrNameLst>
                                          <p:attrName>ppt_h</p:attrName>
                                        </p:attrNameLst>
                                      </p:cBhvr>
                                      <p:tavLst>
                                        <p:tav tm="0">
                                          <p:val>
                                            <p:fltVal val="0"/>
                                          </p:val>
                                        </p:tav>
                                        <p:tav tm="100000">
                                          <p:val>
                                            <p:strVal val="#ppt_h"/>
                                          </p:val>
                                        </p:tav>
                                      </p:tavLst>
                                    </p:anim>
                                    <p:animEffect transition="in" filter="fade">
                                      <p:cBhvr>
                                        <p:cTn id="234" dur="550"/>
                                        <p:tgtEl>
                                          <p:spTgt spid="51"/>
                                        </p:tgtEl>
                                      </p:cBhvr>
                                    </p:animEffect>
                                  </p:childTnLst>
                                </p:cTn>
                              </p:par>
                              <p:par>
                                <p:cTn id="235" presetID="53" presetClass="entr" presetSubtype="16" fill="hold" nodeType="withEffect">
                                  <p:stCondLst>
                                    <p:cond delay="1630"/>
                                  </p:stCondLst>
                                  <p:childTnLst>
                                    <p:set>
                                      <p:cBhvr>
                                        <p:cTn id="236" dur="1" fill="hold">
                                          <p:stCondLst>
                                            <p:cond delay="0"/>
                                          </p:stCondLst>
                                        </p:cTn>
                                        <p:tgtEl>
                                          <p:spTgt spid="52"/>
                                        </p:tgtEl>
                                        <p:attrNameLst>
                                          <p:attrName>style.visibility</p:attrName>
                                        </p:attrNameLst>
                                      </p:cBhvr>
                                      <p:to>
                                        <p:strVal val="visible"/>
                                      </p:to>
                                    </p:set>
                                    <p:anim calcmode="lin" valueType="num">
                                      <p:cBhvr>
                                        <p:cTn id="237" dur="550" fill="hold"/>
                                        <p:tgtEl>
                                          <p:spTgt spid="52"/>
                                        </p:tgtEl>
                                        <p:attrNameLst>
                                          <p:attrName>ppt_w</p:attrName>
                                        </p:attrNameLst>
                                      </p:cBhvr>
                                      <p:tavLst>
                                        <p:tav tm="0">
                                          <p:val>
                                            <p:fltVal val="0"/>
                                          </p:val>
                                        </p:tav>
                                        <p:tav tm="100000">
                                          <p:val>
                                            <p:strVal val="#ppt_w"/>
                                          </p:val>
                                        </p:tav>
                                      </p:tavLst>
                                    </p:anim>
                                    <p:anim calcmode="lin" valueType="num">
                                      <p:cBhvr>
                                        <p:cTn id="238" dur="550" fill="hold"/>
                                        <p:tgtEl>
                                          <p:spTgt spid="52"/>
                                        </p:tgtEl>
                                        <p:attrNameLst>
                                          <p:attrName>ppt_h</p:attrName>
                                        </p:attrNameLst>
                                      </p:cBhvr>
                                      <p:tavLst>
                                        <p:tav tm="0">
                                          <p:val>
                                            <p:fltVal val="0"/>
                                          </p:val>
                                        </p:tav>
                                        <p:tav tm="100000">
                                          <p:val>
                                            <p:strVal val="#ppt_h"/>
                                          </p:val>
                                        </p:tav>
                                      </p:tavLst>
                                    </p:anim>
                                    <p:animEffect transition="in" filter="fade">
                                      <p:cBhvr>
                                        <p:cTn id="239" dur="550"/>
                                        <p:tgtEl>
                                          <p:spTgt spid="52"/>
                                        </p:tgtEl>
                                      </p:cBhvr>
                                    </p:animEffect>
                                  </p:childTnLst>
                                </p:cTn>
                              </p:par>
                              <p:par>
                                <p:cTn id="240" presetID="53" presetClass="entr" presetSubtype="16" fill="hold" grpId="0" nodeType="withEffect">
                                  <p:stCondLst>
                                    <p:cond delay="1630"/>
                                  </p:stCondLst>
                                  <p:childTnLst>
                                    <p:set>
                                      <p:cBhvr>
                                        <p:cTn id="241" dur="1" fill="hold">
                                          <p:stCondLst>
                                            <p:cond delay="0"/>
                                          </p:stCondLst>
                                        </p:cTn>
                                        <p:tgtEl>
                                          <p:spTgt spid="53"/>
                                        </p:tgtEl>
                                        <p:attrNameLst>
                                          <p:attrName>style.visibility</p:attrName>
                                        </p:attrNameLst>
                                      </p:cBhvr>
                                      <p:to>
                                        <p:strVal val="visible"/>
                                      </p:to>
                                    </p:set>
                                    <p:anim calcmode="lin" valueType="num">
                                      <p:cBhvr>
                                        <p:cTn id="242" dur="550" fill="hold"/>
                                        <p:tgtEl>
                                          <p:spTgt spid="53"/>
                                        </p:tgtEl>
                                        <p:attrNameLst>
                                          <p:attrName>ppt_w</p:attrName>
                                        </p:attrNameLst>
                                      </p:cBhvr>
                                      <p:tavLst>
                                        <p:tav tm="0">
                                          <p:val>
                                            <p:fltVal val="0"/>
                                          </p:val>
                                        </p:tav>
                                        <p:tav tm="100000">
                                          <p:val>
                                            <p:strVal val="#ppt_w"/>
                                          </p:val>
                                        </p:tav>
                                      </p:tavLst>
                                    </p:anim>
                                    <p:anim calcmode="lin" valueType="num">
                                      <p:cBhvr>
                                        <p:cTn id="243" dur="550" fill="hold"/>
                                        <p:tgtEl>
                                          <p:spTgt spid="53"/>
                                        </p:tgtEl>
                                        <p:attrNameLst>
                                          <p:attrName>ppt_h</p:attrName>
                                        </p:attrNameLst>
                                      </p:cBhvr>
                                      <p:tavLst>
                                        <p:tav tm="0">
                                          <p:val>
                                            <p:fltVal val="0"/>
                                          </p:val>
                                        </p:tav>
                                        <p:tav tm="100000">
                                          <p:val>
                                            <p:strVal val="#ppt_h"/>
                                          </p:val>
                                        </p:tav>
                                      </p:tavLst>
                                    </p:anim>
                                    <p:animEffect transition="in" filter="fade">
                                      <p:cBhvr>
                                        <p:cTn id="244" dur="550"/>
                                        <p:tgtEl>
                                          <p:spTgt spid="53"/>
                                        </p:tgtEl>
                                      </p:cBhvr>
                                    </p:animEffect>
                                  </p:childTnLst>
                                </p:cTn>
                              </p:par>
                              <p:par>
                                <p:cTn id="245" presetID="53" presetClass="entr" presetSubtype="16" fill="hold" nodeType="withEffect">
                                  <p:stCondLst>
                                    <p:cond delay="1790"/>
                                  </p:stCondLst>
                                  <p:childTnLst>
                                    <p:set>
                                      <p:cBhvr>
                                        <p:cTn id="246" dur="1" fill="hold">
                                          <p:stCondLst>
                                            <p:cond delay="0"/>
                                          </p:stCondLst>
                                        </p:cTn>
                                        <p:tgtEl>
                                          <p:spTgt spid="54"/>
                                        </p:tgtEl>
                                        <p:attrNameLst>
                                          <p:attrName>style.visibility</p:attrName>
                                        </p:attrNameLst>
                                      </p:cBhvr>
                                      <p:to>
                                        <p:strVal val="visible"/>
                                      </p:to>
                                    </p:set>
                                    <p:anim calcmode="lin" valueType="num">
                                      <p:cBhvr>
                                        <p:cTn id="247" dur="550" fill="hold"/>
                                        <p:tgtEl>
                                          <p:spTgt spid="54"/>
                                        </p:tgtEl>
                                        <p:attrNameLst>
                                          <p:attrName>ppt_w</p:attrName>
                                        </p:attrNameLst>
                                      </p:cBhvr>
                                      <p:tavLst>
                                        <p:tav tm="0">
                                          <p:val>
                                            <p:fltVal val="0"/>
                                          </p:val>
                                        </p:tav>
                                        <p:tav tm="100000">
                                          <p:val>
                                            <p:strVal val="#ppt_w"/>
                                          </p:val>
                                        </p:tav>
                                      </p:tavLst>
                                    </p:anim>
                                    <p:anim calcmode="lin" valueType="num">
                                      <p:cBhvr>
                                        <p:cTn id="248" dur="550" fill="hold"/>
                                        <p:tgtEl>
                                          <p:spTgt spid="54"/>
                                        </p:tgtEl>
                                        <p:attrNameLst>
                                          <p:attrName>ppt_h</p:attrName>
                                        </p:attrNameLst>
                                      </p:cBhvr>
                                      <p:tavLst>
                                        <p:tav tm="0">
                                          <p:val>
                                            <p:fltVal val="0"/>
                                          </p:val>
                                        </p:tav>
                                        <p:tav tm="100000">
                                          <p:val>
                                            <p:strVal val="#ppt_h"/>
                                          </p:val>
                                        </p:tav>
                                      </p:tavLst>
                                    </p:anim>
                                    <p:animEffect transition="in" filter="fade">
                                      <p:cBhvr>
                                        <p:cTn id="249" dur="550"/>
                                        <p:tgtEl>
                                          <p:spTgt spid="54"/>
                                        </p:tgtEl>
                                      </p:cBhvr>
                                    </p:animEffect>
                                  </p:childTnLst>
                                </p:cTn>
                              </p:par>
                              <p:par>
                                <p:cTn id="250" presetID="53" presetClass="entr" presetSubtype="16" fill="hold" grpId="0" nodeType="withEffect">
                                  <p:stCondLst>
                                    <p:cond delay="1790"/>
                                  </p:stCondLst>
                                  <p:childTnLst>
                                    <p:set>
                                      <p:cBhvr>
                                        <p:cTn id="251" dur="1" fill="hold">
                                          <p:stCondLst>
                                            <p:cond delay="0"/>
                                          </p:stCondLst>
                                        </p:cTn>
                                        <p:tgtEl>
                                          <p:spTgt spid="55"/>
                                        </p:tgtEl>
                                        <p:attrNameLst>
                                          <p:attrName>style.visibility</p:attrName>
                                        </p:attrNameLst>
                                      </p:cBhvr>
                                      <p:to>
                                        <p:strVal val="visible"/>
                                      </p:to>
                                    </p:set>
                                    <p:anim calcmode="lin" valueType="num">
                                      <p:cBhvr>
                                        <p:cTn id="252" dur="550" fill="hold"/>
                                        <p:tgtEl>
                                          <p:spTgt spid="55"/>
                                        </p:tgtEl>
                                        <p:attrNameLst>
                                          <p:attrName>ppt_w</p:attrName>
                                        </p:attrNameLst>
                                      </p:cBhvr>
                                      <p:tavLst>
                                        <p:tav tm="0">
                                          <p:val>
                                            <p:fltVal val="0"/>
                                          </p:val>
                                        </p:tav>
                                        <p:tav tm="100000">
                                          <p:val>
                                            <p:strVal val="#ppt_w"/>
                                          </p:val>
                                        </p:tav>
                                      </p:tavLst>
                                    </p:anim>
                                    <p:anim calcmode="lin" valueType="num">
                                      <p:cBhvr>
                                        <p:cTn id="253" dur="550" fill="hold"/>
                                        <p:tgtEl>
                                          <p:spTgt spid="55"/>
                                        </p:tgtEl>
                                        <p:attrNameLst>
                                          <p:attrName>ppt_h</p:attrName>
                                        </p:attrNameLst>
                                      </p:cBhvr>
                                      <p:tavLst>
                                        <p:tav tm="0">
                                          <p:val>
                                            <p:fltVal val="0"/>
                                          </p:val>
                                        </p:tav>
                                        <p:tav tm="100000">
                                          <p:val>
                                            <p:strVal val="#ppt_h"/>
                                          </p:val>
                                        </p:tav>
                                      </p:tavLst>
                                    </p:anim>
                                    <p:animEffect transition="in" filter="fade">
                                      <p:cBhvr>
                                        <p:cTn id="254" dur="55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P spid="15" grpId="0" animBg="1"/>
      <p:bldP spid="17" grpId="0" animBg="1"/>
      <p:bldP spid="21" grpId="0" animBg="1"/>
      <p:bldP spid="23" grpId="0" animBg="1"/>
      <p:bldP spid="25" grpId="0" animBg="1"/>
      <p:bldP spid="27" grpId="0" animBg="1"/>
      <p:bldP spid="29" grpId="0" animBg="1"/>
      <p:bldP spid="33" grpId="0" animBg="1"/>
      <p:bldP spid="35" grpId="0" animBg="1"/>
      <p:bldP spid="37" grpId="0" animBg="1"/>
      <p:bldP spid="39" grpId="0" animBg="1"/>
      <p:bldP spid="41" grpId="0" animBg="1"/>
      <p:bldP spid="43" grpId="0" animBg="1"/>
      <p:bldP spid="45" grpId="0" animBg="1"/>
      <p:bldP spid="47" grpId="0" animBg="1"/>
      <p:bldP spid="49" grpId="0" animBg="1"/>
      <p:bldP spid="51" grpId="0" animBg="1"/>
      <p:bldP spid="53" grpId="0" animBg="1"/>
      <p:bldP spid="5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Glow" descr="assets/glow_soft.png"/>
          <p:cNvPicPr>
            <a:picLocks noChangeAspect="1"/>
          </p:cNvPicPr>
          <p:nvPr/>
        </p:nvPicPr>
        <p:blipFill>
          <a:blip r:embed="rId4"/>
          <a:stretch>
            <a:fillRect/>
          </a:stretch>
        </p:blipFill>
        <p:spPr>
          <a:xfrm>
            <a:off x="9767621" y="-371246"/>
            <a:ext cx="2743200" cy="2743200"/>
          </a:xfrm>
          <a:prstGeom prst="rect">
            <a:avLst/>
          </a:prstGeom>
        </p:spPr>
      </p:pic>
      <p:sp>
        <p:nvSpPr>
          <p:cNvPr id="3" name="Text 0"/>
          <p:cNvSpPr txBox="1"/>
          <p:nvPr/>
        </p:nvSpPr>
        <p:spPr>
          <a:xfrm>
            <a:off x="548640" y="274320"/>
            <a:ext cx="9692640" cy="256032"/>
          </a:xfrm>
          <a:prstGeom prst="rect">
            <a:avLst/>
          </a:prstGeom>
          <a:noFill/>
          <a:ln/>
        </p:spPr>
        <p:txBody>
          <a:bodyPr wrap="square" lIns="0" tIns="0" rIns="0" bIns="0" rtlCol="0" anchor="t"/>
          <a:lstStyle/>
          <a:p>
            <a:pPr marL="0" indent="0">
              <a:buNone/>
            </a:pPr>
            <a:r>
              <a:rPr lang="en-US" sz="950" i="1" dirty="0">
                <a:solidFill>
                  <a:srgbClr val="6E6A85"/>
                </a:solidFill>
                <a:latin typeface="Segoe UI" pitchFamily="34" charset="0"/>
                <a:ea typeface="Segoe UI" pitchFamily="34" charset="-122"/>
                <a:cs typeface="Segoe UI" pitchFamily="34" charset="-120"/>
              </a:rPr>
              <a:t>Mise en place d’une plateforme intelligente d’assistance au dépannage et de mise en relation avec des techniciens</a:t>
            </a:r>
            <a:endParaRPr lang="en-US" sz="950" dirty="0"/>
          </a:p>
        </p:txBody>
      </p:sp>
      <p:sp>
        <p:nvSpPr>
          <p:cNvPr id="4" name="!!Kicker"/>
          <p:cNvSpPr txBox="1"/>
          <p:nvPr/>
        </p:nvSpPr>
        <p:spPr>
          <a:xfrm>
            <a:off x="548640" y="713232"/>
            <a:ext cx="9692640" cy="274320"/>
          </a:xfrm>
          <a:prstGeom prst="rect">
            <a:avLst/>
          </a:prstGeom>
          <a:noFill/>
          <a:ln/>
        </p:spPr>
        <p:txBody>
          <a:bodyPr wrap="square" lIns="0" tIns="0" rIns="0" bIns="0" rtlCol="0" anchor="t"/>
          <a:lstStyle/>
          <a:p>
            <a:pPr marL="0" indent="0">
              <a:buNone/>
            </a:pPr>
            <a:r>
              <a:rPr lang="en-US" sz="1100" b="1" kern="0" spc="200" dirty="0">
                <a:solidFill>
                  <a:srgbClr val="5B2FD6"/>
                </a:solidFill>
                <a:latin typeface="Segoe UI" pitchFamily="34" charset="0"/>
                <a:ea typeface="Segoe UI" pitchFamily="34" charset="-122"/>
                <a:cs typeface="Segoe UI" pitchFamily="34" charset="-120"/>
              </a:rPr>
              <a:t>05 · COMMENTAIRES</a:t>
            </a:r>
            <a:endParaRPr lang="en-US" sz="1100" dirty="0"/>
          </a:p>
        </p:txBody>
      </p:sp>
      <p:sp>
        <p:nvSpPr>
          <p:cNvPr id="5" name="!!Title"/>
          <p:cNvSpPr txBox="1"/>
          <p:nvPr/>
        </p:nvSpPr>
        <p:spPr>
          <a:xfrm>
            <a:off x="548640" y="987552"/>
            <a:ext cx="9692640" cy="658368"/>
          </a:xfrm>
          <a:prstGeom prst="rect">
            <a:avLst/>
          </a:prstGeom>
          <a:noFill/>
          <a:ln/>
        </p:spPr>
        <p:txBody>
          <a:bodyPr wrap="square" lIns="0" tIns="0" rIns="0" bIns="0" rtlCol="0" anchor="ctr"/>
          <a:lstStyle/>
          <a:p>
            <a:pPr marL="0" indent="0">
              <a:buNone/>
            </a:pPr>
            <a:r>
              <a:rPr lang="en-US" sz="2800" dirty="0">
                <a:solidFill>
                  <a:srgbClr val="17132E"/>
                </a:solidFill>
                <a:latin typeface="Segoe UI Semibold" pitchFamily="34" charset="0"/>
                <a:ea typeface="Segoe UI Semibold" pitchFamily="34" charset="-122"/>
                <a:cs typeface="Segoe UI Semibold" pitchFamily="34" charset="-120"/>
              </a:rPr>
              <a:t>État d’avancement du projet</a:t>
            </a:r>
            <a:endParaRPr lang="en-US" sz="2800" dirty="0"/>
          </a:p>
        </p:txBody>
      </p:sp>
      <p:sp>
        <p:nvSpPr>
          <p:cNvPr id="6" name="S22_A00_fade_444"/>
          <p:cNvSpPr/>
          <p:nvPr/>
        </p:nvSpPr>
        <p:spPr>
          <a:xfrm>
            <a:off x="548640" y="1783080"/>
            <a:ext cx="7223760" cy="4389120"/>
          </a:xfrm>
          <a:prstGeom prst="roundRect">
            <a:avLst>
              <a:gd name="adj" fmla="val 3333"/>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7" name="S22_A01_fade_445"/>
          <p:cNvSpPr txBox="1"/>
          <p:nvPr/>
        </p:nvSpPr>
        <p:spPr>
          <a:xfrm>
            <a:off x="868680" y="2148840"/>
            <a:ext cx="4572000" cy="365760"/>
          </a:xfrm>
          <a:prstGeom prst="rect">
            <a:avLst/>
          </a:prstGeom>
          <a:noFill/>
          <a:ln/>
        </p:spPr>
        <p:txBody>
          <a:bodyPr wrap="square" lIns="0" tIns="0" rIns="0" bIns="0" rtlCol="0" anchor="ctr"/>
          <a:lstStyle/>
          <a:p>
            <a:pPr marL="0" indent="0">
              <a:buNone/>
            </a:pPr>
            <a:r>
              <a:rPr lang="en-US" sz="1600" dirty="0">
                <a:solidFill>
                  <a:srgbClr val="17132E"/>
                </a:solidFill>
                <a:latin typeface="Segoe UI Semibold" pitchFamily="34" charset="0"/>
                <a:ea typeface="Segoe UI Semibold" pitchFamily="34" charset="-122"/>
                <a:cs typeface="Segoe UI Semibold" pitchFamily="34" charset="-120"/>
              </a:rPr>
              <a:t>Cahier des charges</a:t>
            </a:r>
            <a:endParaRPr lang="en-US" sz="1600" dirty="0"/>
          </a:p>
        </p:txBody>
      </p:sp>
      <p:sp>
        <p:nvSpPr>
          <p:cNvPr id="8" name="S22_A01_fade_446"/>
          <p:cNvSpPr txBox="1"/>
          <p:nvPr/>
        </p:nvSpPr>
        <p:spPr>
          <a:xfrm>
            <a:off x="5760720" y="2148840"/>
            <a:ext cx="1691640" cy="365760"/>
          </a:xfrm>
          <a:prstGeom prst="rect">
            <a:avLst/>
          </a:prstGeom>
          <a:noFill/>
          <a:ln/>
        </p:spPr>
        <p:txBody>
          <a:bodyPr wrap="square" lIns="0" tIns="0" rIns="0" bIns="0" rtlCol="0" anchor="ctr"/>
          <a:lstStyle/>
          <a:p>
            <a:pPr marL="0" indent="0" algn="r">
              <a:buNone/>
            </a:pPr>
            <a:r>
              <a:rPr lang="en-US" sz="2000" dirty="0">
                <a:solidFill>
                  <a:srgbClr val="2F8A1A"/>
                </a:solidFill>
                <a:latin typeface="Segoe UI Black" pitchFamily="34" charset="0"/>
                <a:ea typeface="Segoe UI Black" pitchFamily="34" charset="-122"/>
                <a:cs typeface="Segoe UI Black" pitchFamily="34" charset="-120"/>
              </a:rPr>
              <a:t>100 %</a:t>
            </a:r>
            <a:endParaRPr lang="en-US" sz="2000" dirty="0"/>
          </a:p>
        </p:txBody>
      </p:sp>
      <p:sp>
        <p:nvSpPr>
          <p:cNvPr id="9" name="S22_A01_fade_447"/>
          <p:cNvSpPr/>
          <p:nvPr/>
        </p:nvSpPr>
        <p:spPr>
          <a:xfrm>
            <a:off x="868680" y="2651760"/>
            <a:ext cx="6583680" cy="237744"/>
          </a:xfrm>
          <a:prstGeom prst="roundRect">
            <a:avLst>
              <a:gd name="adj" fmla="val 50000"/>
            </a:avLst>
          </a:prstGeom>
          <a:solidFill>
            <a:srgbClr val="ECE8F7"/>
          </a:solidFill>
          <a:ln w="12700">
            <a:solidFill>
              <a:srgbClr val="ECE8F7"/>
            </a:solidFill>
            <a:prstDash val="solid"/>
          </a:ln>
        </p:spPr>
      </p:sp>
      <p:sp>
        <p:nvSpPr>
          <p:cNvPr id="10" name="S22_A02_wipe_448"/>
          <p:cNvSpPr/>
          <p:nvPr/>
        </p:nvSpPr>
        <p:spPr>
          <a:xfrm>
            <a:off x="868680" y="2651760"/>
            <a:ext cx="6583680" cy="237744"/>
          </a:xfrm>
          <a:prstGeom prst="roundRect">
            <a:avLst>
              <a:gd name="adj" fmla="val 50000"/>
            </a:avLst>
          </a:prstGeom>
          <a:solidFill>
            <a:srgbClr val="6DBE35"/>
          </a:solidFill>
          <a:ln w="9525">
            <a:solidFill>
              <a:srgbClr val="6DBE35"/>
            </a:solidFill>
            <a:prstDash val="solid"/>
          </a:ln>
        </p:spPr>
      </p:sp>
      <p:sp>
        <p:nvSpPr>
          <p:cNvPr id="11" name="S22_A03_fade_449"/>
          <p:cNvSpPr txBox="1"/>
          <p:nvPr/>
        </p:nvSpPr>
        <p:spPr>
          <a:xfrm>
            <a:off x="868680" y="3383280"/>
            <a:ext cx="4572000" cy="365760"/>
          </a:xfrm>
          <a:prstGeom prst="rect">
            <a:avLst/>
          </a:prstGeom>
          <a:noFill/>
          <a:ln/>
        </p:spPr>
        <p:txBody>
          <a:bodyPr wrap="square" lIns="0" tIns="0" rIns="0" bIns="0" rtlCol="0" anchor="ctr"/>
          <a:lstStyle/>
          <a:p>
            <a:pPr marL="0" indent="0">
              <a:buNone/>
            </a:pPr>
            <a:r>
              <a:rPr lang="en-US" sz="1600" dirty="0">
                <a:solidFill>
                  <a:srgbClr val="17132E"/>
                </a:solidFill>
                <a:latin typeface="Segoe UI Semibold" pitchFamily="34" charset="0"/>
                <a:ea typeface="Segoe UI Semibold" pitchFamily="34" charset="-122"/>
                <a:cs typeface="Segoe UI Semibold" pitchFamily="34" charset="-120"/>
              </a:rPr>
              <a:t>Analyse et conception</a:t>
            </a:r>
            <a:endParaRPr lang="en-US" sz="1600" dirty="0"/>
          </a:p>
        </p:txBody>
      </p:sp>
      <p:sp>
        <p:nvSpPr>
          <p:cNvPr id="12" name="S22_A03_fade_450"/>
          <p:cNvSpPr txBox="1"/>
          <p:nvPr/>
        </p:nvSpPr>
        <p:spPr>
          <a:xfrm>
            <a:off x="5760720" y="3383280"/>
            <a:ext cx="1691640" cy="365760"/>
          </a:xfrm>
          <a:prstGeom prst="rect">
            <a:avLst/>
          </a:prstGeom>
          <a:noFill/>
          <a:ln/>
        </p:spPr>
        <p:txBody>
          <a:bodyPr wrap="square" lIns="0" tIns="0" rIns="0" bIns="0" rtlCol="0" anchor="ctr"/>
          <a:lstStyle/>
          <a:p>
            <a:pPr marL="0" indent="0" algn="r">
              <a:buNone/>
            </a:pPr>
            <a:r>
              <a:rPr lang="en-US" sz="2000" dirty="0">
                <a:solidFill>
                  <a:srgbClr val="5B2FD6"/>
                </a:solidFill>
                <a:latin typeface="Segoe UI Black" pitchFamily="34" charset="0"/>
                <a:ea typeface="Segoe UI Black" pitchFamily="34" charset="-122"/>
                <a:cs typeface="Segoe UI Black" pitchFamily="34" charset="-120"/>
              </a:rPr>
              <a:t>90 %</a:t>
            </a:r>
            <a:endParaRPr lang="en-US" sz="2000" dirty="0"/>
          </a:p>
        </p:txBody>
      </p:sp>
      <p:sp>
        <p:nvSpPr>
          <p:cNvPr id="13" name="S22_A03_fade_451"/>
          <p:cNvSpPr/>
          <p:nvPr/>
        </p:nvSpPr>
        <p:spPr>
          <a:xfrm>
            <a:off x="868680" y="3886200"/>
            <a:ext cx="6583680" cy="237744"/>
          </a:xfrm>
          <a:prstGeom prst="roundRect">
            <a:avLst>
              <a:gd name="adj" fmla="val 50000"/>
            </a:avLst>
          </a:prstGeom>
          <a:solidFill>
            <a:srgbClr val="ECE8F7"/>
          </a:solidFill>
          <a:ln w="12700">
            <a:solidFill>
              <a:srgbClr val="ECE8F7"/>
            </a:solidFill>
            <a:prstDash val="solid"/>
          </a:ln>
        </p:spPr>
      </p:sp>
      <p:sp>
        <p:nvSpPr>
          <p:cNvPr id="14" name="S22_A04_wipe_452"/>
          <p:cNvSpPr/>
          <p:nvPr/>
        </p:nvSpPr>
        <p:spPr>
          <a:xfrm>
            <a:off x="868680" y="3886200"/>
            <a:ext cx="5925312" cy="237744"/>
          </a:xfrm>
          <a:prstGeom prst="roundRect">
            <a:avLst>
              <a:gd name="adj" fmla="val 50000"/>
            </a:avLst>
          </a:prstGeom>
          <a:solidFill>
            <a:srgbClr val="5B2FD6"/>
          </a:solidFill>
          <a:ln w="9525">
            <a:solidFill>
              <a:srgbClr val="5B2FD6"/>
            </a:solidFill>
            <a:prstDash val="solid"/>
          </a:ln>
        </p:spPr>
      </p:sp>
      <p:sp>
        <p:nvSpPr>
          <p:cNvPr id="15" name="S22_A05_fade_453"/>
          <p:cNvSpPr txBox="1"/>
          <p:nvPr/>
        </p:nvSpPr>
        <p:spPr>
          <a:xfrm>
            <a:off x="868680" y="4617720"/>
            <a:ext cx="4572000" cy="365760"/>
          </a:xfrm>
          <a:prstGeom prst="rect">
            <a:avLst/>
          </a:prstGeom>
          <a:noFill/>
          <a:ln/>
        </p:spPr>
        <p:txBody>
          <a:bodyPr wrap="square" lIns="0" tIns="0" rIns="0" bIns="0" rtlCol="0" anchor="ctr"/>
          <a:lstStyle/>
          <a:p>
            <a:pPr marL="0" indent="0">
              <a:buNone/>
            </a:pPr>
            <a:r>
              <a:rPr lang="en-US" sz="1600" dirty="0">
                <a:solidFill>
                  <a:srgbClr val="17132E"/>
                </a:solidFill>
                <a:latin typeface="Segoe UI Semibold" pitchFamily="34" charset="0"/>
                <a:ea typeface="Segoe UI Semibold" pitchFamily="34" charset="-122"/>
                <a:cs typeface="Segoe UI Semibold" pitchFamily="34" charset="-120"/>
              </a:rPr>
              <a:t>Réalisation</a:t>
            </a:r>
            <a:endParaRPr lang="en-US" sz="1600" dirty="0"/>
          </a:p>
        </p:txBody>
      </p:sp>
      <p:sp>
        <p:nvSpPr>
          <p:cNvPr id="16" name="S22_A05_fade_454"/>
          <p:cNvSpPr txBox="1"/>
          <p:nvPr/>
        </p:nvSpPr>
        <p:spPr>
          <a:xfrm>
            <a:off x="5760720" y="4617720"/>
            <a:ext cx="1691640" cy="365760"/>
          </a:xfrm>
          <a:prstGeom prst="rect">
            <a:avLst/>
          </a:prstGeom>
          <a:noFill/>
          <a:ln/>
        </p:spPr>
        <p:txBody>
          <a:bodyPr wrap="square" lIns="0" tIns="0" rIns="0" bIns="0" rtlCol="0" anchor="ctr"/>
          <a:lstStyle/>
          <a:p>
            <a:pPr marL="0" indent="0" algn="r">
              <a:buNone/>
            </a:pPr>
            <a:r>
              <a:rPr lang="en-US" sz="2000" dirty="0">
                <a:solidFill>
                  <a:srgbClr val="5B2FD6"/>
                </a:solidFill>
                <a:latin typeface="Segoe UI Black" pitchFamily="34" charset="0"/>
                <a:ea typeface="Segoe UI Black" pitchFamily="34" charset="-122"/>
                <a:cs typeface="Segoe UI Black" pitchFamily="34" charset="-120"/>
              </a:rPr>
              <a:t>80 %</a:t>
            </a:r>
            <a:endParaRPr lang="en-US" sz="2000" dirty="0"/>
          </a:p>
        </p:txBody>
      </p:sp>
      <p:sp>
        <p:nvSpPr>
          <p:cNvPr id="17" name="S22_A05_fade_455"/>
          <p:cNvSpPr/>
          <p:nvPr/>
        </p:nvSpPr>
        <p:spPr>
          <a:xfrm>
            <a:off x="868680" y="5120640"/>
            <a:ext cx="6583680" cy="237744"/>
          </a:xfrm>
          <a:prstGeom prst="roundRect">
            <a:avLst>
              <a:gd name="adj" fmla="val 50000"/>
            </a:avLst>
          </a:prstGeom>
          <a:solidFill>
            <a:srgbClr val="ECE8F7"/>
          </a:solidFill>
          <a:ln w="12700">
            <a:solidFill>
              <a:srgbClr val="ECE8F7"/>
            </a:solidFill>
            <a:prstDash val="solid"/>
          </a:ln>
        </p:spPr>
      </p:sp>
      <p:sp>
        <p:nvSpPr>
          <p:cNvPr id="18" name="S22_A06_wipe_456"/>
          <p:cNvSpPr/>
          <p:nvPr/>
        </p:nvSpPr>
        <p:spPr>
          <a:xfrm>
            <a:off x="868680" y="5120640"/>
            <a:ext cx="5266944" cy="237744"/>
          </a:xfrm>
          <a:prstGeom prst="roundRect">
            <a:avLst>
              <a:gd name="adj" fmla="val 50000"/>
            </a:avLst>
          </a:prstGeom>
          <a:solidFill>
            <a:srgbClr val="5B2FD6"/>
          </a:solidFill>
          <a:ln w="9525">
            <a:solidFill>
              <a:srgbClr val="5B2FD6"/>
            </a:solidFill>
            <a:prstDash val="solid"/>
          </a:ln>
        </p:spPr>
      </p:sp>
      <p:sp>
        <p:nvSpPr>
          <p:cNvPr id="19" name="S22_A07_fade_457"/>
          <p:cNvSpPr txBox="1"/>
          <p:nvPr/>
        </p:nvSpPr>
        <p:spPr>
          <a:xfrm>
            <a:off x="868680" y="5486400"/>
            <a:ext cx="6583680" cy="502920"/>
          </a:xfrm>
          <a:prstGeom prst="rect">
            <a:avLst/>
          </a:prstGeom>
          <a:noFill/>
          <a:ln/>
        </p:spPr>
        <p:txBody>
          <a:bodyPr wrap="square" lIns="0" tIns="0" rIns="0" bIns="0" rtlCol="0" anchor="t"/>
          <a:lstStyle/>
          <a:p>
            <a:pPr marL="0" indent="0">
              <a:buNone/>
            </a:pPr>
            <a:r>
              <a:rPr lang="en-US" sz="1150" i="1" dirty="0">
                <a:solidFill>
                  <a:srgbClr val="6E6A85"/>
                </a:solidFill>
                <a:latin typeface="Segoe UI" pitchFamily="34" charset="0"/>
                <a:ea typeface="Segoe UI" pitchFamily="34" charset="-122"/>
                <a:cs typeface="Segoe UI" pitchFamily="34" charset="-120"/>
              </a:rPr>
              <a:t>Les modules essentiels sont opérationnels ; les efforts restants portent sur les derniers tests et l’optimisation.</a:t>
            </a:r>
            <a:endParaRPr lang="en-US" sz="1150" dirty="0"/>
          </a:p>
        </p:txBody>
      </p:sp>
      <p:sp>
        <p:nvSpPr>
          <p:cNvPr id="20" name="Shape 17"/>
          <p:cNvSpPr/>
          <p:nvPr/>
        </p:nvSpPr>
        <p:spPr>
          <a:xfrm>
            <a:off x="8046720" y="1783080"/>
            <a:ext cx="3593592" cy="4389120"/>
          </a:xfrm>
          <a:prstGeom prst="roundRect">
            <a:avLst>
              <a:gd name="adj" fmla="val 4071"/>
            </a:avLst>
          </a:prstGeom>
          <a:solidFill>
            <a:srgbClr val="F3EFFF"/>
          </a:solidFill>
          <a:ln w="12700">
            <a:solidFill>
              <a:srgbClr val="C9B8FF"/>
            </a:solidFill>
            <a:prstDash val="solid"/>
          </a:ln>
        </p:spPr>
      </p:sp>
      <p:graphicFrame>
        <p:nvGraphicFramePr>
          <p:cNvPr id="21" name="Chart 0"/>
          <p:cNvGraphicFramePr/>
          <p:nvPr/>
        </p:nvGraphicFramePr>
        <p:xfrm>
          <a:off x="8430768" y="2011680"/>
          <a:ext cx="2834640" cy="2834640"/>
        </p:xfrm>
        <a:graphic>
          <a:graphicData uri="http://schemas.openxmlformats.org/drawingml/2006/chart">
            <c:chart xmlns:c="http://schemas.openxmlformats.org/drawingml/2006/chart" xmlns:r="http://schemas.openxmlformats.org/officeDocument/2006/relationships" r:id="rId5"/>
          </a:graphicData>
        </a:graphic>
      </p:graphicFrame>
      <p:sp>
        <p:nvSpPr>
          <p:cNvPr id="22" name="S22_A08_zoom_458"/>
          <p:cNvSpPr txBox="1"/>
          <p:nvPr/>
        </p:nvSpPr>
        <p:spPr>
          <a:xfrm>
            <a:off x="8430768" y="3063240"/>
            <a:ext cx="2834640" cy="731520"/>
          </a:xfrm>
          <a:prstGeom prst="rect">
            <a:avLst/>
          </a:prstGeom>
          <a:noFill/>
          <a:ln/>
        </p:spPr>
        <p:txBody>
          <a:bodyPr wrap="square" lIns="0" tIns="0" rIns="0" bIns="0" rtlCol="0" anchor="ctr"/>
          <a:lstStyle/>
          <a:p>
            <a:pPr marL="0" indent="0" algn="ctr">
              <a:buNone/>
            </a:pPr>
            <a:r>
              <a:rPr lang="en-US" sz="3400" dirty="0">
                <a:solidFill>
                  <a:srgbClr val="17132E"/>
                </a:solidFill>
                <a:latin typeface="Segoe UI Black" pitchFamily="34" charset="0"/>
                <a:ea typeface="Segoe UI Black" pitchFamily="34" charset="-122"/>
                <a:cs typeface="Segoe UI Black" pitchFamily="34" charset="-120"/>
              </a:rPr>
              <a:t>90 %</a:t>
            </a:r>
            <a:endParaRPr lang="en-US" sz="3400" dirty="0"/>
          </a:p>
        </p:txBody>
      </p:sp>
      <p:sp>
        <p:nvSpPr>
          <p:cNvPr id="23" name="Text 19"/>
          <p:cNvSpPr txBox="1"/>
          <p:nvPr/>
        </p:nvSpPr>
        <p:spPr>
          <a:xfrm>
            <a:off x="8046720" y="5074920"/>
            <a:ext cx="3593592" cy="274320"/>
          </a:xfrm>
          <a:prstGeom prst="rect">
            <a:avLst/>
          </a:prstGeom>
          <a:noFill/>
          <a:ln/>
        </p:spPr>
        <p:txBody>
          <a:bodyPr wrap="square" lIns="0" tIns="0" rIns="0" bIns="0" rtlCol="0" anchor="t"/>
          <a:lstStyle/>
          <a:p>
            <a:pPr marL="0" indent="0" algn="ctr">
              <a:buNone/>
            </a:pPr>
            <a:r>
              <a:rPr lang="en-US" sz="1000" b="1" kern="0" spc="200" dirty="0">
                <a:solidFill>
                  <a:srgbClr val="5B2FD6"/>
                </a:solidFill>
                <a:latin typeface="Segoe UI" pitchFamily="34" charset="0"/>
                <a:ea typeface="Segoe UI" pitchFamily="34" charset="-122"/>
                <a:cs typeface="Segoe UI" pitchFamily="34" charset="-120"/>
              </a:rPr>
              <a:t>AVANCEMENT GLOBAL</a:t>
            </a:r>
            <a:endParaRPr lang="en-US" sz="1000" dirty="0"/>
          </a:p>
        </p:txBody>
      </p:sp>
      <p:sp>
        <p:nvSpPr>
          <p:cNvPr id="24" name="Text 20"/>
          <p:cNvSpPr txBox="1"/>
          <p:nvPr/>
        </p:nvSpPr>
        <p:spPr>
          <a:xfrm>
            <a:off x="8046720" y="5349240"/>
            <a:ext cx="3593592" cy="274320"/>
          </a:xfrm>
          <a:prstGeom prst="rect">
            <a:avLst/>
          </a:prstGeom>
          <a:noFill/>
          <a:ln/>
        </p:spPr>
        <p:txBody>
          <a:bodyPr wrap="square" lIns="0" tIns="0" rIns="0" bIns="0" rtlCol="0" anchor="t"/>
          <a:lstStyle/>
          <a:p>
            <a:pPr marL="0" indent="0" algn="ctr">
              <a:buNone/>
            </a:pPr>
            <a:r>
              <a:rPr lang="en-US" sz="1100" dirty="0">
                <a:solidFill>
                  <a:srgbClr val="3E3A56"/>
                </a:solidFill>
                <a:latin typeface="Segoe UI" pitchFamily="34" charset="0"/>
                <a:ea typeface="Segoe UI" pitchFamily="34" charset="-122"/>
                <a:cs typeface="Segoe UI" pitchFamily="34" charset="-120"/>
              </a:rPr>
              <a:t>moyenne des trois phases</a:t>
            </a:r>
            <a:endParaRPr lang="en-US" sz="1100" dirty="0"/>
          </a:p>
        </p:txBody>
      </p:sp>
      <p:sp>
        <p:nvSpPr>
          <p:cNvPr id="25" name="!!NavPill"/>
          <p:cNvSpPr/>
          <p:nvPr/>
        </p:nvSpPr>
        <p:spPr>
          <a:xfrm>
            <a:off x="5230368" y="6382512"/>
            <a:ext cx="1097280" cy="274320"/>
          </a:xfrm>
          <a:prstGeom prst="roundRect">
            <a:avLst>
              <a:gd name="adj" fmla="val 50000"/>
            </a:avLst>
          </a:prstGeom>
          <a:solidFill>
            <a:srgbClr val="5B2FD6"/>
          </a:solidFill>
          <a:ln w="9525">
            <a:solidFill>
              <a:srgbClr val="7C5CFF"/>
            </a:solidFill>
            <a:prstDash val="solid"/>
          </a:ln>
        </p:spPr>
      </p:sp>
      <p:sp>
        <p:nvSpPr>
          <p:cNvPr id="26" name="Text 22"/>
          <p:cNvSpPr txBox="1"/>
          <p:nvPr/>
        </p:nvSpPr>
        <p:spPr>
          <a:xfrm>
            <a:off x="54864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Introduction</a:t>
            </a:r>
            <a:endParaRPr lang="en-US" sz="900" dirty="0"/>
          </a:p>
        </p:txBody>
      </p:sp>
      <p:sp>
        <p:nvSpPr>
          <p:cNvPr id="27" name="Text 23"/>
          <p:cNvSpPr txBox="1"/>
          <p:nvPr/>
        </p:nvSpPr>
        <p:spPr>
          <a:xfrm>
            <a:off x="1719072"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Entreprise</a:t>
            </a:r>
            <a:endParaRPr lang="en-US" sz="900" dirty="0"/>
          </a:p>
        </p:txBody>
      </p:sp>
      <p:sp>
        <p:nvSpPr>
          <p:cNvPr id="28" name="Text 24"/>
          <p:cNvSpPr txBox="1"/>
          <p:nvPr/>
        </p:nvSpPr>
        <p:spPr>
          <a:xfrm>
            <a:off x="2889504"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Contexte</a:t>
            </a:r>
            <a:endParaRPr lang="en-US" sz="900" dirty="0"/>
          </a:p>
        </p:txBody>
      </p:sp>
      <p:sp>
        <p:nvSpPr>
          <p:cNvPr id="29" name="Text 25"/>
          <p:cNvSpPr txBox="1"/>
          <p:nvPr/>
        </p:nvSpPr>
        <p:spPr>
          <a:xfrm>
            <a:off x="4059936"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Méthodologie</a:t>
            </a:r>
            <a:endParaRPr lang="en-US" sz="900" dirty="0"/>
          </a:p>
        </p:txBody>
      </p:sp>
      <p:sp>
        <p:nvSpPr>
          <p:cNvPr id="30" name="Text 26"/>
          <p:cNvSpPr txBox="1"/>
          <p:nvPr/>
        </p:nvSpPr>
        <p:spPr>
          <a:xfrm>
            <a:off x="5230368" y="6382512"/>
            <a:ext cx="10972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Segoe UI" pitchFamily="34" charset="0"/>
                <a:ea typeface="Segoe UI" pitchFamily="34" charset="-122"/>
                <a:cs typeface="Segoe UI" pitchFamily="34" charset="-120"/>
              </a:rPr>
              <a:t>Résultats</a:t>
            </a:r>
            <a:endParaRPr lang="en-US" sz="900" dirty="0"/>
          </a:p>
        </p:txBody>
      </p:sp>
      <p:sp>
        <p:nvSpPr>
          <p:cNvPr id="31" name="Text 27"/>
          <p:cNvSpPr txBox="1"/>
          <p:nvPr/>
        </p:nvSpPr>
        <p:spPr>
          <a:xfrm>
            <a:off x="640080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Conclusion</a:t>
            </a:r>
            <a:endParaRPr lang="en-US" sz="900" dirty="0"/>
          </a:p>
        </p:txBody>
      </p:sp>
      <p:sp>
        <p:nvSpPr>
          <p:cNvPr id="32" name="Text 28"/>
          <p:cNvSpPr txBox="1"/>
          <p:nvPr/>
        </p:nvSpPr>
        <p:spPr>
          <a:xfrm>
            <a:off x="8412480" y="6382512"/>
            <a:ext cx="3227832" cy="274320"/>
          </a:xfrm>
          <a:prstGeom prst="rect">
            <a:avLst/>
          </a:prstGeom>
          <a:noFill/>
          <a:ln/>
        </p:spPr>
        <p:txBody>
          <a:bodyPr wrap="square" lIns="0" tIns="0" rIns="0" bIns="0" rtlCol="0" anchor="ctr"/>
          <a:lstStyle/>
          <a:p>
            <a:pPr marL="0" indent="0" algn="r">
              <a:buNone/>
            </a:pPr>
            <a:r>
              <a:rPr lang="en-US" sz="900" dirty="0">
                <a:solidFill>
                  <a:srgbClr val="6E6A85"/>
                </a:solidFill>
                <a:latin typeface="Segoe UI" pitchFamily="34" charset="0"/>
                <a:ea typeface="Segoe UI" pitchFamily="34" charset="-122"/>
                <a:cs typeface="Segoe UI" pitchFamily="34" charset="-120"/>
              </a:rPr>
              <a:t>FEUNOU FOSSO </a:t>
            </a:r>
            <a:r>
              <a:rPr lang="en-US" sz="900" dirty="0" err="1">
                <a:solidFill>
                  <a:srgbClr val="6E6A85"/>
                </a:solidFill>
                <a:latin typeface="Segoe UI" pitchFamily="34" charset="0"/>
                <a:ea typeface="Segoe UI" pitchFamily="34" charset="-122"/>
                <a:cs typeface="Segoe UI" pitchFamily="34" charset="-120"/>
              </a:rPr>
              <a:t>Otniel</a:t>
            </a:r>
            <a:r>
              <a:rPr lang="en-US" sz="900" b="1" dirty="0">
                <a:solidFill>
                  <a:srgbClr val="5B2FD6"/>
                </a:solidFill>
                <a:latin typeface="Segoe UI" pitchFamily="34" charset="0"/>
                <a:ea typeface="Segoe UI" pitchFamily="34" charset="-122"/>
                <a:cs typeface="Segoe UI" pitchFamily="34" charset="-120"/>
              </a:rPr>
              <a:t>   24</a:t>
            </a:r>
            <a:endParaRPr lang="en-US" sz="900" dirty="0"/>
          </a:p>
        </p:txBody>
      </p:sp>
      <mc:AlternateContent xmlns:mc="http://schemas.openxmlformats.org/markup-compatibility/2006">
        <mc:Choice xmlns:am3d="http://schemas.microsoft.com/office/drawing/2017/model3d" Requires="am3d">
          <p:graphicFrame>
            <p:nvGraphicFramePr>
              <p:cNvPr id="33" name="!!GearBig" descr="Engrenage 3D animé">
                <a:extLst>
                  <a:ext uri="{FF2B5EF4-FFF2-40B4-BE49-F238E27FC236}">
                    <a16:creationId xmlns:a16="http://schemas.microsoft.com/office/drawing/2014/main" id="{F5A5150D-3299-45B0-9037-68F05427DCAF}"/>
                  </a:ext>
                </a:extLst>
              </p:cNvPr>
              <p:cNvGraphicFramePr>
                <a:graphicFrameLocks/>
              </p:cNvGraphicFramePr>
              <p:nvPr>
                <p:extLst>
                  <p:ext uri="{D42A27DB-BD31-4B8C-83A1-F6EECF244321}">
                    <p14:modId xmlns:p14="http://schemas.microsoft.com/office/powerpoint/2010/main" val="2891230664"/>
                  </p:ext>
                </p:extLst>
              </p:nvPr>
            </p:nvGraphicFramePr>
            <p:xfrm>
              <a:off x="10195560" y="320040"/>
              <a:ext cx="1097280" cy="1097280"/>
            </p:xfrm>
            <a:graphic>
              <a:graphicData uri="http://schemas.microsoft.com/office/drawing/2017/model3d">
                <am3d:model3d r:embed="rId6" r:link="rId7">
                  <am3d:spPr>
                    <a:xfrm>
                      <a:off x="0" y="0"/>
                      <a:ext cx="1097280" cy="1097280"/>
                    </a:xfrm>
                    <a:prstGeom prst="rect">
                      <a:avLst/>
                    </a:prstGeom>
                  </am3d:spPr>
                  <am3d:camera>
                    <am3d:pos x="0" y="158400000" z="158400000"/>
                    <am3d:up dx="0" dy="36000000" dz="0"/>
                    <am3d:lookAt x="0" y="0" z="0"/>
                    <am3d:perspective fov="660000"/>
                  </am3d:camera>
                  <am3d:trans>
                    <am3d:meterPerModelUnit n="404766" d="1000000"/>
                    <am3d:preTrans dx="0" dy="0" dz="0"/>
                    <am3d:scale>
                      <am3d:sx n="1000000" d="1000000"/>
                      <am3d:sy n="1000000" d="1000000"/>
                      <am3d:sz n="1000000" d="1000000"/>
                    </am3d:scale>
                    <am3d:rot ay="2400000"/>
                    <am3d:postTrans dx="0" dy="0" dz="0"/>
                  </am3d:trans>
                  <am3d:raster rName="Office3DRenderer" rVer="16.0.8326">
                    <am3d:blip r:embed="rId8"/>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3" name="!!GearBig" descr="Engrenage 3D animé">
                <a:extLst>
                  <a:ext uri="{FF2B5EF4-FFF2-40B4-BE49-F238E27FC236}">
                    <a16:creationId xmlns:a16="http://schemas.microsoft.com/office/drawing/2014/main" id="{F5A5150D-3299-45B0-9037-68F05427DCAF}"/>
                  </a:ext>
                </a:extLst>
              </p:cNvPr>
              <p:cNvPicPr>
                <a:picLocks noGrp="1" noRot="1" noChangeAspect="1" noMove="1" noResize="1" noEditPoints="1" noAdjustHandles="1" noChangeArrowheads="1" noChangeShapeType="1" noCrop="1"/>
              </p:cNvPicPr>
              <p:nvPr/>
            </p:nvPicPr>
            <p:blipFill>
              <a:blip r:embed="rId8"/>
              <a:stretch>
                <a:fillRect/>
              </a:stretch>
            </p:blipFill>
            <p:spPr>
              <a:xfrm>
                <a:off x="10195560" y="320040"/>
                <a:ext cx="1097280" cy="109728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34" name="!!GearSmall" descr="Engrenage 3D animé">
                <a:extLst>
                  <a:ext uri="{FF2B5EF4-FFF2-40B4-BE49-F238E27FC236}">
                    <a16:creationId xmlns:a16="http://schemas.microsoft.com/office/drawing/2014/main" id="{DD2F514A-3044-482B-86C5-9F6E22AEBEF9}"/>
                  </a:ext>
                </a:extLst>
              </p:cNvPr>
              <p:cNvGraphicFramePr>
                <a:graphicFrameLocks/>
              </p:cNvGraphicFramePr>
              <p:nvPr>
                <p:extLst>
                  <p:ext uri="{D42A27DB-BD31-4B8C-83A1-F6EECF244321}">
                    <p14:modId xmlns:p14="http://schemas.microsoft.com/office/powerpoint/2010/main" val="4038964250"/>
                  </p:ext>
                </p:extLst>
              </p:nvPr>
            </p:nvGraphicFramePr>
            <p:xfrm>
              <a:off x="11150194" y="742493"/>
              <a:ext cx="779069" cy="779069"/>
            </p:xfrm>
            <a:graphic>
              <a:graphicData uri="http://schemas.microsoft.com/office/drawing/2017/model3d">
                <am3d:model3d r:embed="rId9" r:link="rId10">
                  <am3d:spPr>
                    <a:xfrm>
                      <a:off x="0" y="0"/>
                      <a:ext cx="779069" cy="779069"/>
                    </a:xfrm>
                    <a:prstGeom prst="rect">
                      <a:avLst/>
                    </a:prstGeom>
                  </am3d:spPr>
                  <am3d:camera>
                    <am3d:pos x="0" y="158400000" z="158400000"/>
                    <am3d:up dx="0" dy="36000000" dz="0"/>
                    <am3d:lookAt x="0" y="0" z="0"/>
                    <am3d:perspective fov="660000"/>
                  </am3d:camera>
                  <am3d:trans>
                    <am3d:meterPerModelUnit n="573084" d="1000000"/>
                    <am3d:preTrans dx="0" dy="0" dz="0"/>
                    <am3d:scale>
                      <am3d:sx n="1000000" d="1000000"/>
                      <am3d:sy n="1000000" d="1000000"/>
                      <am3d:sz n="1000000" d="1000000"/>
                    </am3d:scale>
                    <am3d:rot ay="18000000"/>
                    <am3d:postTrans dx="0" dy="0" dz="0"/>
                  </am3d:trans>
                  <am3d:raster rName="Office3DRenderer" rVer="16.0.8326">
                    <am3d:blip r:embed="rId11"/>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4" name="!!GearSmall" descr="Engrenage 3D animé">
                <a:extLst>
                  <a:ext uri="{FF2B5EF4-FFF2-40B4-BE49-F238E27FC236}">
                    <a16:creationId xmlns:a16="http://schemas.microsoft.com/office/drawing/2014/main" id="{DD2F514A-3044-482B-86C5-9F6E22AEBEF9}"/>
                  </a:ext>
                </a:extLst>
              </p:cNvPr>
              <p:cNvPicPr>
                <a:picLocks noGrp="1" noRot="1" noChangeAspect="1" noMove="1" noResize="1" noEditPoints="1" noAdjustHandles="1" noChangeArrowheads="1" noChangeShapeType="1" noCrop="1"/>
              </p:cNvPicPr>
              <p:nvPr/>
            </p:nvPicPr>
            <p:blipFill>
              <a:blip r:embed="rId11"/>
              <a:stretch>
                <a:fillRect/>
              </a:stretch>
            </p:blipFill>
            <p:spPr>
              <a:xfrm>
                <a:off x="11150194" y="742493"/>
                <a:ext cx="779069" cy="779069"/>
              </a:xfrm>
              <a:prstGeom prst="rect">
                <a:avLst/>
              </a:prstGeom>
            </p:spPr>
          </p:pic>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mph" presetSubtype="128" repeatCount="indefinite" fill="hold" nodeType="withEffect">
                                  <p:stCondLst>
                                    <p:cond delay="0"/>
                                  </p:stCondLst>
                                  <p:childTnLst>
                                    <p:animRot by="21600000">
                                      <p:cBhvr>
                                        <p:cTn id="6" dur="16000" fill="hold"/>
                                        <p:tgtEl>
                                          <p:spTgt spid="33"/>
                                        </p:tgtEl>
                                        <p:attrNameLst>
                                          <p:attrName>3d.view.rotation.y</p:attrName>
                                        </p:attrNameLst>
                                      </p:cBhvr>
                                    </p:animRot>
                                  </p:childTnLst>
                                </p:cTn>
                              </p:par>
                              <p:par>
                                <p:cTn id="7" presetID="37" presetClass="emph" presetSubtype="128" repeatCount="indefinite" fill="hold" nodeType="withEffect">
                                  <p:stCondLst>
                                    <p:cond delay="0"/>
                                  </p:stCondLst>
                                  <p:childTnLst>
                                    <p:animRot by="-21600000">
                                      <p:cBhvr>
                                        <p:cTn id="8" dur="10667" fill="hold"/>
                                        <p:tgtEl>
                                          <p:spTgt spid="34"/>
                                        </p:tgtEl>
                                        <p:attrNameLst>
                                          <p:attrName>3d.view.rotation.y</p:attrName>
                                        </p:attrNameLst>
                                      </p:cBhvr>
                                    </p:animRot>
                                  </p:childTnLst>
                                </p:cTn>
                              </p:par>
                              <p:par>
                                <p:cTn id="9" presetID="10" presetClass="entr" presetSubtype="0" fill="hold" nodeType="withEffect">
                                  <p:stCondLst>
                                    <p:cond delay="35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50"/>
                                        <p:tgtEl>
                                          <p:spTgt spid="6"/>
                                        </p:tgtEl>
                                      </p:cBhvr>
                                    </p:animEffect>
                                  </p:childTnLst>
                                </p:cTn>
                              </p:par>
                              <p:par>
                                <p:cTn id="12" presetID="10" presetClass="entr" presetSubtype="0" fill="hold" grpId="0" nodeType="withEffect">
                                  <p:stCondLst>
                                    <p:cond delay="51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50"/>
                                        <p:tgtEl>
                                          <p:spTgt spid="7"/>
                                        </p:tgtEl>
                                      </p:cBhvr>
                                    </p:animEffect>
                                  </p:childTnLst>
                                </p:cTn>
                              </p:par>
                              <p:par>
                                <p:cTn id="15" presetID="10" presetClass="entr" presetSubtype="0" fill="hold" grpId="0" nodeType="withEffect">
                                  <p:stCondLst>
                                    <p:cond delay="51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50"/>
                                        <p:tgtEl>
                                          <p:spTgt spid="8"/>
                                        </p:tgtEl>
                                      </p:cBhvr>
                                    </p:animEffect>
                                  </p:childTnLst>
                                </p:cTn>
                              </p:par>
                              <p:par>
                                <p:cTn id="18" presetID="10" presetClass="entr" presetSubtype="0" fill="hold" nodeType="withEffect">
                                  <p:stCondLst>
                                    <p:cond delay="51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50"/>
                                        <p:tgtEl>
                                          <p:spTgt spid="9"/>
                                        </p:tgtEl>
                                      </p:cBhvr>
                                    </p:animEffect>
                                  </p:childTnLst>
                                </p:cTn>
                              </p:par>
                              <p:par>
                                <p:cTn id="21" presetID="22" presetClass="entr" presetSubtype="8" fill="hold" nodeType="withEffect">
                                  <p:stCondLst>
                                    <p:cond delay="670"/>
                                  </p:stCondLst>
                                  <p:childTnLst>
                                    <p:set>
                                      <p:cBhvr>
                                        <p:cTn id="22" dur="1" fill="hold">
                                          <p:stCondLst>
                                            <p:cond delay="0"/>
                                          </p:stCondLst>
                                        </p:cTn>
                                        <p:tgtEl>
                                          <p:spTgt spid="10"/>
                                        </p:tgtEl>
                                        <p:attrNameLst>
                                          <p:attrName>style.visibility</p:attrName>
                                        </p:attrNameLst>
                                      </p:cBhvr>
                                      <p:to>
                                        <p:strVal val="visible"/>
                                      </p:to>
                                    </p:set>
                                    <p:animEffect transition="in" filter="wipe(left)">
                                      <p:cBhvr>
                                        <p:cTn id="23" dur="500"/>
                                        <p:tgtEl>
                                          <p:spTgt spid="10"/>
                                        </p:tgtEl>
                                      </p:cBhvr>
                                    </p:animEffect>
                                  </p:childTnLst>
                                </p:cTn>
                              </p:par>
                              <p:par>
                                <p:cTn id="24" presetID="10" presetClass="entr" presetSubtype="0" fill="hold" grpId="0" nodeType="withEffect">
                                  <p:stCondLst>
                                    <p:cond delay="83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50"/>
                                        <p:tgtEl>
                                          <p:spTgt spid="11"/>
                                        </p:tgtEl>
                                      </p:cBhvr>
                                    </p:animEffect>
                                  </p:childTnLst>
                                </p:cTn>
                              </p:par>
                              <p:par>
                                <p:cTn id="27" presetID="10" presetClass="entr" presetSubtype="0" fill="hold" grpId="0" nodeType="withEffect">
                                  <p:stCondLst>
                                    <p:cond delay="83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50"/>
                                        <p:tgtEl>
                                          <p:spTgt spid="12"/>
                                        </p:tgtEl>
                                      </p:cBhvr>
                                    </p:animEffect>
                                  </p:childTnLst>
                                </p:cTn>
                              </p:par>
                              <p:par>
                                <p:cTn id="30" presetID="10" presetClass="entr" presetSubtype="0" fill="hold" nodeType="withEffect">
                                  <p:stCondLst>
                                    <p:cond delay="83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50"/>
                                        <p:tgtEl>
                                          <p:spTgt spid="13"/>
                                        </p:tgtEl>
                                      </p:cBhvr>
                                    </p:animEffect>
                                  </p:childTnLst>
                                </p:cTn>
                              </p:par>
                              <p:par>
                                <p:cTn id="33" presetID="22" presetClass="entr" presetSubtype="8" fill="hold" nodeType="withEffect">
                                  <p:stCondLst>
                                    <p:cond delay="990"/>
                                  </p:stCondLst>
                                  <p:childTnLst>
                                    <p:set>
                                      <p:cBhvr>
                                        <p:cTn id="34" dur="1" fill="hold">
                                          <p:stCondLst>
                                            <p:cond delay="0"/>
                                          </p:stCondLst>
                                        </p:cTn>
                                        <p:tgtEl>
                                          <p:spTgt spid="14"/>
                                        </p:tgtEl>
                                        <p:attrNameLst>
                                          <p:attrName>style.visibility</p:attrName>
                                        </p:attrNameLst>
                                      </p:cBhvr>
                                      <p:to>
                                        <p:strVal val="visible"/>
                                      </p:to>
                                    </p:set>
                                    <p:animEffect transition="in" filter="wipe(left)">
                                      <p:cBhvr>
                                        <p:cTn id="35" dur="500"/>
                                        <p:tgtEl>
                                          <p:spTgt spid="14"/>
                                        </p:tgtEl>
                                      </p:cBhvr>
                                    </p:animEffect>
                                  </p:childTnLst>
                                </p:cTn>
                              </p:par>
                              <p:par>
                                <p:cTn id="36" presetID="10" presetClass="entr" presetSubtype="0" fill="hold" grpId="0" nodeType="withEffect">
                                  <p:stCondLst>
                                    <p:cond delay="115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550"/>
                                        <p:tgtEl>
                                          <p:spTgt spid="15"/>
                                        </p:tgtEl>
                                      </p:cBhvr>
                                    </p:animEffect>
                                  </p:childTnLst>
                                </p:cTn>
                              </p:par>
                              <p:par>
                                <p:cTn id="39" presetID="10" presetClass="entr" presetSubtype="0" fill="hold" grpId="0" nodeType="withEffect">
                                  <p:stCondLst>
                                    <p:cond delay="115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550"/>
                                        <p:tgtEl>
                                          <p:spTgt spid="16"/>
                                        </p:tgtEl>
                                      </p:cBhvr>
                                    </p:animEffect>
                                  </p:childTnLst>
                                </p:cTn>
                              </p:par>
                              <p:par>
                                <p:cTn id="42" presetID="10" presetClass="entr" presetSubtype="0" fill="hold" nodeType="withEffect">
                                  <p:stCondLst>
                                    <p:cond delay="115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550"/>
                                        <p:tgtEl>
                                          <p:spTgt spid="17"/>
                                        </p:tgtEl>
                                      </p:cBhvr>
                                    </p:animEffect>
                                  </p:childTnLst>
                                </p:cTn>
                              </p:par>
                              <p:par>
                                <p:cTn id="45" presetID="22" presetClass="entr" presetSubtype="8" fill="hold" nodeType="withEffect">
                                  <p:stCondLst>
                                    <p:cond delay="1310"/>
                                  </p:stCondLst>
                                  <p:childTnLst>
                                    <p:set>
                                      <p:cBhvr>
                                        <p:cTn id="46" dur="1" fill="hold">
                                          <p:stCondLst>
                                            <p:cond delay="0"/>
                                          </p:stCondLst>
                                        </p:cTn>
                                        <p:tgtEl>
                                          <p:spTgt spid="18"/>
                                        </p:tgtEl>
                                        <p:attrNameLst>
                                          <p:attrName>style.visibility</p:attrName>
                                        </p:attrNameLst>
                                      </p:cBhvr>
                                      <p:to>
                                        <p:strVal val="visible"/>
                                      </p:to>
                                    </p:set>
                                    <p:animEffect transition="in" filter="wipe(left)">
                                      <p:cBhvr>
                                        <p:cTn id="47" dur="500"/>
                                        <p:tgtEl>
                                          <p:spTgt spid="18"/>
                                        </p:tgtEl>
                                      </p:cBhvr>
                                    </p:animEffect>
                                  </p:childTnLst>
                                </p:cTn>
                              </p:par>
                              <p:par>
                                <p:cTn id="48" presetID="10" presetClass="entr" presetSubtype="0" fill="hold" grpId="0" nodeType="withEffect">
                                  <p:stCondLst>
                                    <p:cond delay="147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550"/>
                                        <p:tgtEl>
                                          <p:spTgt spid="19"/>
                                        </p:tgtEl>
                                      </p:cBhvr>
                                    </p:animEffect>
                                  </p:childTnLst>
                                </p:cTn>
                              </p:par>
                              <p:par>
                                <p:cTn id="51" presetID="53" presetClass="entr" presetSubtype="16" fill="hold" grpId="0" nodeType="withEffect">
                                  <p:stCondLst>
                                    <p:cond delay="1630"/>
                                  </p:stCondLst>
                                  <p:childTnLst>
                                    <p:set>
                                      <p:cBhvr>
                                        <p:cTn id="52" dur="1" fill="hold">
                                          <p:stCondLst>
                                            <p:cond delay="0"/>
                                          </p:stCondLst>
                                        </p:cTn>
                                        <p:tgtEl>
                                          <p:spTgt spid="22"/>
                                        </p:tgtEl>
                                        <p:attrNameLst>
                                          <p:attrName>style.visibility</p:attrName>
                                        </p:attrNameLst>
                                      </p:cBhvr>
                                      <p:to>
                                        <p:strVal val="visible"/>
                                      </p:to>
                                    </p:set>
                                    <p:anim calcmode="lin" valueType="num">
                                      <p:cBhvr>
                                        <p:cTn id="53" dur="550" fill="hold"/>
                                        <p:tgtEl>
                                          <p:spTgt spid="22"/>
                                        </p:tgtEl>
                                        <p:attrNameLst>
                                          <p:attrName>ppt_w</p:attrName>
                                        </p:attrNameLst>
                                      </p:cBhvr>
                                      <p:tavLst>
                                        <p:tav tm="0">
                                          <p:val>
                                            <p:fltVal val="0"/>
                                          </p:val>
                                        </p:tav>
                                        <p:tav tm="100000">
                                          <p:val>
                                            <p:strVal val="#ppt_w"/>
                                          </p:val>
                                        </p:tav>
                                      </p:tavLst>
                                    </p:anim>
                                    <p:anim calcmode="lin" valueType="num">
                                      <p:cBhvr>
                                        <p:cTn id="54" dur="550" fill="hold"/>
                                        <p:tgtEl>
                                          <p:spTgt spid="22"/>
                                        </p:tgtEl>
                                        <p:attrNameLst>
                                          <p:attrName>ppt_h</p:attrName>
                                        </p:attrNameLst>
                                      </p:cBhvr>
                                      <p:tavLst>
                                        <p:tav tm="0">
                                          <p:val>
                                            <p:fltVal val="0"/>
                                          </p:val>
                                        </p:tav>
                                        <p:tav tm="100000">
                                          <p:val>
                                            <p:strVal val="#ppt_h"/>
                                          </p:val>
                                        </p:tav>
                                      </p:tavLst>
                                    </p:anim>
                                    <p:animEffect transition="in" filter="fade">
                                      <p:cBhvr>
                                        <p:cTn id="55" dur="5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1" grpId="0" animBg="1"/>
      <p:bldP spid="12" grpId="0" animBg="1"/>
      <p:bldP spid="15" grpId="0" animBg="1"/>
      <p:bldP spid="16" grpId="0" animBg="1"/>
      <p:bldP spid="19" grpId="0" animBg="1"/>
      <p:bldP spid="2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Glow" descr="assets/glow_soft.png"/>
          <p:cNvPicPr>
            <a:picLocks noChangeAspect="1"/>
          </p:cNvPicPr>
          <p:nvPr/>
        </p:nvPicPr>
        <p:blipFill>
          <a:blip r:embed="rId4"/>
          <a:stretch>
            <a:fillRect/>
          </a:stretch>
        </p:blipFill>
        <p:spPr>
          <a:xfrm>
            <a:off x="5528462" y="-702259"/>
            <a:ext cx="8229600" cy="8229600"/>
          </a:xfrm>
          <a:prstGeom prst="rect">
            <a:avLst/>
          </a:prstGeom>
        </p:spPr>
      </p:pic>
      <p:sp>
        <p:nvSpPr>
          <p:cNvPr id="3" name="!!Ring1"/>
          <p:cNvSpPr/>
          <p:nvPr/>
        </p:nvSpPr>
        <p:spPr>
          <a:xfrm>
            <a:off x="5923483" y="3182112"/>
            <a:ext cx="7242048" cy="2040941"/>
          </a:xfrm>
          <a:prstGeom prst="ellipse">
            <a:avLst/>
          </a:prstGeom>
          <a:solidFill>
            <a:srgbClr val="5B2FD6">
              <a:alpha val="8000"/>
            </a:srgbClr>
          </a:solidFill>
          <a:ln w="15875">
            <a:solidFill>
              <a:srgbClr val="7C5CFF">
                <a:alpha val="70000"/>
              </a:srgbClr>
            </a:solidFill>
            <a:prstDash val="solid"/>
          </a:ln>
        </p:spPr>
      </p:sp>
      <p:sp>
        <p:nvSpPr>
          <p:cNvPr id="4" name="!!Ring2"/>
          <p:cNvSpPr/>
          <p:nvPr/>
        </p:nvSpPr>
        <p:spPr>
          <a:xfrm>
            <a:off x="5018227" y="3050438"/>
            <a:ext cx="9052560" cy="2633472"/>
          </a:xfrm>
          <a:prstGeom prst="ellipse">
            <a:avLst/>
          </a:prstGeom>
          <a:solidFill>
            <a:srgbClr val="5B2FD6">
              <a:alpha val="0"/>
            </a:srgbClr>
          </a:solidFill>
          <a:ln w="9525">
            <a:solidFill>
              <a:srgbClr val="7C5CFF">
                <a:alpha val="55000"/>
              </a:srgbClr>
            </a:solidFill>
            <a:prstDash val="dash"/>
          </a:ln>
        </p:spPr>
      </p:sp>
      <p:sp>
        <p:nvSpPr>
          <p:cNvPr id="5" name="S23_A00_fade_459"/>
          <p:cNvSpPr txBox="1"/>
          <p:nvPr/>
        </p:nvSpPr>
        <p:spPr>
          <a:xfrm>
            <a:off x="548640" y="960120"/>
            <a:ext cx="2743200" cy="274320"/>
          </a:xfrm>
          <a:prstGeom prst="rect">
            <a:avLst/>
          </a:prstGeom>
          <a:noFill/>
          <a:ln/>
        </p:spPr>
        <p:txBody>
          <a:bodyPr wrap="square" lIns="0" tIns="0" rIns="0" bIns="0" rtlCol="0" anchor="t"/>
          <a:lstStyle/>
          <a:p>
            <a:pPr marL="0" indent="0">
              <a:buNone/>
            </a:pPr>
            <a:r>
              <a:rPr lang="en-US" sz="1200" b="1" kern="0" spc="400" dirty="0">
                <a:solidFill>
                  <a:srgbClr val="5B2FD6"/>
                </a:solidFill>
                <a:latin typeface="Segoe UI" pitchFamily="34" charset="0"/>
                <a:ea typeface="Segoe UI" pitchFamily="34" charset="-122"/>
                <a:cs typeface="Segoe UI" pitchFamily="34" charset="-120"/>
              </a:rPr>
              <a:t>PARTIE</a:t>
            </a:r>
            <a:endParaRPr lang="en-US" sz="1200" dirty="0"/>
          </a:p>
        </p:txBody>
      </p:sp>
      <p:sp>
        <p:nvSpPr>
          <p:cNvPr id="6" name="S23_A01_zoom_460"/>
          <p:cNvSpPr txBox="1"/>
          <p:nvPr/>
        </p:nvSpPr>
        <p:spPr>
          <a:xfrm>
            <a:off x="411480" y="1188720"/>
            <a:ext cx="4572000" cy="1920240"/>
          </a:xfrm>
          <a:prstGeom prst="rect">
            <a:avLst/>
          </a:prstGeom>
          <a:noFill/>
          <a:ln/>
        </p:spPr>
        <p:txBody>
          <a:bodyPr wrap="square" lIns="0" tIns="0" rIns="0" bIns="0" rtlCol="0" anchor="ctr"/>
          <a:lstStyle/>
          <a:p>
            <a:pPr marL="0" indent="0">
              <a:buNone/>
            </a:pPr>
            <a:r>
              <a:rPr lang="en-US" sz="15000" dirty="0">
                <a:solidFill>
                  <a:srgbClr val="5B2FD6"/>
                </a:solidFill>
                <a:latin typeface="Segoe UI Black" pitchFamily="34" charset="0"/>
                <a:ea typeface="Segoe UI Black" pitchFamily="34" charset="-122"/>
                <a:cs typeface="Segoe UI Black" pitchFamily="34" charset="-120"/>
              </a:rPr>
              <a:t>06</a:t>
            </a:r>
            <a:endParaRPr lang="en-US" sz="15000" dirty="0"/>
          </a:p>
        </p:txBody>
      </p:sp>
      <p:sp>
        <p:nvSpPr>
          <p:cNvPr id="7" name="S23_A02_rise_461"/>
          <p:cNvSpPr txBox="1"/>
          <p:nvPr/>
        </p:nvSpPr>
        <p:spPr>
          <a:xfrm>
            <a:off x="548640" y="3246120"/>
            <a:ext cx="6400800" cy="1280160"/>
          </a:xfrm>
          <a:prstGeom prst="rect">
            <a:avLst/>
          </a:prstGeom>
          <a:noFill/>
          <a:ln/>
        </p:spPr>
        <p:txBody>
          <a:bodyPr wrap="square" lIns="0" tIns="0" rIns="0" bIns="0" rtlCol="0" anchor="t"/>
          <a:lstStyle/>
          <a:p>
            <a:pPr marL="0" indent="0">
              <a:buNone/>
            </a:pPr>
            <a:r>
              <a:rPr lang="en-US" sz="3600" dirty="0">
                <a:solidFill>
                  <a:srgbClr val="17132E"/>
                </a:solidFill>
                <a:latin typeface="Segoe UI Semibold" pitchFamily="34" charset="0"/>
                <a:ea typeface="Segoe UI Semibold" pitchFamily="34" charset="-122"/>
                <a:cs typeface="Segoe UI Semibold" pitchFamily="34" charset="-120"/>
              </a:rPr>
              <a:t>Conclusion et perspectives</a:t>
            </a:r>
            <a:endParaRPr lang="en-US" sz="3600" dirty="0"/>
          </a:p>
        </p:txBody>
      </p:sp>
      <p:sp>
        <p:nvSpPr>
          <p:cNvPr id="8" name="S23_A03_fade_462"/>
          <p:cNvSpPr txBox="1"/>
          <p:nvPr/>
        </p:nvSpPr>
        <p:spPr>
          <a:xfrm>
            <a:off x="548640" y="4617720"/>
            <a:ext cx="6400800" cy="731520"/>
          </a:xfrm>
          <a:prstGeom prst="rect">
            <a:avLst/>
          </a:prstGeom>
          <a:noFill/>
          <a:ln/>
        </p:spPr>
        <p:txBody>
          <a:bodyPr wrap="square" lIns="0" tIns="0" rIns="0" bIns="0" rtlCol="0" anchor="t"/>
          <a:lstStyle/>
          <a:p>
            <a:pPr marL="0" indent="0">
              <a:buNone/>
            </a:pPr>
            <a:r>
              <a:rPr lang="en-US" sz="1400" dirty="0">
                <a:solidFill>
                  <a:srgbClr val="3E3A56"/>
                </a:solidFill>
                <a:latin typeface="Segoe UI" pitchFamily="34" charset="0"/>
                <a:ea typeface="Segoe UI" pitchFamily="34" charset="-122"/>
                <a:cs typeface="Segoe UI" pitchFamily="34" charset="-120"/>
              </a:rPr>
              <a:t>Bilan du travail · Évolutions futures</a:t>
            </a:r>
            <a:endParaRPr lang="en-US" sz="1400" dirty="0"/>
          </a:p>
        </p:txBody>
      </p:sp>
      <p:sp>
        <p:nvSpPr>
          <p:cNvPr id="9" name="Text 6"/>
          <p:cNvSpPr txBox="1"/>
          <p:nvPr/>
        </p:nvSpPr>
        <p:spPr>
          <a:xfrm>
            <a:off x="8412480" y="6382512"/>
            <a:ext cx="3227832" cy="274320"/>
          </a:xfrm>
          <a:prstGeom prst="rect">
            <a:avLst/>
          </a:prstGeom>
          <a:noFill/>
          <a:ln/>
        </p:spPr>
        <p:txBody>
          <a:bodyPr wrap="square" lIns="0" tIns="0" rIns="0" bIns="0" rtlCol="0" anchor="ctr"/>
          <a:lstStyle/>
          <a:p>
            <a:pPr marL="0" indent="0" algn="r">
              <a:buNone/>
            </a:pPr>
            <a:r>
              <a:rPr lang="en-US" sz="900" dirty="0">
                <a:solidFill>
                  <a:srgbClr val="6E6A85"/>
                </a:solidFill>
                <a:latin typeface="Segoe UI" pitchFamily="34" charset="0"/>
                <a:ea typeface="Segoe UI" pitchFamily="34" charset="-122"/>
                <a:cs typeface="Segoe UI" pitchFamily="34" charset="-120"/>
              </a:rPr>
              <a:t>FEUNOU FOSSO </a:t>
            </a:r>
            <a:r>
              <a:rPr lang="en-US" sz="900" dirty="0" err="1">
                <a:solidFill>
                  <a:srgbClr val="6E6A85"/>
                </a:solidFill>
                <a:latin typeface="Segoe UI" pitchFamily="34" charset="0"/>
                <a:ea typeface="Segoe UI" pitchFamily="34" charset="-122"/>
                <a:cs typeface="Segoe UI" pitchFamily="34" charset="-120"/>
              </a:rPr>
              <a:t>Otniel</a:t>
            </a:r>
            <a:r>
              <a:rPr lang="en-US" sz="900" b="1" dirty="0">
                <a:solidFill>
                  <a:srgbClr val="5B2FD6"/>
                </a:solidFill>
                <a:latin typeface="Segoe UI" pitchFamily="34" charset="0"/>
                <a:ea typeface="Segoe UI" pitchFamily="34" charset="-122"/>
                <a:cs typeface="Segoe UI" pitchFamily="34" charset="-120"/>
              </a:rPr>
              <a:t>   24</a:t>
            </a:r>
            <a:endParaRPr lang="en-US" sz="900" dirty="0"/>
          </a:p>
        </p:txBody>
      </p:sp>
      <mc:AlternateContent xmlns:mc="http://schemas.openxmlformats.org/markup-compatibility/2006">
        <mc:Choice xmlns:am3d="http://schemas.microsoft.com/office/drawing/2017/model3d" Requires="am3d">
          <p:graphicFrame>
            <p:nvGraphicFramePr>
              <p:cNvPr id="10" name="!!GearBig" descr="Engrenage 3D animé">
                <a:extLst>
                  <a:ext uri="{FF2B5EF4-FFF2-40B4-BE49-F238E27FC236}">
                    <a16:creationId xmlns:a16="http://schemas.microsoft.com/office/drawing/2014/main" id="{669BD2B3-340A-46D1-A1E0-A4111C286ECF}"/>
                  </a:ext>
                </a:extLst>
              </p:cNvPr>
              <p:cNvGraphicFramePr>
                <a:graphicFrameLocks/>
              </p:cNvGraphicFramePr>
              <p:nvPr>
                <p:extLst>
                  <p:ext uri="{D42A27DB-BD31-4B8C-83A1-F6EECF244321}">
                    <p14:modId xmlns:p14="http://schemas.microsoft.com/office/powerpoint/2010/main" val="2904937521"/>
                  </p:ext>
                </p:extLst>
              </p:nvPr>
            </p:nvGraphicFramePr>
            <p:xfrm>
              <a:off x="6812280" y="1371600"/>
              <a:ext cx="3291840" cy="3291840"/>
            </p:xfrm>
            <a:graphic>
              <a:graphicData uri="http://schemas.microsoft.com/office/drawing/2017/model3d">
                <am3d:model3d r:embed="rId5" r:link="rId6">
                  <am3d:spPr>
                    <a:xfrm>
                      <a:off x="0" y="0"/>
                      <a:ext cx="3291840" cy="3291840"/>
                    </a:xfrm>
                    <a:prstGeom prst="rect">
                      <a:avLst/>
                    </a:prstGeom>
                  </am3d:spPr>
                  <am3d:camera>
                    <am3d:pos x="0" y="158400000" z="158400000"/>
                    <am3d:up dx="0" dy="36000000" dz="0"/>
                    <am3d:lookAt x="0" y="0" z="0"/>
                    <am3d:perspective fov="660000"/>
                  </am3d:camera>
                  <am3d:trans>
                    <am3d:meterPerModelUnit n="404766" d="1000000"/>
                    <am3d:preTrans dx="0" dy="0" dz="0"/>
                    <am3d:scale>
                      <am3d:sx n="1000000" d="1000000"/>
                      <am3d:sy n="1000000" d="1000000"/>
                      <am3d:sz n="1000000" d="1000000"/>
                    </am3d:scale>
                    <am3d:rot ay="8400000"/>
                    <am3d:postTrans dx="0" dy="0" dz="0"/>
                  </am3d:trans>
                  <am3d:raster rName="Office3DRenderer" rVer="16.0.8326">
                    <am3d:blip r:embed="rId7"/>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0" name="!!GearBig" descr="Engrenage 3D animé">
                <a:extLst>
                  <a:ext uri="{FF2B5EF4-FFF2-40B4-BE49-F238E27FC236}">
                    <a16:creationId xmlns:a16="http://schemas.microsoft.com/office/drawing/2014/main" id="{669BD2B3-340A-46D1-A1E0-A4111C286ECF}"/>
                  </a:ext>
                </a:extLst>
              </p:cNvPr>
              <p:cNvPicPr>
                <a:picLocks noGrp="1" noRot="1" noChangeAspect="1" noMove="1" noResize="1" noEditPoints="1" noAdjustHandles="1" noChangeArrowheads="1" noChangeShapeType="1" noCrop="1"/>
              </p:cNvPicPr>
              <p:nvPr/>
            </p:nvPicPr>
            <p:blipFill>
              <a:blip r:embed="rId7"/>
              <a:stretch>
                <a:fillRect/>
              </a:stretch>
            </p:blipFill>
            <p:spPr>
              <a:xfrm>
                <a:off x="6812280" y="1371600"/>
                <a:ext cx="3291840" cy="329184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11" name="!!GearSmall" descr="Engrenage 3D animé">
                <a:extLst>
                  <a:ext uri="{FF2B5EF4-FFF2-40B4-BE49-F238E27FC236}">
                    <a16:creationId xmlns:a16="http://schemas.microsoft.com/office/drawing/2014/main" id="{8C14AEF8-E9F4-406E-A048-D879ADA5A4F1}"/>
                  </a:ext>
                </a:extLst>
              </p:cNvPr>
              <p:cNvGraphicFramePr>
                <a:graphicFrameLocks/>
              </p:cNvGraphicFramePr>
              <p:nvPr>
                <p:extLst>
                  <p:ext uri="{D42A27DB-BD31-4B8C-83A1-F6EECF244321}">
                    <p14:modId xmlns:p14="http://schemas.microsoft.com/office/powerpoint/2010/main" val="704456129"/>
                  </p:ext>
                </p:extLst>
              </p:nvPr>
            </p:nvGraphicFramePr>
            <p:xfrm>
              <a:off x="9676181" y="2638958"/>
              <a:ext cx="2337206" cy="2337206"/>
            </p:xfrm>
            <a:graphic>
              <a:graphicData uri="http://schemas.microsoft.com/office/drawing/2017/model3d">
                <am3d:model3d r:embed="rId8" r:link="rId9">
                  <am3d:spPr>
                    <a:xfrm>
                      <a:off x="0" y="0"/>
                      <a:ext cx="2337206" cy="2337206"/>
                    </a:xfrm>
                    <a:prstGeom prst="rect">
                      <a:avLst/>
                    </a:prstGeom>
                  </am3d:spPr>
                  <am3d:camera>
                    <am3d:pos x="0" y="158400000" z="158400000"/>
                    <am3d:up dx="0" dy="36000000" dz="0"/>
                    <am3d:lookAt x="0" y="0" z="0"/>
                    <am3d:perspective fov="660000"/>
                  </am3d:camera>
                  <am3d:trans>
                    <am3d:meterPerModelUnit n="573084" d="1000000"/>
                    <am3d:preTrans dx="0" dy="0" dz="0"/>
                    <am3d:scale>
                      <am3d:sx n="1000000" d="1000000"/>
                      <am3d:sy n="1000000" d="1000000"/>
                      <am3d:sz n="1000000" d="1000000"/>
                    </am3d:scale>
                    <am3d:rot ay="9000000"/>
                    <am3d:postTrans dx="0" dy="0" dz="0"/>
                  </am3d:trans>
                  <am3d:raster rName="Office3DRenderer" rVer="16.0.8326">
                    <am3d:blip r:embed="rId10"/>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1" name="!!GearSmall" descr="Engrenage 3D animé">
                <a:extLst>
                  <a:ext uri="{FF2B5EF4-FFF2-40B4-BE49-F238E27FC236}">
                    <a16:creationId xmlns:a16="http://schemas.microsoft.com/office/drawing/2014/main" id="{8C14AEF8-E9F4-406E-A048-D879ADA5A4F1}"/>
                  </a:ext>
                </a:extLst>
              </p:cNvPr>
              <p:cNvPicPr>
                <a:picLocks noGrp="1" noRot="1" noChangeAspect="1" noMove="1" noResize="1" noEditPoints="1" noAdjustHandles="1" noChangeArrowheads="1" noChangeShapeType="1" noCrop="1"/>
              </p:cNvPicPr>
              <p:nvPr/>
            </p:nvPicPr>
            <p:blipFill>
              <a:blip r:embed="rId10"/>
              <a:stretch>
                <a:fillRect/>
              </a:stretch>
            </p:blipFill>
            <p:spPr>
              <a:xfrm>
                <a:off x="9676181" y="2638958"/>
                <a:ext cx="2337206" cy="2337206"/>
              </a:xfrm>
              <a:prstGeom prst="rect">
                <a:avLst/>
              </a:prstGeom>
            </p:spPr>
          </p:pic>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8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mph" presetSubtype="128" repeatCount="indefinite" fill="hold" nodeType="withEffect">
                                  <p:stCondLst>
                                    <p:cond delay="0"/>
                                  </p:stCondLst>
                                  <p:childTnLst>
                                    <p:animRot by="21600000">
                                      <p:cBhvr>
                                        <p:cTn id="6" dur="10000" fill="hold"/>
                                        <p:tgtEl>
                                          <p:spTgt spid="10"/>
                                        </p:tgtEl>
                                        <p:attrNameLst>
                                          <p:attrName>3d.view.rotation.y</p:attrName>
                                        </p:attrNameLst>
                                      </p:cBhvr>
                                    </p:animRot>
                                  </p:childTnLst>
                                </p:cTn>
                              </p:par>
                              <p:par>
                                <p:cTn id="7" presetID="37" presetClass="emph" presetSubtype="128" repeatCount="indefinite" fill="hold" nodeType="withEffect">
                                  <p:stCondLst>
                                    <p:cond delay="0"/>
                                  </p:stCondLst>
                                  <p:childTnLst>
                                    <p:animRot by="-21600000">
                                      <p:cBhvr>
                                        <p:cTn id="8" dur="6667" fill="hold"/>
                                        <p:tgtEl>
                                          <p:spTgt spid="11"/>
                                        </p:tgtEl>
                                        <p:attrNameLst>
                                          <p:attrName>3d.view.rotation.y</p:attrName>
                                        </p:attrNameLst>
                                      </p:cBhvr>
                                    </p:animRot>
                                  </p:childTnLst>
                                </p:cTn>
                              </p:par>
                              <p:par>
                                <p:cTn id="9" presetID="10" presetClass="entr" presetSubtype="0" fill="hold" grpId="0" nodeType="withEffect">
                                  <p:stCondLst>
                                    <p:cond delay="35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50"/>
                                        <p:tgtEl>
                                          <p:spTgt spid="5"/>
                                        </p:tgtEl>
                                      </p:cBhvr>
                                    </p:animEffect>
                                  </p:childTnLst>
                                </p:cTn>
                              </p:par>
                              <p:par>
                                <p:cTn id="12" presetID="53" presetClass="entr" presetSubtype="16" fill="hold" grpId="0" nodeType="withEffect">
                                  <p:stCondLst>
                                    <p:cond delay="510"/>
                                  </p:stCondLst>
                                  <p:childTnLst>
                                    <p:set>
                                      <p:cBhvr>
                                        <p:cTn id="13" dur="1" fill="hold">
                                          <p:stCondLst>
                                            <p:cond delay="0"/>
                                          </p:stCondLst>
                                        </p:cTn>
                                        <p:tgtEl>
                                          <p:spTgt spid="6"/>
                                        </p:tgtEl>
                                        <p:attrNameLst>
                                          <p:attrName>style.visibility</p:attrName>
                                        </p:attrNameLst>
                                      </p:cBhvr>
                                      <p:to>
                                        <p:strVal val="visible"/>
                                      </p:to>
                                    </p:set>
                                    <p:anim calcmode="lin" valueType="num">
                                      <p:cBhvr>
                                        <p:cTn id="14" dur="550" fill="hold"/>
                                        <p:tgtEl>
                                          <p:spTgt spid="6"/>
                                        </p:tgtEl>
                                        <p:attrNameLst>
                                          <p:attrName>ppt_w</p:attrName>
                                        </p:attrNameLst>
                                      </p:cBhvr>
                                      <p:tavLst>
                                        <p:tav tm="0">
                                          <p:val>
                                            <p:fltVal val="0"/>
                                          </p:val>
                                        </p:tav>
                                        <p:tav tm="100000">
                                          <p:val>
                                            <p:strVal val="#ppt_w"/>
                                          </p:val>
                                        </p:tav>
                                      </p:tavLst>
                                    </p:anim>
                                    <p:anim calcmode="lin" valueType="num">
                                      <p:cBhvr>
                                        <p:cTn id="15" dur="550" fill="hold"/>
                                        <p:tgtEl>
                                          <p:spTgt spid="6"/>
                                        </p:tgtEl>
                                        <p:attrNameLst>
                                          <p:attrName>ppt_h</p:attrName>
                                        </p:attrNameLst>
                                      </p:cBhvr>
                                      <p:tavLst>
                                        <p:tav tm="0">
                                          <p:val>
                                            <p:fltVal val="0"/>
                                          </p:val>
                                        </p:tav>
                                        <p:tav tm="100000">
                                          <p:val>
                                            <p:strVal val="#ppt_h"/>
                                          </p:val>
                                        </p:tav>
                                      </p:tavLst>
                                    </p:anim>
                                    <p:animEffect transition="in" filter="fade">
                                      <p:cBhvr>
                                        <p:cTn id="16" dur="550"/>
                                        <p:tgtEl>
                                          <p:spTgt spid="6"/>
                                        </p:tgtEl>
                                      </p:cBhvr>
                                    </p:animEffect>
                                  </p:childTnLst>
                                </p:cTn>
                              </p:par>
                              <p:par>
                                <p:cTn id="17" presetID="42" presetClass="entr" presetSubtype="0" fill="hold" grpId="0" nodeType="withEffect">
                                  <p:stCondLst>
                                    <p:cond delay="67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50"/>
                                        <p:tgtEl>
                                          <p:spTgt spid="7"/>
                                        </p:tgtEl>
                                      </p:cBhvr>
                                    </p:animEffect>
                                    <p:anim calcmode="lin" valueType="num">
                                      <p:cBhvr>
                                        <p:cTn id="20" dur="550" fill="hold"/>
                                        <p:tgtEl>
                                          <p:spTgt spid="7"/>
                                        </p:tgtEl>
                                        <p:attrNameLst>
                                          <p:attrName>ppt_x</p:attrName>
                                        </p:attrNameLst>
                                      </p:cBhvr>
                                      <p:tavLst>
                                        <p:tav tm="0">
                                          <p:val>
                                            <p:strVal val="#ppt_x"/>
                                          </p:val>
                                        </p:tav>
                                        <p:tav tm="100000">
                                          <p:val>
                                            <p:strVal val="#ppt_x"/>
                                          </p:val>
                                        </p:tav>
                                      </p:tavLst>
                                    </p:anim>
                                    <p:anim calcmode="lin" valueType="num">
                                      <p:cBhvr>
                                        <p:cTn id="21" dur="550" fill="hold"/>
                                        <p:tgtEl>
                                          <p:spTgt spid="7"/>
                                        </p:tgtEl>
                                        <p:attrNameLst>
                                          <p:attrName>ppt_y</p:attrName>
                                        </p:attrNameLst>
                                      </p:cBhvr>
                                      <p:tavLst>
                                        <p:tav tm="0">
                                          <p:val>
                                            <p:strVal val="#ppt_y+.1"/>
                                          </p:val>
                                        </p:tav>
                                        <p:tav tm="100000">
                                          <p:val>
                                            <p:strVal val="#ppt_y"/>
                                          </p:val>
                                        </p:tav>
                                      </p:tavLst>
                                    </p:anim>
                                  </p:childTnLst>
                                </p:cTn>
                              </p:par>
                              <p:par>
                                <p:cTn id="22" presetID="10" presetClass="entr" presetSubtype="0" fill="hold" grpId="0" nodeType="withEffect">
                                  <p:stCondLst>
                                    <p:cond delay="83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Glow" descr="assets/glow_soft.png"/>
          <p:cNvPicPr>
            <a:picLocks noChangeAspect="1"/>
          </p:cNvPicPr>
          <p:nvPr/>
        </p:nvPicPr>
        <p:blipFill>
          <a:blip r:embed="rId4"/>
          <a:stretch>
            <a:fillRect/>
          </a:stretch>
        </p:blipFill>
        <p:spPr>
          <a:xfrm>
            <a:off x="9767621" y="-371246"/>
            <a:ext cx="2743200" cy="2743200"/>
          </a:xfrm>
          <a:prstGeom prst="rect">
            <a:avLst/>
          </a:prstGeom>
        </p:spPr>
      </p:pic>
      <p:sp>
        <p:nvSpPr>
          <p:cNvPr id="3" name="Text 0"/>
          <p:cNvSpPr txBox="1"/>
          <p:nvPr/>
        </p:nvSpPr>
        <p:spPr>
          <a:xfrm>
            <a:off x="548640" y="274320"/>
            <a:ext cx="9692640" cy="256032"/>
          </a:xfrm>
          <a:prstGeom prst="rect">
            <a:avLst/>
          </a:prstGeom>
          <a:noFill/>
          <a:ln/>
        </p:spPr>
        <p:txBody>
          <a:bodyPr wrap="square" lIns="0" tIns="0" rIns="0" bIns="0" rtlCol="0" anchor="t"/>
          <a:lstStyle/>
          <a:p>
            <a:pPr marL="0" indent="0">
              <a:buNone/>
            </a:pPr>
            <a:r>
              <a:rPr lang="en-US" sz="950" i="1" dirty="0">
                <a:solidFill>
                  <a:srgbClr val="6E6A85"/>
                </a:solidFill>
                <a:latin typeface="Segoe UI" pitchFamily="34" charset="0"/>
                <a:ea typeface="Segoe UI" pitchFamily="34" charset="-122"/>
                <a:cs typeface="Segoe UI" pitchFamily="34" charset="-120"/>
              </a:rPr>
              <a:t>Mise en place d’une plateforme intelligente d’assistance au dépannage et de mise en relation avec des techniciens</a:t>
            </a:r>
            <a:endParaRPr lang="en-US" sz="950" dirty="0"/>
          </a:p>
        </p:txBody>
      </p:sp>
      <p:sp>
        <p:nvSpPr>
          <p:cNvPr id="4" name="!!Kicker"/>
          <p:cNvSpPr txBox="1"/>
          <p:nvPr/>
        </p:nvSpPr>
        <p:spPr>
          <a:xfrm>
            <a:off x="548640" y="713232"/>
            <a:ext cx="9692640" cy="274320"/>
          </a:xfrm>
          <a:prstGeom prst="rect">
            <a:avLst/>
          </a:prstGeom>
          <a:noFill/>
          <a:ln/>
        </p:spPr>
        <p:txBody>
          <a:bodyPr wrap="square" lIns="0" tIns="0" rIns="0" bIns="0" rtlCol="0" anchor="t"/>
          <a:lstStyle/>
          <a:p>
            <a:pPr marL="0" indent="0">
              <a:buNone/>
            </a:pPr>
            <a:r>
              <a:rPr lang="en-US" sz="1100" b="1" kern="0" spc="200" dirty="0">
                <a:solidFill>
                  <a:srgbClr val="5B2FD6"/>
                </a:solidFill>
                <a:latin typeface="Segoe UI" pitchFamily="34" charset="0"/>
                <a:ea typeface="Segoe UI" pitchFamily="34" charset="-122"/>
                <a:cs typeface="Segoe UI" pitchFamily="34" charset="-120"/>
              </a:rPr>
              <a:t>06 · CONCLUSION ET PERSPECTIVES</a:t>
            </a:r>
            <a:endParaRPr lang="en-US" sz="1100" dirty="0"/>
          </a:p>
        </p:txBody>
      </p:sp>
      <p:sp>
        <p:nvSpPr>
          <p:cNvPr id="5" name="!!Title"/>
          <p:cNvSpPr txBox="1"/>
          <p:nvPr/>
        </p:nvSpPr>
        <p:spPr>
          <a:xfrm>
            <a:off x="548640" y="987552"/>
            <a:ext cx="9692640" cy="658368"/>
          </a:xfrm>
          <a:prstGeom prst="rect">
            <a:avLst/>
          </a:prstGeom>
          <a:noFill/>
          <a:ln/>
        </p:spPr>
        <p:txBody>
          <a:bodyPr wrap="square" lIns="0" tIns="0" rIns="0" bIns="0" rtlCol="0" anchor="ctr"/>
          <a:lstStyle/>
          <a:p>
            <a:pPr marL="0" indent="0">
              <a:buNone/>
            </a:pPr>
            <a:r>
              <a:rPr lang="en-US" sz="2800" dirty="0">
                <a:solidFill>
                  <a:srgbClr val="17132E"/>
                </a:solidFill>
                <a:latin typeface="Segoe UI Semibold" pitchFamily="34" charset="0"/>
                <a:ea typeface="Segoe UI Semibold" pitchFamily="34" charset="-122"/>
                <a:cs typeface="Segoe UI Semibold" pitchFamily="34" charset="-120"/>
              </a:rPr>
              <a:t>Bilan et perspectives</a:t>
            </a:r>
            <a:endParaRPr lang="en-US" sz="2800" dirty="0"/>
          </a:p>
        </p:txBody>
      </p:sp>
      <p:sp>
        <p:nvSpPr>
          <p:cNvPr id="6" name="S24_A00_rise_463"/>
          <p:cNvSpPr/>
          <p:nvPr/>
        </p:nvSpPr>
        <p:spPr>
          <a:xfrm>
            <a:off x="548640" y="1783080"/>
            <a:ext cx="5394960" cy="4389120"/>
          </a:xfrm>
          <a:prstGeom prst="roundRect">
            <a:avLst>
              <a:gd name="adj" fmla="val 3333"/>
            </a:avLst>
          </a:prstGeom>
          <a:solidFill>
            <a:srgbClr val="FFFFFF"/>
          </a:solidFill>
          <a:ln w="12700">
            <a:solidFill>
              <a:srgbClr val="E4DFF2"/>
            </a:solidFill>
            <a:prstDash val="solid"/>
          </a:ln>
          <a:effectLst>
            <a:outerShdw blurRad="203200" dist="38100" dir="5400000" algn="bl" rotWithShape="0">
              <a:srgbClr val="2A1B6B">
                <a:alpha val="10000"/>
              </a:srgbClr>
            </a:outerShdw>
          </a:effectLst>
        </p:spPr>
      </p:sp>
      <p:sp>
        <p:nvSpPr>
          <p:cNvPr id="7" name="S24_A00_rise_464"/>
          <p:cNvSpPr txBox="1"/>
          <p:nvPr/>
        </p:nvSpPr>
        <p:spPr>
          <a:xfrm>
            <a:off x="868680" y="2057400"/>
            <a:ext cx="4754880" cy="256032"/>
          </a:xfrm>
          <a:prstGeom prst="rect">
            <a:avLst/>
          </a:prstGeom>
          <a:noFill/>
          <a:ln/>
        </p:spPr>
        <p:txBody>
          <a:bodyPr wrap="square" lIns="0" tIns="0" rIns="0" bIns="0" rtlCol="0" anchor="t"/>
          <a:lstStyle/>
          <a:p>
            <a:pPr marL="0" indent="0">
              <a:buNone/>
            </a:pPr>
            <a:r>
              <a:rPr lang="en-US" sz="1000" b="1" kern="0" spc="200" dirty="0">
                <a:solidFill>
                  <a:srgbClr val="5B2FD6"/>
                </a:solidFill>
                <a:latin typeface="Segoe UI" pitchFamily="34" charset="0"/>
                <a:ea typeface="Segoe UI" pitchFamily="34" charset="-122"/>
                <a:cs typeface="Segoe UI" pitchFamily="34" charset="-120"/>
              </a:rPr>
              <a:t>CONCLUSION</a:t>
            </a:r>
            <a:endParaRPr lang="en-US" sz="1000" dirty="0"/>
          </a:p>
        </p:txBody>
      </p:sp>
      <p:sp>
        <p:nvSpPr>
          <p:cNvPr id="8" name="S24_A00_rise_465"/>
          <p:cNvSpPr txBox="1"/>
          <p:nvPr/>
        </p:nvSpPr>
        <p:spPr>
          <a:xfrm>
            <a:off x="868680" y="2468880"/>
            <a:ext cx="4754880" cy="3520440"/>
          </a:xfrm>
          <a:prstGeom prst="rect">
            <a:avLst/>
          </a:prstGeom>
          <a:noFill/>
          <a:ln/>
        </p:spPr>
        <p:txBody>
          <a:bodyPr wrap="square" lIns="0" tIns="0" rIns="0" bIns="0" rtlCol="0" anchor="t"/>
          <a:lstStyle/>
          <a:p>
            <a:pPr marL="0" indent="0">
              <a:lnSpc>
                <a:spcPct val="112000"/>
              </a:lnSpc>
              <a:spcAft>
                <a:spcPts val="1200"/>
              </a:spcAft>
              <a:buNone/>
            </a:pPr>
            <a:r>
              <a:rPr lang="en-US" sz="1500" dirty="0">
                <a:solidFill>
                  <a:srgbClr val="3E3A56"/>
                </a:solidFill>
                <a:latin typeface="Segoe UI" pitchFamily="34" charset="0"/>
                <a:ea typeface="Segoe UI" pitchFamily="34" charset="-122"/>
                <a:cs typeface="Segoe UI" pitchFamily="34" charset="-120"/>
              </a:rPr>
              <a:t>Ce stage chez SANGOTECH SARL nous a permis de concevoir et de réaliser une plateforme qui simplifie le dépannage : l’IA pré-diagnostique la panne, puis le client est mis en relation avec un technicien qualifié et proche, avec devis, paiement mobile et suivi intégrés.</a:t>
            </a:r>
            <a:endParaRPr lang="en-US" sz="1500" dirty="0"/>
          </a:p>
          <a:p>
            <a:pPr marL="0" indent="0">
              <a:lnSpc>
                <a:spcPct val="112000"/>
              </a:lnSpc>
              <a:spcAft>
                <a:spcPts val="1200"/>
              </a:spcAft>
              <a:buNone/>
            </a:pPr>
            <a:r>
              <a:rPr lang="en-US" sz="1500" dirty="0">
                <a:solidFill>
                  <a:srgbClr val="3E3A56"/>
                </a:solidFill>
                <a:latin typeface="Segoe UI" pitchFamily="34" charset="0"/>
                <a:ea typeface="Segoe UI" pitchFamily="34" charset="-122"/>
                <a:cs typeface="Segoe UI" pitchFamily="34" charset="-120"/>
              </a:rPr>
              <a:t>Ce projet a aussi renforcé nos compétences en analyse et conception UML, en développement et en intégration de services externes (IA, paiement, appels).</a:t>
            </a:r>
            <a:endParaRPr lang="en-US" sz="1500" dirty="0"/>
          </a:p>
        </p:txBody>
      </p:sp>
      <p:sp>
        <p:nvSpPr>
          <p:cNvPr id="9" name="S24_A01_zoom_466"/>
          <p:cNvSpPr/>
          <p:nvPr/>
        </p:nvSpPr>
        <p:spPr>
          <a:xfrm>
            <a:off x="6217920" y="1783080"/>
            <a:ext cx="5422392" cy="4389120"/>
          </a:xfrm>
          <a:prstGeom prst="roundRect">
            <a:avLst>
              <a:gd name="adj" fmla="val 3333"/>
            </a:avLst>
          </a:prstGeom>
          <a:solidFill>
            <a:srgbClr val="F3EFFF"/>
          </a:solidFill>
          <a:ln w="12700">
            <a:solidFill>
              <a:srgbClr val="C9B8FF"/>
            </a:solidFill>
            <a:prstDash val="solid"/>
          </a:ln>
        </p:spPr>
      </p:sp>
      <p:sp>
        <p:nvSpPr>
          <p:cNvPr id="10" name="S24_A01_zoom_467"/>
          <p:cNvSpPr txBox="1"/>
          <p:nvPr/>
        </p:nvSpPr>
        <p:spPr>
          <a:xfrm>
            <a:off x="6537960" y="2057400"/>
            <a:ext cx="4572000" cy="256032"/>
          </a:xfrm>
          <a:prstGeom prst="rect">
            <a:avLst/>
          </a:prstGeom>
          <a:noFill/>
          <a:ln/>
        </p:spPr>
        <p:txBody>
          <a:bodyPr wrap="square" lIns="0" tIns="0" rIns="0" bIns="0" rtlCol="0" anchor="t"/>
          <a:lstStyle/>
          <a:p>
            <a:pPr marL="0" indent="0">
              <a:buNone/>
            </a:pPr>
            <a:r>
              <a:rPr lang="en-US" sz="1000" b="1" kern="0" spc="200" dirty="0">
                <a:solidFill>
                  <a:srgbClr val="5B2FD6"/>
                </a:solidFill>
                <a:latin typeface="Segoe UI" pitchFamily="34" charset="0"/>
                <a:ea typeface="Segoe UI" pitchFamily="34" charset="-122"/>
                <a:cs typeface="Segoe UI" pitchFamily="34" charset="-120"/>
              </a:rPr>
              <a:t>PERSPECTIVES</a:t>
            </a:r>
            <a:endParaRPr lang="en-US" sz="1000" dirty="0"/>
          </a:p>
        </p:txBody>
      </p:sp>
      <p:sp>
        <p:nvSpPr>
          <p:cNvPr id="11" name="S24_A02_fly_468"/>
          <p:cNvSpPr/>
          <p:nvPr/>
        </p:nvSpPr>
        <p:spPr>
          <a:xfrm>
            <a:off x="6537960" y="2468880"/>
            <a:ext cx="530352" cy="530352"/>
          </a:xfrm>
          <a:prstGeom prst="ellipse">
            <a:avLst/>
          </a:prstGeom>
          <a:solidFill>
            <a:srgbClr val="9BE15D"/>
          </a:solidFill>
          <a:ln w="9525">
            <a:solidFill>
              <a:srgbClr val="7CC63F"/>
            </a:solidFill>
            <a:prstDash val="solid"/>
          </a:ln>
        </p:spPr>
      </p:sp>
      <p:pic>
        <p:nvPicPr>
          <p:cNvPr id="12" name="S24_A02_fly_469" descr="preencoded.png"/>
          <p:cNvPicPr>
            <a:picLocks noChangeAspect="1"/>
          </p:cNvPicPr>
          <p:nvPr/>
        </p:nvPicPr>
        <p:blipFill>
          <a:blip r:embed="rId5"/>
          <a:stretch>
            <a:fillRect/>
          </a:stretch>
        </p:blipFill>
        <p:spPr>
          <a:xfrm>
            <a:off x="6675852" y="2606772"/>
            <a:ext cx="254569" cy="254569"/>
          </a:xfrm>
          <a:prstGeom prst="rect">
            <a:avLst/>
          </a:prstGeom>
        </p:spPr>
      </p:pic>
      <p:sp>
        <p:nvSpPr>
          <p:cNvPr id="13" name="S24_A02_fly_470"/>
          <p:cNvSpPr txBox="1"/>
          <p:nvPr/>
        </p:nvSpPr>
        <p:spPr>
          <a:xfrm>
            <a:off x="7269480" y="2468880"/>
            <a:ext cx="4160520" cy="530352"/>
          </a:xfrm>
          <a:prstGeom prst="rect">
            <a:avLst/>
          </a:prstGeom>
          <a:noFill/>
          <a:ln/>
        </p:spPr>
        <p:txBody>
          <a:bodyPr wrap="square" lIns="0" tIns="0" rIns="0" bIns="0" rtlCol="0" anchor="ctr"/>
          <a:lstStyle/>
          <a:p>
            <a:pPr marL="0" indent="0">
              <a:buNone/>
            </a:pPr>
            <a:r>
              <a:rPr lang="en-US" sz="1300" dirty="0">
                <a:solidFill>
                  <a:srgbClr val="17132E"/>
                </a:solidFill>
                <a:latin typeface="Segoe UI" pitchFamily="34" charset="0"/>
                <a:ea typeface="Segoe UI" pitchFamily="34" charset="-122"/>
                <a:cs typeface="Segoe UI" pitchFamily="34" charset="-120"/>
              </a:rPr>
              <a:t>Publier l’application sur Google Play et l’App Store</a:t>
            </a:r>
            <a:endParaRPr lang="en-US" sz="1300" dirty="0"/>
          </a:p>
        </p:txBody>
      </p:sp>
      <p:sp>
        <p:nvSpPr>
          <p:cNvPr id="14" name="S24_A03_fly_471"/>
          <p:cNvSpPr/>
          <p:nvPr/>
        </p:nvSpPr>
        <p:spPr>
          <a:xfrm>
            <a:off x="6537960" y="3200400"/>
            <a:ext cx="530352" cy="530352"/>
          </a:xfrm>
          <a:prstGeom prst="ellipse">
            <a:avLst/>
          </a:prstGeom>
          <a:solidFill>
            <a:srgbClr val="9BE15D"/>
          </a:solidFill>
          <a:ln w="9525">
            <a:solidFill>
              <a:srgbClr val="7CC63F"/>
            </a:solidFill>
            <a:prstDash val="solid"/>
          </a:ln>
        </p:spPr>
      </p:sp>
      <p:pic>
        <p:nvPicPr>
          <p:cNvPr id="15" name="S24_A03_fly_472" descr="preencoded.png"/>
          <p:cNvPicPr>
            <a:picLocks noChangeAspect="1"/>
          </p:cNvPicPr>
          <p:nvPr/>
        </p:nvPicPr>
        <p:blipFill>
          <a:blip r:embed="rId6"/>
          <a:stretch>
            <a:fillRect/>
          </a:stretch>
        </p:blipFill>
        <p:spPr>
          <a:xfrm>
            <a:off x="6675852" y="3338292"/>
            <a:ext cx="254569" cy="254569"/>
          </a:xfrm>
          <a:prstGeom prst="rect">
            <a:avLst/>
          </a:prstGeom>
        </p:spPr>
      </p:pic>
      <p:sp>
        <p:nvSpPr>
          <p:cNvPr id="16" name="S24_A03_fly_473"/>
          <p:cNvSpPr txBox="1"/>
          <p:nvPr/>
        </p:nvSpPr>
        <p:spPr>
          <a:xfrm>
            <a:off x="7269480" y="3200400"/>
            <a:ext cx="4160520" cy="530352"/>
          </a:xfrm>
          <a:prstGeom prst="rect">
            <a:avLst/>
          </a:prstGeom>
          <a:noFill/>
          <a:ln/>
        </p:spPr>
        <p:txBody>
          <a:bodyPr wrap="square" lIns="0" tIns="0" rIns="0" bIns="0" rtlCol="0" anchor="ctr"/>
          <a:lstStyle/>
          <a:p>
            <a:pPr marL="0" indent="0">
              <a:buNone/>
            </a:pPr>
            <a:r>
              <a:rPr lang="en-US" sz="1300" dirty="0">
                <a:solidFill>
                  <a:srgbClr val="17132E"/>
                </a:solidFill>
                <a:latin typeface="Segoe UI" pitchFamily="34" charset="0"/>
                <a:ea typeface="Segoe UI" pitchFamily="34" charset="-122"/>
                <a:cs typeface="Segoe UI" pitchFamily="34" charset="-120"/>
              </a:rPr>
              <a:t>Diagnostic IA à partir de photos de la panne</a:t>
            </a:r>
            <a:endParaRPr lang="en-US" sz="1300" dirty="0"/>
          </a:p>
        </p:txBody>
      </p:sp>
      <p:sp>
        <p:nvSpPr>
          <p:cNvPr id="17" name="S24_A04_fly_474"/>
          <p:cNvSpPr/>
          <p:nvPr/>
        </p:nvSpPr>
        <p:spPr>
          <a:xfrm>
            <a:off x="6537960" y="3931920"/>
            <a:ext cx="530352" cy="530352"/>
          </a:xfrm>
          <a:prstGeom prst="ellipse">
            <a:avLst/>
          </a:prstGeom>
          <a:solidFill>
            <a:srgbClr val="9BE15D"/>
          </a:solidFill>
          <a:ln w="9525">
            <a:solidFill>
              <a:srgbClr val="7CC63F"/>
            </a:solidFill>
            <a:prstDash val="solid"/>
          </a:ln>
        </p:spPr>
      </p:sp>
      <p:pic>
        <p:nvPicPr>
          <p:cNvPr id="18" name="S24_A04_fly_475" descr="preencoded.png"/>
          <p:cNvPicPr>
            <a:picLocks noChangeAspect="1"/>
          </p:cNvPicPr>
          <p:nvPr/>
        </p:nvPicPr>
        <p:blipFill>
          <a:blip r:embed="rId7"/>
          <a:stretch>
            <a:fillRect/>
          </a:stretch>
        </p:blipFill>
        <p:spPr>
          <a:xfrm>
            <a:off x="6675852" y="4069812"/>
            <a:ext cx="254569" cy="254569"/>
          </a:xfrm>
          <a:prstGeom prst="rect">
            <a:avLst/>
          </a:prstGeom>
        </p:spPr>
      </p:pic>
      <p:sp>
        <p:nvSpPr>
          <p:cNvPr id="19" name="S24_A04_fly_476"/>
          <p:cNvSpPr txBox="1"/>
          <p:nvPr/>
        </p:nvSpPr>
        <p:spPr>
          <a:xfrm>
            <a:off x="7269480" y="3931920"/>
            <a:ext cx="4160520" cy="530352"/>
          </a:xfrm>
          <a:prstGeom prst="rect">
            <a:avLst/>
          </a:prstGeom>
          <a:noFill/>
          <a:ln/>
        </p:spPr>
        <p:txBody>
          <a:bodyPr wrap="square" lIns="0" tIns="0" rIns="0" bIns="0" rtlCol="0" anchor="ctr"/>
          <a:lstStyle/>
          <a:p>
            <a:pPr marL="0" indent="0">
              <a:buNone/>
            </a:pPr>
            <a:r>
              <a:rPr lang="en-US" sz="1300" dirty="0">
                <a:solidFill>
                  <a:srgbClr val="17132E"/>
                </a:solidFill>
                <a:latin typeface="Segoe UI" pitchFamily="34" charset="0"/>
                <a:ea typeface="Segoe UI" pitchFamily="34" charset="-122"/>
                <a:cs typeface="Segoe UI" pitchFamily="34" charset="-120"/>
              </a:rPr>
              <a:t>Suivi du technicien en temps réel sur la carte</a:t>
            </a:r>
            <a:endParaRPr lang="en-US" sz="1300" dirty="0"/>
          </a:p>
        </p:txBody>
      </p:sp>
      <p:sp>
        <p:nvSpPr>
          <p:cNvPr id="20" name="S24_A05_fly_477"/>
          <p:cNvSpPr/>
          <p:nvPr/>
        </p:nvSpPr>
        <p:spPr>
          <a:xfrm>
            <a:off x="6537960" y="4663440"/>
            <a:ext cx="530352" cy="530352"/>
          </a:xfrm>
          <a:prstGeom prst="ellipse">
            <a:avLst/>
          </a:prstGeom>
          <a:solidFill>
            <a:srgbClr val="9BE15D"/>
          </a:solidFill>
          <a:ln w="9525">
            <a:solidFill>
              <a:srgbClr val="7CC63F"/>
            </a:solidFill>
            <a:prstDash val="solid"/>
          </a:ln>
        </p:spPr>
      </p:sp>
      <p:pic>
        <p:nvPicPr>
          <p:cNvPr id="21" name="S24_A05_fly_478" descr="preencoded.png"/>
          <p:cNvPicPr>
            <a:picLocks noChangeAspect="1"/>
          </p:cNvPicPr>
          <p:nvPr/>
        </p:nvPicPr>
        <p:blipFill>
          <a:blip r:embed="rId8"/>
          <a:stretch>
            <a:fillRect/>
          </a:stretch>
        </p:blipFill>
        <p:spPr>
          <a:xfrm>
            <a:off x="6675852" y="4801332"/>
            <a:ext cx="254569" cy="254569"/>
          </a:xfrm>
          <a:prstGeom prst="rect">
            <a:avLst/>
          </a:prstGeom>
        </p:spPr>
      </p:pic>
      <p:sp>
        <p:nvSpPr>
          <p:cNvPr id="22" name="S24_A05_fly_479"/>
          <p:cNvSpPr txBox="1"/>
          <p:nvPr/>
        </p:nvSpPr>
        <p:spPr>
          <a:xfrm>
            <a:off x="7269480" y="4663440"/>
            <a:ext cx="4160520" cy="530352"/>
          </a:xfrm>
          <a:prstGeom prst="rect">
            <a:avLst/>
          </a:prstGeom>
          <a:noFill/>
          <a:ln/>
        </p:spPr>
        <p:txBody>
          <a:bodyPr wrap="square" lIns="0" tIns="0" rIns="0" bIns="0" rtlCol="0" anchor="ctr"/>
          <a:lstStyle/>
          <a:p>
            <a:pPr marL="0" indent="0">
              <a:buNone/>
            </a:pPr>
            <a:r>
              <a:rPr lang="en-US" sz="1300" dirty="0">
                <a:solidFill>
                  <a:srgbClr val="17132E"/>
                </a:solidFill>
                <a:latin typeface="Segoe UI" pitchFamily="34" charset="0"/>
                <a:ea typeface="Segoe UI" pitchFamily="34" charset="-122"/>
                <a:cs typeface="Segoe UI" pitchFamily="34" charset="-120"/>
              </a:rPr>
              <a:t>Étendre le service à d’autres villes du Cameroun</a:t>
            </a:r>
            <a:endParaRPr lang="en-US" sz="1300" dirty="0"/>
          </a:p>
        </p:txBody>
      </p:sp>
      <p:sp>
        <p:nvSpPr>
          <p:cNvPr id="23" name="S24_A06_fly_480"/>
          <p:cNvSpPr/>
          <p:nvPr/>
        </p:nvSpPr>
        <p:spPr>
          <a:xfrm>
            <a:off x="6537960" y="5394960"/>
            <a:ext cx="530352" cy="530352"/>
          </a:xfrm>
          <a:prstGeom prst="ellipse">
            <a:avLst/>
          </a:prstGeom>
          <a:solidFill>
            <a:srgbClr val="9BE15D"/>
          </a:solidFill>
          <a:ln w="9525">
            <a:solidFill>
              <a:srgbClr val="7CC63F"/>
            </a:solidFill>
            <a:prstDash val="solid"/>
          </a:ln>
        </p:spPr>
      </p:sp>
      <p:pic>
        <p:nvPicPr>
          <p:cNvPr id="24" name="S24_A06_fly_481" descr="preencoded.png"/>
          <p:cNvPicPr>
            <a:picLocks noChangeAspect="1"/>
          </p:cNvPicPr>
          <p:nvPr/>
        </p:nvPicPr>
        <p:blipFill>
          <a:blip r:embed="rId9"/>
          <a:stretch>
            <a:fillRect/>
          </a:stretch>
        </p:blipFill>
        <p:spPr>
          <a:xfrm>
            <a:off x="6675852" y="5532852"/>
            <a:ext cx="254569" cy="254569"/>
          </a:xfrm>
          <a:prstGeom prst="rect">
            <a:avLst/>
          </a:prstGeom>
        </p:spPr>
      </p:pic>
      <p:sp>
        <p:nvSpPr>
          <p:cNvPr id="25" name="S24_A06_fly_482"/>
          <p:cNvSpPr txBox="1"/>
          <p:nvPr/>
        </p:nvSpPr>
        <p:spPr>
          <a:xfrm>
            <a:off x="7269480" y="5394960"/>
            <a:ext cx="4160520" cy="530352"/>
          </a:xfrm>
          <a:prstGeom prst="rect">
            <a:avLst/>
          </a:prstGeom>
          <a:noFill/>
          <a:ln/>
        </p:spPr>
        <p:txBody>
          <a:bodyPr wrap="square" lIns="0" tIns="0" rIns="0" bIns="0" rtlCol="0" anchor="ctr"/>
          <a:lstStyle/>
          <a:p>
            <a:pPr marL="0" indent="0">
              <a:buNone/>
            </a:pPr>
            <a:r>
              <a:rPr lang="en-US" sz="1300" dirty="0">
                <a:solidFill>
                  <a:srgbClr val="17132E"/>
                </a:solidFill>
                <a:latin typeface="Segoe UI" pitchFamily="34" charset="0"/>
                <a:ea typeface="Segoe UI" pitchFamily="34" charset="-122"/>
                <a:cs typeface="Segoe UI" pitchFamily="34" charset="-120"/>
              </a:rPr>
              <a:t>Tableau de bord statistique pour l’administrateur</a:t>
            </a:r>
            <a:endParaRPr lang="en-US" sz="1300" dirty="0"/>
          </a:p>
        </p:txBody>
      </p:sp>
      <p:sp>
        <p:nvSpPr>
          <p:cNvPr id="26" name="!!NavPill"/>
          <p:cNvSpPr/>
          <p:nvPr/>
        </p:nvSpPr>
        <p:spPr>
          <a:xfrm>
            <a:off x="6400800" y="6382512"/>
            <a:ext cx="1097280" cy="274320"/>
          </a:xfrm>
          <a:prstGeom prst="roundRect">
            <a:avLst>
              <a:gd name="adj" fmla="val 50000"/>
            </a:avLst>
          </a:prstGeom>
          <a:solidFill>
            <a:srgbClr val="5B2FD6"/>
          </a:solidFill>
          <a:ln w="9525">
            <a:solidFill>
              <a:srgbClr val="7C5CFF"/>
            </a:solidFill>
            <a:prstDash val="solid"/>
          </a:ln>
        </p:spPr>
      </p:sp>
      <p:sp>
        <p:nvSpPr>
          <p:cNvPr id="27" name="Text 19"/>
          <p:cNvSpPr txBox="1"/>
          <p:nvPr/>
        </p:nvSpPr>
        <p:spPr>
          <a:xfrm>
            <a:off x="548640"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Introduction</a:t>
            </a:r>
            <a:endParaRPr lang="en-US" sz="900" dirty="0"/>
          </a:p>
        </p:txBody>
      </p:sp>
      <p:sp>
        <p:nvSpPr>
          <p:cNvPr id="28" name="Text 20"/>
          <p:cNvSpPr txBox="1"/>
          <p:nvPr/>
        </p:nvSpPr>
        <p:spPr>
          <a:xfrm>
            <a:off x="1719072"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Entreprise</a:t>
            </a:r>
            <a:endParaRPr lang="en-US" sz="900" dirty="0"/>
          </a:p>
        </p:txBody>
      </p:sp>
      <p:sp>
        <p:nvSpPr>
          <p:cNvPr id="29" name="Text 21"/>
          <p:cNvSpPr txBox="1"/>
          <p:nvPr/>
        </p:nvSpPr>
        <p:spPr>
          <a:xfrm>
            <a:off x="2889504"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Contexte</a:t>
            </a:r>
            <a:endParaRPr lang="en-US" sz="900" dirty="0"/>
          </a:p>
        </p:txBody>
      </p:sp>
      <p:sp>
        <p:nvSpPr>
          <p:cNvPr id="30" name="Text 22"/>
          <p:cNvSpPr txBox="1"/>
          <p:nvPr/>
        </p:nvSpPr>
        <p:spPr>
          <a:xfrm>
            <a:off x="4059936"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Méthodologie</a:t>
            </a:r>
            <a:endParaRPr lang="en-US" sz="900" dirty="0"/>
          </a:p>
        </p:txBody>
      </p:sp>
      <p:sp>
        <p:nvSpPr>
          <p:cNvPr id="31" name="Text 23"/>
          <p:cNvSpPr txBox="1"/>
          <p:nvPr/>
        </p:nvSpPr>
        <p:spPr>
          <a:xfrm>
            <a:off x="5230368" y="6382512"/>
            <a:ext cx="1097280" cy="274320"/>
          </a:xfrm>
          <a:prstGeom prst="rect">
            <a:avLst/>
          </a:prstGeom>
          <a:noFill/>
          <a:ln/>
        </p:spPr>
        <p:txBody>
          <a:bodyPr wrap="square" lIns="0" tIns="0" rIns="0" bIns="0" rtlCol="0" anchor="ctr"/>
          <a:lstStyle/>
          <a:p>
            <a:pPr marL="0" indent="0" algn="ctr">
              <a:buNone/>
            </a:pPr>
            <a:r>
              <a:rPr lang="en-US" sz="900" dirty="0">
                <a:solidFill>
                  <a:srgbClr val="6E6A85"/>
                </a:solidFill>
                <a:latin typeface="Segoe UI" pitchFamily="34" charset="0"/>
                <a:ea typeface="Segoe UI" pitchFamily="34" charset="-122"/>
                <a:cs typeface="Segoe UI" pitchFamily="34" charset="-120"/>
              </a:rPr>
              <a:t>Résultats</a:t>
            </a:r>
            <a:endParaRPr lang="en-US" sz="900" dirty="0"/>
          </a:p>
        </p:txBody>
      </p:sp>
      <p:sp>
        <p:nvSpPr>
          <p:cNvPr id="32" name="Text 24"/>
          <p:cNvSpPr txBox="1"/>
          <p:nvPr/>
        </p:nvSpPr>
        <p:spPr>
          <a:xfrm>
            <a:off x="6400800" y="6382512"/>
            <a:ext cx="10972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Segoe UI" pitchFamily="34" charset="0"/>
                <a:ea typeface="Segoe UI" pitchFamily="34" charset="-122"/>
                <a:cs typeface="Segoe UI" pitchFamily="34" charset="-120"/>
              </a:rPr>
              <a:t>Conclusion</a:t>
            </a:r>
            <a:endParaRPr lang="en-US" sz="900" dirty="0"/>
          </a:p>
        </p:txBody>
      </p:sp>
      <p:sp>
        <p:nvSpPr>
          <p:cNvPr id="33" name="Text 25"/>
          <p:cNvSpPr txBox="1"/>
          <p:nvPr/>
        </p:nvSpPr>
        <p:spPr>
          <a:xfrm>
            <a:off x="8412480" y="6382512"/>
            <a:ext cx="3227832" cy="274320"/>
          </a:xfrm>
          <a:prstGeom prst="rect">
            <a:avLst/>
          </a:prstGeom>
          <a:noFill/>
          <a:ln/>
        </p:spPr>
        <p:txBody>
          <a:bodyPr wrap="square" lIns="0" tIns="0" rIns="0" bIns="0" rtlCol="0" anchor="ctr"/>
          <a:lstStyle/>
          <a:p>
            <a:pPr marL="0" indent="0" algn="r">
              <a:buNone/>
            </a:pPr>
            <a:r>
              <a:rPr lang="en-US" sz="900" dirty="0">
                <a:solidFill>
                  <a:srgbClr val="6E6A85"/>
                </a:solidFill>
                <a:latin typeface="Segoe UI" pitchFamily="34" charset="0"/>
                <a:ea typeface="Segoe UI" pitchFamily="34" charset="-122"/>
                <a:cs typeface="Segoe UI" pitchFamily="34" charset="-120"/>
              </a:rPr>
              <a:t>FEUNOU FOSSO </a:t>
            </a:r>
            <a:r>
              <a:rPr lang="en-US" sz="900" dirty="0" err="1">
                <a:solidFill>
                  <a:srgbClr val="6E6A85"/>
                </a:solidFill>
                <a:latin typeface="Segoe UI" pitchFamily="34" charset="0"/>
                <a:ea typeface="Segoe UI" pitchFamily="34" charset="-122"/>
                <a:cs typeface="Segoe UI" pitchFamily="34" charset="-120"/>
              </a:rPr>
              <a:t>Otniel</a:t>
            </a:r>
            <a:r>
              <a:rPr lang="en-US" sz="900" b="1" dirty="0">
                <a:solidFill>
                  <a:srgbClr val="5B2FD6"/>
                </a:solidFill>
                <a:latin typeface="Segoe UI" pitchFamily="34" charset="0"/>
                <a:ea typeface="Segoe UI" pitchFamily="34" charset="-122"/>
                <a:cs typeface="Segoe UI" pitchFamily="34" charset="-120"/>
              </a:rPr>
              <a:t>   26</a:t>
            </a:r>
            <a:endParaRPr lang="en-US" sz="900" dirty="0"/>
          </a:p>
        </p:txBody>
      </p:sp>
      <mc:AlternateContent xmlns:mc="http://schemas.openxmlformats.org/markup-compatibility/2006">
        <mc:Choice xmlns:am3d="http://schemas.microsoft.com/office/drawing/2017/model3d" Requires="am3d">
          <p:graphicFrame>
            <p:nvGraphicFramePr>
              <p:cNvPr id="34" name="!!GearBig" descr="Engrenage 3D animé">
                <a:extLst>
                  <a:ext uri="{FF2B5EF4-FFF2-40B4-BE49-F238E27FC236}">
                    <a16:creationId xmlns:a16="http://schemas.microsoft.com/office/drawing/2014/main" id="{A2B5F843-AABB-4B9D-8E86-A9EB96524F1E}"/>
                  </a:ext>
                </a:extLst>
              </p:cNvPr>
              <p:cNvGraphicFramePr>
                <a:graphicFrameLocks/>
              </p:cNvGraphicFramePr>
              <p:nvPr>
                <p:extLst>
                  <p:ext uri="{D42A27DB-BD31-4B8C-83A1-F6EECF244321}">
                    <p14:modId xmlns:p14="http://schemas.microsoft.com/office/powerpoint/2010/main" val="1451089783"/>
                  </p:ext>
                </p:extLst>
              </p:nvPr>
            </p:nvGraphicFramePr>
            <p:xfrm>
              <a:off x="10195560" y="320040"/>
              <a:ext cx="1097280" cy="1097280"/>
            </p:xfrm>
            <a:graphic>
              <a:graphicData uri="http://schemas.microsoft.com/office/drawing/2017/model3d">
                <am3d:model3d r:embed="rId10" r:link="rId11">
                  <am3d:spPr>
                    <a:xfrm>
                      <a:off x="0" y="0"/>
                      <a:ext cx="1097280" cy="1097280"/>
                    </a:xfrm>
                    <a:prstGeom prst="rect">
                      <a:avLst/>
                    </a:prstGeom>
                  </am3d:spPr>
                  <am3d:camera>
                    <am3d:pos x="0" y="158400000" z="158400000"/>
                    <am3d:up dx="0" dy="36000000" dz="0"/>
                    <am3d:lookAt x="0" y="0" z="0"/>
                    <am3d:perspective fov="660000"/>
                  </am3d:camera>
                  <am3d:trans>
                    <am3d:meterPerModelUnit n="404766" d="1000000"/>
                    <am3d:preTrans dx="0" dy="0" dz="0"/>
                    <am3d:scale>
                      <am3d:sx n="1000000" d="1000000"/>
                      <am3d:sy n="1000000" d="1000000"/>
                      <am3d:sz n="1000000" d="1000000"/>
                    </am3d:scale>
                    <am3d:rot ay="14400000"/>
                    <am3d:postTrans dx="0" dy="0" dz="0"/>
                  </am3d:trans>
                  <am3d:raster rName="Office3DRenderer" rVer="16.0.8326">
                    <am3d:blip r:embed="rId12"/>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4" name="!!GearBig" descr="Engrenage 3D animé">
                <a:extLst>
                  <a:ext uri="{FF2B5EF4-FFF2-40B4-BE49-F238E27FC236}">
                    <a16:creationId xmlns:a16="http://schemas.microsoft.com/office/drawing/2014/main" id="{A2B5F843-AABB-4B9D-8E86-A9EB96524F1E}"/>
                  </a:ext>
                </a:extLst>
              </p:cNvPr>
              <p:cNvPicPr>
                <a:picLocks noGrp="1" noRot="1" noChangeAspect="1" noMove="1" noResize="1" noEditPoints="1" noAdjustHandles="1" noChangeArrowheads="1" noChangeShapeType="1" noCrop="1"/>
              </p:cNvPicPr>
              <p:nvPr/>
            </p:nvPicPr>
            <p:blipFill>
              <a:blip r:embed="rId12"/>
              <a:stretch>
                <a:fillRect/>
              </a:stretch>
            </p:blipFill>
            <p:spPr>
              <a:xfrm>
                <a:off x="10195560" y="320040"/>
                <a:ext cx="1097280" cy="109728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35" name="!!GearSmall" descr="Engrenage 3D animé">
                <a:extLst>
                  <a:ext uri="{FF2B5EF4-FFF2-40B4-BE49-F238E27FC236}">
                    <a16:creationId xmlns:a16="http://schemas.microsoft.com/office/drawing/2014/main" id="{DB5FF58B-3684-40C3-A366-44B41DFD5156}"/>
                  </a:ext>
                </a:extLst>
              </p:cNvPr>
              <p:cNvGraphicFramePr>
                <a:graphicFrameLocks/>
              </p:cNvGraphicFramePr>
              <p:nvPr>
                <p:extLst>
                  <p:ext uri="{D42A27DB-BD31-4B8C-83A1-F6EECF244321}">
                    <p14:modId xmlns:p14="http://schemas.microsoft.com/office/powerpoint/2010/main" val="1954835497"/>
                  </p:ext>
                </p:extLst>
              </p:nvPr>
            </p:nvGraphicFramePr>
            <p:xfrm>
              <a:off x="11150194" y="742493"/>
              <a:ext cx="779069" cy="779069"/>
            </p:xfrm>
            <a:graphic>
              <a:graphicData uri="http://schemas.microsoft.com/office/drawing/2017/model3d">
                <am3d:model3d r:embed="rId13" r:link="rId14">
                  <am3d:spPr>
                    <a:xfrm>
                      <a:off x="0" y="0"/>
                      <a:ext cx="779069" cy="779069"/>
                    </a:xfrm>
                    <a:prstGeom prst="rect">
                      <a:avLst/>
                    </a:prstGeom>
                  </am3d:spPr>
                  <am3d:camera>
                    <am3d:pos x="0" y="158400000" z="158400000"/>
                    <am3d:up dx="0" dy="36000000" dz="0"/>
                    <am3d:lookAt x="0" y="0" z="0"/>
                    <am3d:perspective fov="660000"/>
                  </am3d:camera>
                  <am3d:trans>
                    <am3d:meterPerModelUnit n="573084" d="1000000"/>
                    <am3d:preTrans dx="0" dy="0" dz="0"/>
                    <am3d:scale>
                      <am3d:sx n="1000000" d="1000000"/>
                      <am3d:sy n="1000000" d="1000000"/>
                      <am3d:sz n="1000000" d="1000000"/>
                    </am3d:scale>
                    <am3d:rot/>
                    <am3d:postTrans dx="0" dy="0" dz="0"/>
                  </am3d:trans>
                  <am3d:raster rName="Office3DRenderer" rVer="16.0.8326">
                    <am3d:blip r:embed="rId15"/>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5" name="!!GearSmall" descr="Engrenage 3D animé">
                <a:extLst>
                  <a:ext uri="{FF2B5EF4-FFF2-40B4-BE49-F238E27FC236}">
                    <a16:creationId xmlns:a16="http://schemas.microsoft.com/office/drawing/2014/main" id="{DB5FF58B-3684-40C3-A366-44B41DFD5156}"/>
                  </a:ext>
                </a:extLst>
              </p:cNvPr>
              <p:cNvPicPr>
                <a:picLocks noGrp="1" noRot="1" noChangeAspect="1" noMove="1" noResize="1" noEditPoints="1" noAdjustHandles="1" noChangeArrowheads="1" noChangeShapeType="1" noCrop="1"/>
              </p:cNvPicPr>
              <p:nvPr/>
            </p:nvPicPr>
            <p:blipFill>
              <a:blip r:embed="rId15"/>
              <a:stretch>
                <a:fillRect/>
              </a:stretch>
            </p:blipFill>
            <p:spPr>
              <a:xfrm>
                <a:off x="11150194" y="742493"/>
                <a:ext cx="779069" cy="779069"/>
              </a:xfrm>
              <a:prstGeom prst="rect">
                <a:avLst/>
              </a:prstGeom>
            </p:spPr>
          </p:pic>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mph" presetSubtype="128" repeatCount="indefinite" fill="hold" nodeType="withEffect">
                                  <p:stCondLst>
                                    <p:cond delay="0"/>
                                  </p:stCondLst>
                                  <p:childTnLst>
                                    <p:animRot by="21600000">
                                      <p:cBhvr>
                                        <p:cTn id="6" dur="16000" fill="hold"/>
                                        <p:tgtEl>
                                          <p:spTgt spid="34"/>
                                        </p:tgtEl>
                                        <p:attrNameLst>
                                          <p:attrName>3d.view.rotation.y</p:attrName>
                                        </p:attrNameLst>
                                      </p:cBhvr>
                                    </p:animRot>
                                  </p:childTnLst>
                                </p:cTn>
                              </p:par>
                              <p:par>
                                <p:cTn id="7" presetID="37" presetClass="emph" presetSubtype="128" repeatCount="indefinite" fill="hold" nodeType="withEffect">
                                  <p:stCondLst>
                                    <p:cond delay="0"/>
                                  </p:stCondLst>
                                  <p:childTnLst>
                                    <p:animRot by="-21600000">
                                      <p:cBhvr>
                                        <p:cTn id="8" dur="10667" fill="hold"/>
                                        <p:tgtEl>
                                          <p:spTgt spid="35"/>
                                        </p:tgtEl>
                                        <p:attrNameLst>
                                          <p:attrName>3d.view.rotation.y</p:attrName>
                                        </p:attrNameLst>
                                      </p:cBhvr>
                                    </p:animRot>
                                  </p:childTnLst>
                                </p:cTn>
                              </p:par>
                              <p:par>
                                <p:cTn id="9" presetID="42" presetClass="entr" presetSubtype="0" fill="hold" nodeType="withEffect">
                                  <p:stCondLst>
                                    <p:cond delay="35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50"/>
                                        <p:tgtEl>
                                          <p:spTgt spid="6"/>
                                        </p:tgtEl>
                                      </p:cBhvr>
                                    </p:animEffect>
                                    <p:anim calcmode="lin" valueType="num">
                                      <p:cBhvr>
                                        <p:cTn id="12" dur="550" fill="hold"/>
                                        <p:tgtEl>
                                          <p:spTgt spid="6"/>
                                        </p:tgtEl>
                                        <p:attrNameLst>
                                          <p:attrName>ppt_x</p:attrName>
                                        </p:attrNameLst>
                                      </p:cBhvr>
                                      <p:tavLst>
                                        <p:tav tm="0">
                                          <p:val>
                                            <p:strVal val="#ppt_x"/>
                                          </p:val>
                                        </p:tav>
                                        <p:tav tm="100000">
                                          <p:val>
                                            <p:strVal val="#ppt_x"/>
                                          </p:val>
                                        </p:tav>
                                      </p:tavLst>
                                    </p:anim>
                                    <p:anim calcmode="lin" valueType="num">
                                      <p:cBhvr>
                                        <p:cTn id="13" dur="550" fill="hold"/>
                                        <p:tgtEl>
                                          <p:spTgt spid="6"/>
                                        </p:tgtEl>
                                        <p:attrNameLst>
                                          <p:attrName>ppt_y</p:attrName>
                                        </p:attrNameLst>
                                      </p:cBhvr>
                                      <p:tavLst>
                                        <p:tav tm="0">
                                          <p:val>
                                            <p:strVal val="#ppt_y+.1"/>
                                          </p:val>
                                        </p:tav>
                                        <p:tav tm="100000">
                                          <p:val>
                                            <p:strVal val="#ppt_y"/>
                                          </p:val>
                                        </p:tav>
                                      </p:tavLst>
                                    </p:anim>
                                  </p:childTnLst>
                                </p:cTn>
                              </p:par>
                              <p:par>
                                <p:cTn id="14" presetID="42" presetClass="entr" presetSubtype="0" fill="hold" grpId="0" nodeType="withEffect">
                                  <p:stCondLst>
                                    <p:cond delay="35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50"/>
                                        <p:tgtEl>
                                          <p:spTgt spid="7"/>
                                        </p:tgtEl>
                                      </p:cBhvr>
                                    </p:animEffect>
                                    <p:anim calcmode="lin" valueType="num">
                                      <p:cBhvr>
                                        <p:cTn id="17" dur="550" fill="hold"/>
                                        <p:tgtEl>
                                          <p:spTgt spid="7"/>
                                        </p:tgtEl>
                                        <p:attrNameLst>
                                          <p:attrName>ppt_x</p:attrName>
                                        </p:attrNameLst>
                                      </p:cBhvr>
                                      <p:tavLst>
                                        <p:tav tm="0">
                                          <p:val>
                                            <p:strVal val="#ppt_x"/>
                                          </p:val>
                                        </p:tav>
                                        <p:tav tm="100000">
                                          <p:val>
                                            <p:strVal val="#ppt_x"/>
                                          </p:val>
                                        </p:tav>
                                      </p:tavLst>
                                    </p:anim>
                                    <p:anim calcmode="lin" valueType="num">
                                      <p:cBhvr>
                                        <p:cTn id="18" dur="550" fill="hold"/>
                                        <p:tgtEl>
                                          <p:spTgt spid="7"/>
                                        </p:tgtEl>
                                        <p:attrNameLst>
                                          <p:attrName>ppt_y</p:attrName>
                                        </p:attrNameLst>
                                      </p:cBhvr>
                                      <p:tavLst>
                                        <p:tav tm="0">
                                          <p:val>
                                            <p:strVal val="#ppt_y+.1"/>
                                          </p:val>
                                        </p:tav>
                                        <p:tav tm="100000">
                                          <p:val>
                                            <p:strVal val="#ppt_y"/>
                                          </p:val>
                                        </p:tav>
                                      </p:tavLst>
                                    </p:anim>
                                  </p:childTnLst>
                                </p:cTn>
                              </p:par>
                              <p:par>
                                <p:cTn id="19" presetID="42" presetClass="entr" presetSubtype="0" fill="hold" grpId="0" nodeType="withEffect">
                                  <p:stCondLst>
                                    <p:cond delay="35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50"/>
                                        <p:tgtEl>
                                          <p:spTgt spid="8"/>
                                        </p:tgtEl>
                                      </p:cBhvr>
                                    </p:animEffect>
                                    <p:anim calcmode="lin" valueType="num">
                                      <p:cBhvr>
                                        <p:cTn id="22" dur="550" fill="hold"/>
                                        <p:tgtEl>
                                          <p:spTgt spid="8"/>
                                        </p:tgtEl>
                                        <p:attrNameLst>
                                          <p:attrName>ppt_x</p:attrName>
                                        </p:attrNameLst>
                                      </p:cBhvr>
                                      <p:tavLst>
                                        <p:tav tm="0">
                                          <p:val>
                                            <p:strVal val="#ppt_x"/>
                                          </p:val>
                                        </p:tav>
                                        <p:tav tm="100000">
                                          <p:val>
                                            <p:strVal val="#ppt_x"/>
                                          </p:val>
                                        </p:tav>
                                      </p:tavLst>
                                    </p:anim>
                                    <p:anim calcmode="lin" valueType="num">
                                      <p:cBhvr>
                                        <p:cTn id="23" dur="550" fill="hold"/>
                                        <p:tgtEl>
                                          <p:spTgt spid="8"/>
                                        </p:tgtEl>
                                        <p:attrNameLst>
                                          <p:attrName>ppt_y</p:attrName>
                                        </p:attrNameLst>
                                      </p:cBhvr>
                                      <p:tavLst>
                                        <p:tav tm="0">
                                          <p:val>
                                            <p:strVal val="#ppt_y+.1"/>
                                          </p:val>
                                        </p:tav>
                                        <p:tav tm="100000">
                                          <p:val>
                                            <p:strVal val="#ppt_y"/>
                                          </p:val>
                                        </p:tav>
                                      </p:tavLst>
                                    </p:anim>
                                  </p:childTnLst>
                                </p:cTn>
                              </p:par>
                              <p:par>
                                <p:cTn id="24" presetID="53" presetClass="entr" presetSubtype="16" fill="hold" nodeType="withEffect">
                                  <p:stCondLst>
                                    <p:cond delay="510"/>
                                  </p:stCondLst>
                                  <p:childTnLst>
                                    <p:set>
                                      <p:cBhvr>
                                        <p:cTn id="25" dur="1" fill="hold">
                                          <p:stCondLst>
                                            <p:cond delay="0"/>
                                          </p:stCondLst>
                                        </p:cTn>
                                        <p:tgtEl>
                                          <p:spTgt spid="9"/>
                                        </p:tgtEl>
                                        <p:attrNameLst>
                                          <p:attrName>style.visibility</p:attrName>
                                        </p:attrNameLst>
                                      </p:cBhvr>
                                      <p:to>
                                        <p:strVal val="visible"/>
                                      </p:to>
                                    </p:set>
                                    <p:anim calcmode="lin" valueType="num">
                                      <p:cBhvr>
                                        <p:cTn id="26" dur="550" fill="hold"/>
                                        <p:tgtEl>
                                          <p:spTgt spid="9"/>
                                        </p:tgtEl>
                                        <p:attrNameLst>
                                          <p:attrName>ppt_w</p:attrName>
                                        </p:attrNameLst>
                                      </p:cBhvr>
                                      <p:tavLst>
                                        <p:tav tm="0">
                                          <p:val>
                                            <p:fltVal val="0"/>
                                          </p:val>
                                        </p:tav>
                                        <p:tav tm="100000">
                                          <p:val>
                                            <p:strVal val="#ppt_w"/>
                                          </p:val>
                                        </p:tav>
                                      </p:tavLst>
                                    </p:anim>
                                    <p:anim calcmode="lin" valueType="num">
                                      <p:cBhvr>
                                        <p:cTn id="27" dur="550" fill="hold"/>
                                        <p:tgtEl>
                                          <p:spTgt spid="9"/>
                                        </p:tgtEl>
                                        <p:attrNameLst>
                                          <p:attrName>ppt_h</p:attrName>
                                        </p:attrNameLst>
                                      </p:cBhvr>
                                      <p:tavLst>
                                        <p:tav tm="0">
                                          <p:val>
                                            <p:fltVal val="0"/>
                                          </p:val>
                                        </p:tav>
                                        <p:tav tm="100000">
                                          <p:val>
                                            <p:strVal val="#ppt_h"/>
                                          </p:val>
                                        </p:tav>
                                      </p:tavLst>
                                    </p:anim>
                                    <p:animEffect transition="in" filter="fade">
                                      <p:cBhvr>
                                        <p:cTn id="28" dur="550"/>
                                        <p:tgtEl>
                                          <p:spTgt spid="9"/>
                                        </p:tgtEl>
                                      </p:cBhvr>
                                    </p:animEffect>
                                  </p:childTnLst>
                                </p:cTn>
                              </p:par>
                              <p:par>
                                <p:cTn id="29" presetID="53" presetClass="entr" presetSubtype="16" fill="hold" grpId="0" nodeType="withEffect">
                                  <p:stCondLst>
                                    <p:cond delay="510"/>
                                  </p:stCondLst>
                                  <p:childTnLst>
                                    <p:set>
                                      <p:cBhvr>
                                        <p:cTn id="30" dur="1" fill="hold">
                                          <p:stCondLst>
                                            <p:cond delay="0"/>
                                          </p:stCondLst>
                                        </p:cTn>
                                        <p:tgtEl>
                                          <p:spTgt spid="10"/>
                                        </p:tgtEl>
                                        <p:attrNameLst>
                                          <p:attrName>style.visibility</p:attrName>
                                        </p:attrNameLst>
                                      </p:cBhvr>
                                      <p:to>
                                        <p:strVal val="visible"/>
                                      </p:to>
                                    </p:set>
                                    <p:anim calcmode="lin" valueType="num">
                                      <p:cBhvr>
                                        <p:cTn id="31" dur="550" fill="hold"/>
                                        <p:tgtEl>
                                          <p:spTgt spid="10"/>
                                        </p:tgtEl>
                                        <p:attrNameLst>
                                          <p:attrName>ppt_w</p:attrName>
                                        </p:attrNameLst>
                                      </p:cBhvr>
                                      <p:tavLst>
                                        <p:tav tm="0">
                                          <p:val>
                                            <p:fltVal val="0"/>
                                          </p:val>
                                        </p:tav>
                                        <p:tav tm="100000">
                                          <p:val>
                                            <p:strVal val="#ppt_w"/>
                                          </p:val>
                                        </p:tav>
                                      </p:tavLst>
                                    </p:anim>
                                    <p:anim calcmode="lin" valueType="num">
                                      <p:cBhvr>
                                        <p:cTn id="32" dur="550" fill="hold"/>
                                        <p:tgtEl>
                                          <p:spTgt spid="10"/>
                                        </p:tgtEl>
                                        <p:attrNameLst>
                                          <p:attrName>ppt_h</p:attrName>
                                        </p:attrNameLst>
                                      </p:cBhvr>
                                      <p:tavLst>
                                        <p:tav tm="0">
                                          <p:val>
                                            <p:fltVal val="0"/>
                                          </p:val>
                                        </p:tav>
                                        <p:tav tm="100000">
                                          <p:val>
                                            <p:strVal val="#ppt_h"/>
                                          </p:val>
                                        </p:tav>
                                      </p:tavLst>
                                    </p:anim>
                                    <p:animEffect transition="in" filter="fade">
                                      <p:cBhvr>
                                        <p:cTn id="33" dur="550"/>
                                        <p:tgtEl>
                                          <p:spTgt spid="10"/>
                                        </p:tgtEl>
                                      </p:cBhvr>
                                    </p:animEffect>
                                  </p:childTnLst>
                                </p:cTn>
                              </p:par>
                              <p:par>
                                <p:cTn id="34" presetID="2" presetClass="entr" presetSubtype="2" fill="hold" nodeType="withEffect">
                                  <p:stCondLst>
                                    <p:cond delay="670"/>
                                  </p:stCondLst>
                                  <p:childTnLst>
                                    <p:set>
                                      <p:cBhvr>
                                        <p:cTn id="35" dur="1" fill="hold">
                                          <p:stCondLst>
                                            <p:cond delay="0"/>
                                          </p:stCondLst>
                                        </p:cTn>
                                        <p:tgtEl>
                                          <p:spTgt spid="11"/>
                                        </p:tgtEl>
                                        <p:attrNameLst>
                                          <p:attrName>style.visibility</p:attrName>
                                        </p:attrNameLst>
                                      </p:cBhvr>
                                      <p:to>
                                        <p:strVal val="visible"/>
                                      </p:to>
                                    </p:set>
                                    <p:anim calcmode="lin" valueType="num">
                                      <p:cBhvr additive="base">
                                        <p:cTn id="36" dur="500" fill="hold"/>
                                        <p:tgtEl>
                                          <p:spTgt spid="11"/>
                                        </p:tgtEl>
                                        <p:attrNameLst>
                                          <p:attrName>ppt_x</p:attrName>
                                        </p:attrNameLst>
                                      </p:cBhvr>
                                      <p:tavLst>
                                        <p:tav tm="0">
                                          <p:val>
                                            <p:strVal val="1+#ppt_w/2"/>
                                          </p:val>
                                        </p:tav>
                                        <p:tav tm="100000">
                                          <p:val>
                                            <p:strVal val="#ppt_x"/>
                                          </p:val>
                                        </p:tav>
                                      </p:tavLst>
                                    </p:anim>
                                    <p:anim calcmode="lin" valueType="num">
                                      <p:cBhvr additive="base">
                                        <p:cTn id="37" dur="500" fill="hold"/>
                                        <p:tgtEl>
                                          <p:spTgt spid="11"/>
                                        </p:tgtEl>
                                        <p:attrNameLst>
                                          <p:attrName>ppt_y</p:attrName>
                                        </p:attrNameLst>
                                      </p:cBhvr>
                                      <p:tavLst>
                                        <p:tav tm="0">
                                          <p:val>
                                            <p:strVal val="#ppt_y"/>
                                          </p:val>
                                        </p:tav>
                                        <p:tav tm="100000">
                                          <p:val>
                                            <p:strVal val="#ppt_y"/>
                                          </p:val>
                                        </p:tav>
                                      </p:tavLst>
                                    </p:anim>
                                  </p:childTnLst>
                                </p:cTn>
                              </p:par>
                              <p:par>
                                <p:cTn id="38" presetID="2" presetClass="entr" presetSubtype="2" fill="hold" nodeType="withEffect">
                                  <p:stCondLst>
                                    <p:cond delay="670"/>
                                  </p:stCondLst>
                                  <p:childTnLst>
                                    <p:set>
                                      <p:cBhvr>
                                        <p:cTn id="39" dur="1" fill="hold">
                                          <p:stCondLst>
                                            <p:cond delay="0"/>
                                          </p:stCondLst>
                                        </p:cTn>
                                        <p:tgtEl>
                                          <p:spTgt spid="12"/>
                                        </p:tgtEl>
                                        <p:attrNameLst>
                                          <p:attrName>style.visibility</p:attrName>
                                        </p:attrNameLst>
                                      </p:cBhvr>
                                      <p:to>
                                        <p:strVal val="visible"/>
                                      </p:to>
                                    </p:set>
                                    <p:anim calcmode="lin" valueType="num">
                                      <p:cBhvr additive="base">
                                        <p:cTn id="40" dur="500" fill="hold"/>
                                        <p:tgtEl>
                                          <p:spTgt spid="12"/>
                                        </p:tgtEl>
                                        <p:attrNameLst>
                                          <p:attrName>ppt_x</p:attrName>
                                        </p:attrNameLst>
                                      </p:cBhvr>
                                      <p:tavLst>
                                        <p:tav tm="0">
                                          <p:val>
                                            <p:strVal val="1+#ppt_w/2"/>
                                          </p:val>
                                        </p:tav>
                                        <p:tav tm="100000">
                                          <p:val>
                                            <p:strVal val="#ppt_x"/>
                                          </p:val>
                                        </p:tav>
                                      </p:tavLst>
                                    </p:anim>
                                    <p:anim calcmode="lin" valueType="num">
                                      <p:cBhvr additive="base">
                                        <p:cTn id="41" dur="500" fill="hold"/>
                                        <p:tgtEl>
                                          <p:spTgt spid="12"/>
                                        </p:tgtEl>
                                        <p:attrNameLst>
                                          <p:attrName>ppt_y</p:attrName>
                                        </p:attrNameLst>
                                      </p:cBhvr>
                                      <p:tavLst>
                                        <p:tav tm="0">
                                          <p:val>
                                            <p:strVal val="#ppt_y"/>
                                          </p:val>
                                        </p:tav>
                                        <p:tav tm="100000">
                                          <p:val>
                                            <p:strVal val="#ppt_y"/>
                                          </p:val>
                                        </p:tav>
                                      </p:tavLst>
                                    </p:anim>
                                  </p:childTnLst>
                                </p:cTn>
                              </p:par>
                              <p:par>
                                <p:cTn id="42" presetID="2" presetClass="entr" presetSubtype="2" fill="hold" grpId="0" nodeType="withEffect">
                                  <p:stCondLst>
                                    <p:cond delay="670"/>
                                  </p:stCondLst>
                                  <p:childTnLst>
                                    <p:set>
                                      <p:cBhvr>
                                        <p:cTn id="43" dur="1" fill="hold">
                                          <p:stCondLst>
                                            <p:cond delay="0"/>
                                          </p:stCondLst>
                                        </p:cTn>
                                        <p:tgtEl>
                                          <p:spTgt spid="13"/>
                                        </p:tgtEl>
                                        <p:attrNameLst>
                                          <p:attrName>style.visibility</p:attrName>
                                        </p:attrNameLst>
                                      </p:cBhvr>
                                      <p:to>
                                        <p:strVal val="visible"/>
                                      </p:to>
                                    </p:set>
                                    <p:anim calcmode="lin" valueType="num">
                                      <p:cBhvr additive="base">
                                        <p:cTn id="44" dur="500" fill="hold"/>
                                        <p:tgtEl>
                                          <p:spTgt spid="13"/>
                                        </p:tgtEl>
                                        <p:attrNameLst>
                                          <p:attrName>ppt_x</p:attrName>
                                        </p:attrNameLst>
                                      </p:cBhvr>
                                      <p:tavLst>
                                        <p:tav tm="0">
                                          <p:val>
                                            <p:strVal val="1+#ppt_w/2"/>
                                          </p:val>
                                        </p:tav>
                                        <p:tav tm="100000">
                                          <p:val>
                                            <p:strVal val="#ppt_x"/>
                                          </p:val>
                                        </p:tav>
                                      </p:tavLst>
                                    </p:anim>
                                    <p:anim calcmode="lin" valueType="num">
                                      <p:cBhvr additive="base">
                                        <p:cTn id="45" dur="500" fill="hold"/>
                                        <p:tgtEl>
                                          <p:spTgt spid="13"/>
                                        </p:tgtEl>
                                        <p:attrNameLst>
                                          <p:attrName>ppt_y</p:attrName>
                                        </p:attrNameLst>
                                      </p:cBhvr>
                                      <p:tavLst>
                                        <p:tav tm="0">
                                          <p:val>
                                            <p:strVal val="#ppt_y"/>
                                          </p:val>
                                        </p:tav>
                                        <p:tav tm="100000">
                                          <p:val>
                                            <p:strVal val="#ppt_y"/>
                                          </p:val>
                                        </p:tav>
                                      </p:tavLst>
                                    </p:anim>
                                  </p:childTnLst>
                                </p:cTn>
                              </p:par>
                              <p:par>
                                <p:cTn id="46" presetID="2" presetClass="entr" presetSubtype="2" fill="hold" nodeType="withEffect">
                                  <p:stCondLst>
                                    <p:cond delay="830"/>
                                  </p:stCondLst>
                                  <p:childTnLst>
                                    <p:set>
                                      <p:cBhvr>
                                        <p:cTn id="47" dur="1" fill="hold">
                                          <p:stCondLst>
                                            <p:cond delay="0"/>
                                          </p:stCondLst>
                                        </p:cTn>
                                        <p:tgtEl>
                                          <p:spTgt spid="14"/>
                                        </p:tgtEl>
                                        <p:attrNameLst>
                                          <p:attrName>style.visibility</p:attrName>
                                        </p:attrNameLst>
                                      </p:cBhvr>
                                      <p:to>
                                        <p:strVal val="visible"/>
                                      </p:to>
                                    </p:set>
                                    <p:anim calcmode="lin" valueType="num">
                                      <p:cBhvr additive="base">
                                        <p:cTn id="48" dur="500" fill="hold"/>
                                        <p:tgtEl>
                                          <p:spTgt spid="14"/>
                                        </p:tgtEl>
                                        <p:attrNameLst>
                                          <p:attrName>ppt_x</p:attrName>
                                        </p:attrNameLst>
                                      </p:cBhvr>
                                      <p:tavLst>
                                        <p:tav tm="0">
                                          <p:val>
                                            <p:strVal val="1+#ppt_w/2"/>
                                          </p:val>
                                        </p:tav>
                                        <p:tav tm="100000">
                                          <p:val>
                                            <p:strVal val="#ppt_x"/>
                                          </p:val>
                                        </p:tav>
                                      </p:tavLst>
                                    </p:anim>
                                    <p:anim calcmode="lin" valueType="num">
                                      <p:cBhvr additive="base">
                                        <p:cTn id="49" dur="500" fill="hold"/>
                                        <p:tgtEl>
                                          <p:spTgt spid="14"/>
                                        </p:tgtEl>
                                        <p:attrNameLst>
                                          <p:attrName>ppt_y</p:attrName>
                                        </p:attrNameLst>
                                      </p:cBhvr>
                                      <p:tavLst>
                                        <p:tav tm="0">
                                          <p:val>
                                            <p:strVal val="#ppt_y"/>
                                          </p:val>
                                        </p:tav>
                                        <p:tav tm="100000">
                                          <p:val>
                                            <p:strVal val="#ppt_y"/>
                                          </p:val>
                                        </p:tav>
                                      </p:tavLst>
                                    </p:anim>
                                  </p:childTnLst>
                                </p:cTn>
                              </p:par>
                              <p:par>
                                <p:cTn id="50" presetID="2" presetClass="entr" presetSubtype="2" fill="hold" nodeType="withEffect">
                                  <p:stCondLst>
                                    <p:cond delay="830"/>
                                  </p:stCondLst>
                                  <p:childTnLst>
                                    <p:set>
                                      <p:cBhvr>
                                        <p:cTn id="51" dur="1" fill="hold">
                                          <p:stCondLst>
                                            <p:cond delay="0"/>
                                          </p:stCondLst>
                                        </p:cTn>
                                        <p:tgtEl>
                                          <p:spTgt spid="15"/>
                                        </p:tgtEl>
                                        <p:attrNameLst>
                                          <p:attrName>style.visibility</p:attrName>
                                        </p:attrNameLst>
                                      </p:cBhvr>
                                      <p:to>
                                        <p:strVal val="visible"/>
                                      </p:to>
                                    </p:set>
                                    <p:anim calcmode="lin" valueType="num">
                                      <p:cBhvr additive="base">
                                        <p:cTn id="52" dur="500" fill="hold"/>
                                        <p:tgtEl>
                                          <p:spTgt spid="15"/>
                                        </p:tgtEl>
                                        <p:attrNameLst>
                                          <p:attrName>ppt_x</p:attrName>
                                        </p:attrNameLst>
                                      </p:cBhvr>
                                      <p:tavLst>
                                        <p:tav tm="0">
                                          <p:val>
                                            <p:strVal val="1+#ppt_w/2"/>
                                          </p:val>
                                        </p:tav>
                                        <p:tav tm="100000">
                                          <p:val>
                                            <p:strVal val="#ppt_x"/>
                                          </p:val>
                                        </p:tav>
                                      </p:tavLst>
                                    </p:anim>
                                    <p:anim calcmode="lin" valueType="num">
                                      <p:cBhvr additive="base">
                                        <p:cTn id="53" dur="500" fill="hold"/>
                                        <p:tgtEl>
                                          <p:spTgt spid="15"/>
                                        </p:tgtEl>
                                        <p:attrNameLst>
                                          <p:attrName>ppt_y</p:attrName>
                                        </p:attrNameLst>
                                      </p:cBhvr>
                                      <p:tavLst>
                                        <p:tav tm="0">
                                          <p:val>
                                            <p:strVal val="#ppt_y"/>
                                          </p:val>
                                        </p:tav>
                                        <p:tav tm="100000">
                                          <p:val>
                                            <p:strVal val="#ppt_y"/>
                                          </p:val>
                                        </p:tav>
                                      </p:tavLst>
                                    </p:anim>
                                  </p:childTnLst>
                                </p:cTn>
                              </p:par>
                              <p:par>
                                <p:cTn id="54" presetID="2" presetClass="entr" presetSubtype="2" fill="hold" grpId="0" nodeType="withEffect">
                                  <p:stCondLst>
                                    <p:cond delay="830"/>
                                  </p:stCondLst>
                                  <p:childTnLst>
                                    <p:set>
                                      <p:cBhvr>
                                        <p:cTn id="55" dur="1" fill="hold">
                                          <p:stCondLst>
                                            <p:cond delay="0"/>
                                          </p:stCondLst>
                                        </p:cTn>
                                        <p:tgtEl>
                                          <p:spTgt spid="16"/>
                                        </p:tgtEl>
                                        <p:attrNameLst>
                                          <p:attrName>style.visibility</p:attrName>
                                        </p:attrNameLst>
                                      </p:cBhvr>
                                      <p:to>
                                        <p:strVal val="visible"/>
                                      </p:to>
                                    </p:set>
                                    <p:anim calcmode="lin" valueType="num">
                                      <p:cBhvr additive="base">
                                        <p:cTn id="56" dur="500" fill="hold"/>
                                        <p:tgtEl>
                                          <p:spTgt spid="16"/>
                                        </p:tgtEl>
                                        <p:attrNameLst>
                                          <p:attrName>ppt_x</p:attrName>
                                        </p:attrNameLst>
                                      </p:cBhvr>
                                      <p:tavLst>
                                        <p:tav tm="0">
                                          <p:val>
                                            <p:strVal val="1+#ppt_w/2"/>
                                          </p:val>
                                        </p:tav>
                                        <p:tav tm="100000">
                                          <p:val>
                                            <p:strVal val="#ppt_x"/>
                                          </p:val>
                                        </p:tav>
                                      </p:tavLst>
                                    </p:anim>
                                    <p:anim calcmode="lin" valueType="num">
                                      <p:cBhvr additive="base">
                                        <p:cTn id="57" dur="500" fill="hold"/>
                                        <p:tgtEl>
                                          <p:spTgt spid="16"/>
                                        </p:tgtEl>
                                        <p:attrNameLst>
                                          <p:attrName>ppt_y</p:attrName>
                                        </p:attrNameLst>
                                      </p:cBhvr>
                                      <p:tavLst>
                                        <p:tav tm="0">
                                          <p:val>
                                            <p:strVal val="#ppt_y"/>
                                          </p:val>
                                        </p:tav>
                                        <p:tav tm="100000">
                                          <p:val>
                                            <p:strVal val="#ppt_y"/>
                                          </p:val>
                                        </p:tav>
                                      </p:tavLst>
                                    </p:anim>
                                  </p:childTnLst>
                                </p:cTn>
                              </p:par>
                              <p:par>
                                <p:cTn id="58" presetID="2" presetClass="entr" presetSubtype="2" fill="hold" nodeType="withEffect">
                                  <p:stCondLst>
                                    <p:cond delay="990"/>
                                  </p:stCondLst>
                                  <p:childTnLst>
                                    <p:set>
                                      <p:cBhvr>
                                        <p:cTn id="59" dur="1" fill="hold">
                                          <p:stCondLst>
                                            <p:cond delay="0"/>
                                          </p:stCondLst>
                                        </p:cTn>
                                        <p:tgtEl>
                                          <p:spTgt spid="17"/>
                                        </p:tgtEl>
                                        <p:attrNameLst>
                                          <p:attrName>style.visibility</p:attrName>
                                        </p:attrNameLst>
                                      </p:cBhvr>
                                      <p:to>
                                        <p:strVal val="visible"/>
                                      </p:to>
                                    </p:set>
                                    <p:anim calcmode="lin" valueType="num">
                                      <p:cBhvr additive="base">
                                        <p:cTn id="60" dur="500" fill="hold"/>
                                        <p:tgtEl>
                                          <p:spTgt spid="17"/>
                                        </p:tgtEl>
                                        <p:attrNameLst>
                                          <p:attrName>ppt_x</p:attrName>
                                        </p:attrNameLst>
                                      </p:cBhvr>
                                      <p:tavLst>
                                        <p:tav tm="0">
                                          <p:val>
                                            <p:strVal val="1+#ppt_w/2"/>
                                          </p:val>
                                        </p:tav>
                                        <p:tav tm="100000">
                                          <p:val>
                                            <p:strVal val="#ppt_x"/>
                                          </p:val>
                                        </p:tav>
                                      </p:tavLst>
                                    </p:anim>
                                    <p:anim calcmode="lin" valueType="num">
                                      <p:cBhvr additive="base">
                                        <p:cTn id="61" dur="500" fill="hold"/>
                                        <p:tgtEl>
                                          <p:spTgt spid="17"/>
                                        </p:tgtEl>
                                        <p:attrNameLst>
                                          <p:attrName>ppt_y</p:attrName>
                                        </p:attrNameLst>
                                      </p:cBhvr>
                                      <p:tavLst>
                                        <p:tav tm="0">
                                          <p:val>
                                            <p:strVal val="#ppt_y"/>
                                          </p:val>
                                        </p:tav>
                                        <p:tav tm="100000">
                                          <p:val>
                                            <p:strVal val="#ppt_y"/>
                                          </p:val>
                                        </p:tav>
                                      </p:tavLst>
                                    </p:anim>
                                  </p:childTnLst>
                                </p:cTn>
                              </p:par>
                              <p:par>
                                <p:cTn id="62" presetID="2" presetClass="entr" presetSubtype="2" fill="hold" nodeType="withEffect">
                                  <p:stCondLst>
                                    <p:cond delay="990"/>
                                  </p:stCondLst>
                                  <p:childTnLst>
                                    <p:set>
                                      <p:cBhvr>
                                        <p:cTn id="63" dur="1" fill="hold">
                                          <p:stCondLst>
                                            <p:cond delay="0"/>
                                          </p:stCondLst>
                                        </p:cTn>
                                        <p:tgtEl>
                                          <p:spTgt spid="18"/>
                                        </p:tgtEl>
                                        <p:attrNameLst>
                                          <p:attrName>style.visibility</p:attrName>
                                        </p:attrNameLst>
                                      </p:cBhvr>
                                      <p:to>
                                        <p:strVal val="visible"/>
                                      </p:to>
                                    </p:set>
                                    <p:anim calcmode="lin" valueType="num">
                                      <p:cBhvr additive="base">
                                        <p:cTn id="64" dur="500" fill="hold"/>
                                        <p:tgtEl>
                                          <p:spTgt spid="18"/>
                                        </p:tgtEl>
                                        <p:attrNameLst>
                                          <p:attrName>ppt_x</p:attrName>
                                        </p:attrNameLst>
                                      </p:cBhvr>
                                      <p:tavLst>
                                        <p:tav tm="0">
                                          <p:val>
                                            <p:strVal val="1+#ppt_w/2"/>
                                          </p:val>
                                        </p:tav>
                                        <p:tav tm="100000">
                                          <p:val>
                                            <p:strVal val="#ppt_x"/>
                                          </p:val>
                                        </p:tav>
                                      </p:tavLst>
                                    </p:anim>
                                    <p:anim calcmode="lin" valueType="num">
                                      <p:cBhvr additive="base">
                                        <p:cTn id="65" dur="500" fill="hold"/>
                                        <p:tgtEl>
                                          <p:spTgt spid="18"/>
                                        </p:tgtEl>
                                        <p:attrNameLst>
                                          <p:attrName>ppt_y</p:attrName>
                                        </p:attrNameLst>
                                      </p:cBhvr>
                                      <p:tavLst>
                                        <p:tav tm="0">
                                          <p:val>
                                            <p:strVal val="#ppt_y"/>
                                          </p:val>
                                        </p:tav>
                                        <p:tav tm="100000">
                                          <p:val>
                                            <p:strVal val="#ppt_y"/>
                                          </p:val>
                                        </p:tav>
                                      </p:tavLst>
                                    </p:anim>
                                  </p:childTnLst>
                                </p:cTn>
                              </p:par>
                              <p:par>
                                <p:cTn id="66" presetID="2" presetClass="entr" presetSubtype="2" fill="hold" grpId="0" nodeType="withEffect">
                                  <p:stCondLst>
                                    <p:cond delay="990"/>
                                  </p:stCondLst>
                                  <p:childTnLst>
                                    <p:set>
                                      <p:cBhvr>
                                        <p:cTn id="67" dur="1" fill="hold">
                                          <p:stCondLst>
                                            <p:cond delay="0"/>
                                          </p:stCondLst>
                                        </p:cTn>
                                        <p:tgtEl>
                                          <p:spTgt spid="19"/>
                                        </p:tgtEl>
                                        <p:attrNameLst>
                                          <p:attrName>style.visibility</p:attrName>
                                        </p:attrNameLst>
                                      </p:cBhvr>
                                      <p:to>
                                        <p:strVal val="visible"/>
                                      </p:to>
                                    </p:set>
                                    <p:anim calcmode="lin" valueType="num">
                                      <p:cBhvr additive="base">
                                        <p:cTn id="68" dur="500" fill="hold"/>
                                        <p:tgtEl>
                                          <p:spTgt spid="19"/>
                                        </p:tgtEl>
                                        <p:attrNameLst>
                                          <p:attrName>ppt_x</p:attrName>
                                        </p:attrNameLst>
                                      </p:cBhvr>
                                      <p:tavLst>
                                        <p:tav tm="0">
                                          <p:val>
                                            <p:strVal val="1+#ppt_w/2"/>
                                          </p:val>
                                        </p:tav>
                                        <p:tav tm="100000">
                                          <p:val>
                                            <p:strVal val="#ppt_x"/>
                                          </p:val>
                                        </p:tav>
                                      </p:tavLst>
                                    </p:anim>
                                    <p:anim calcmode="lin" valueType="num">
                                      <p:cBhvr additive="base">
                                        <p:cTn id="69" dur="500" fill="hold"/>
                                        <p:tgtEl>
                                          <p:spTgt spid="19"/>
                                        </p:tgtEl>
                                        <p:attrNameLst>
                                          <p:attrName>ppt_y</p:attrName>
                                        </p:attrNameLst>
                                      </p:cBhvr>
                                      <p:tavLst>
                                        <p:tav tm="0">
                                          <p:val>
                                            <p:strVal val="#ppt_y"/>
                                          </p:val>
                                        </p:tav>
                                        <p:tav tm="100000">
                                          <p:val>
                                            <p:strVal val="#ppt_y"/>
                                          </p:val>
                                        </p:tav>
                                      </p:tavLst>
                                    </p:anim>
                                  </p:childTnLst>
                                </p:cTn>
                              </p:par>
                              <p:par>
                                <p:cTn id="70" presetID="2" presetClass="entr" presetSubtype="2" fill="hold" nodeType="withEffect">
                                  <p:stCondLst>
                                    <p:cond delay="1150"/>
                                  </p:stCondLst>
                                  <p:childTnLst>
                                    <p:set>
                                      <p:cBhvr>
                                        <p:cTn id="71" dur="1" fill="hold">
                                          <p:stCondLst>
                                            <p:cond delay="0"/>
                                          </p:stCondLst>
                                        </p:cTn>
                                        <p:tgtEl>
                                          <p:spTgt spid="20"/>
                                        </p:tgtEl>
                                        <p:attrNameLst>
                                          <p:attrName>style.visibility</p:attrName>
                                        </p:attrNameLst>
                                      </p:cBhvr>
                                      <p:to>
                                        <p:strVal val="visible"/>
                                      </p:to>
                                    </p:set>
                                    <p:anim calcmode="lin" valueType="num">
                                      <p:cBhvr additive="base">
                                        <p:cTn id="72" dur="500" fill="hold"/>
                                        <p:tgtEl>
                                          <p:spTgt spid="20"/>
                                        </p:tgtEl>
                                        <p:attrNameLst>
                                          <p:attrName>ppt_x</p:attrName>
                                        </p:attrNameLst>
                                      </p:cBhvr>
                                      <p:tavLst>
                                        <p:tav tm="0">
                                          <p:val>
                                            <p:strVal val="1+#ppt_w/2"/>
                                          </p:val>
                                        </p:tav>
                                        <p:tav tm="100000">
                                          <p:val>
                                            <p:strVal val="#ppt_x"/>
                                          </p:val>
                                        </p:tav>
                                      </p:tavLst>
                                    </p:anim>
                                    <p:anim calcmode="lin" valueType="num">
                                      <p:cBhvr additive="base">
                                        <p:cTn id="73" dur="500" fill="hold"/>
                                        <p:tgtEl>
                                          <p:spTgt spid="20"/>
                                        </p:tgtEl>
                                        <p:attrNameLst>
                                          <p:attrName>ppt_y</p:attrName>
                                        </p:attrNameLst>
                                      </p:cBhvr>
                                      <p:tavLst>
                                        <p:tav tm="0">
                                          <p:val>
                                            <p:strVal val="#ppt_y"/>
                                          </p:val>
                                        </p:tav>
                                        <p:tav tm="100000">
                                          <p:val>
                                            <p:strVal val="#ppt_y"/>
                                          </p:val>
                                        </p:tav>
                                      </p:tavLst>
                                    </p:anim>
                                  </p:childTnLst>
                                </p:cTn>
                              </p:par>
                              <p:par>
                                <p:cTn id="74" presetID="2" presetClass="entr" presetSubtype="2" fill="hold" nodeType="withEffect">
                                  <p:stCondLst>
                                    <p:cond delay="1150"/>
                                  </p:stCondLst>
                                  <p:childTnLst>
                                    <p:set>
                                      <p:cBhvr>
                                        <p:cTn id="75" dur="1" fill="hold">
                                          <p:stCondLst>
                                            <p:cond delay="0"/>
                                          </p:stCondLst>
                                        </p:cTn>
                                        <p:tgtEl>
                                          <p:spTgt spid="21"/>
                                        </p:tgtEl>
                                        <p:attrNameLst>
                                          <p:attrName>style.visibility</p:attrName>
                                        </p:attrNameLst>
                                      </p:cBhvr>
                                      <p:to>
                                        <p:strVal val="visible"/>
                                      </p:to>
                                    </p:set>
                                    <p:anim calcmode="lin" valueType="num">
                                      <p:cBhvr additive="base">
                                        <p:cTn id="76" dur="500" fill="hold"/>
                                        <p:tgtEl>
                                          <p:spTgt spid="21"/>
                                        </p:tgtEl>
                                        <p:attrNameLst>
                                          <p:attrName>ppt_x</p:attrName>
                                        </p:attrNameLst>
                                      </p:cBhvr>
                                      <p:tavLst>
                                        <p:tav tm="0">
                                          <p:val>
                                            <p:strVal val="1+#ppt_w/2"/>
                                          </p:val>
                                        </p:tav>
                                        <p:tav tm="100000">
                                          <p:val>
                                            <p:strVal val="#ppt_x"/>
                                          </p:val>
                                        </p:tav>
                                      </p:tavLst>
                                    </p:anim>
                                    <p:anim calcmode="lin" valueType="num">
                                      <p:cBhvr additive="base">
                                        <p:cTn id="77" dur="500" fill="hold"/>
                                        <p:tgtEl>
                                          <p:spTgt spid="21"/>
                                        </p:tgtEl>
                                        <p:attrNameLst>
                                          <p:attrName>ppt_y</p:attrName>
                                        </p:attrNameLst>
                                      </p:cBhvr>
                                      <p:tavLst>
                                        <p:tav tm="0">
                                          <p:val>
                                            <p:strVal val="#ppt_y"/>
                                          </p:val>
                                        </p:tav>
                                        <p:tav tm="100000">
                                          <p:val>
                                            <p:strVal val="#ppt_y"/>
                                          </p:val>
                                        </p:tav>
                                      </p:tavLst>
                                    </p:anim>
                                  </p:childTnLst>
                                </p:cTn>
                              </p:par>
                              <p:par>
                                <p:cTn id="78" presetID="2" presetClass="entr" presetSubtype="2" fill="hold" grpId="0" nodeType="withEffect">
                                  <p:stCondLst>
                                    <p:cond delay="1150"/>
                                  </p:stCondLst>
                                  <p:childTnLst>
                                    <p:set>
                                      <p:cBhvr>
                                        <p:cTn id="79" dur="1" fill="hold">
                                          <p:stCondLst>
                                            <p:cond delay="0"/>
                                          </p:stCondLst>
                                        </p:cTn>
                                        <p:tgtEl>
                                          <p:spTgt spid="22"/>
                                        </p:tgtEl>
                                        <p:attrNameLst>
                                          <p:attrName>style.visibility</p:attrName>
                                        </p:attrNameLst>
                                      </p:cBhvr>
                                      <p:to>
                                        <p:strVal val="visible"/>
                                      </p:to>
                                    </p:set>
                                    <p:anim calcmode="lin" valueType="num">
                                      <p:cBhvr additive="base">
                                        <p:cTn id="80" dur="500" fill="hold"/>
                                        <p:tgtEl>
                                          <p:spTgt spid="22"/>
                                        </p:tgtEl>
                                        <p:attrNameLst>
                                          <p:attrName>ppt_x</p:attrName>
                                        </p:attrNameLst>
                                      </p:cBhvr>
                                      <p:tavLst>
                                        <p:tav tm="0">
                                          <p:val>
                                            <p:strVal val="1+#ppt_w/2"/>
                                          </p:val>
                                        </p:tav>
                                        <p:tav tm="100000">
                                          <p:val>
                                            <p:strVal val="#ppt_x"/>
                                          </p:val>
                                        </p:tav>
                                      </p:tavLst>
                                    </p:anim>
                                    <p:anim calcmode="lin" valueType="num">
                                      <p:cBhvr additive="base">
                                        <p:cTn id="81" dur="500" fill="hold"/>
                                        <p:tgtEl>
                                          <p:spTgt spid="22"/>
                                        </p:tgtEl>
                                        <p:attrNameLst>
                                          <p:attrName>ppt_y</p:attrName>
                                        </p:attrNameLst>
                                      </p:cBhvr>
                                      <p:tavLst>
                                        <p:tav tm="0">
                                          <p:val>
                                            <p:strVal val="#ppt_y"/>
                                          </p:val>
                                        </p:tav>
                                        <p:tav tm="100000">
                                          <p:val>
                                            <p:strVal val="#ppt_y"/>
                                          </p:val>
                                        </p:tav>
                                      </p:tavLst>
                                    </p:anim>
                                  </p:childTnLst>
                                </p:cTn>
                              </p:par>
                              <p:par>
                                <p:cTn id="82" presetID="2" presetClass="entr" presetSubtype="2" fill="hold" nodeType="withEffect">
                                  <p:stCondLst>
                                    <p:cond delay="1310"/>
                                  </p:stCondLst>
                                  <p:childTnLst>
                                    <p:set>
                                      <p:cBhvr>
                                        <p:cTn id="83" dur="1" fill="hold">
                                          <p:stCondLst>
                                            <p:cond delay="0"/>
                                          </p:stCondLst>
                                        </p:cTn>
                                        <p:tgtEl>
                                          <p:spTgt spid="23"/>
                                        </p:tgtEl>
                                        <p:attrNameLst>
                                          <p:attrName>style.visibility</p:attrName>
                                        </p:attrNameLst>
                                      </p:cBhvr>
                                      <p:to>
                                        <p:strVal val="visible"/>
                                      </p:to>
                                    </p:set>
                                    <p:anim calcmode="lin" valueType="num">
                                      <p:cBhvr additive="base">
                                        <p:cTn id="84" dur="500" fill="hold"/>
                                        <p:tgtEl>
                                          <p:spTgt spid="23"/>
                                        </p:tgtEl>
                                        <p:attrNameLst>
                                          <p:attrName>ppt_x</p:attrName>
                                        </p:attrNameLst>
                                      </p:cBhvr>
                                      <p:tavLst>
                                        <p:tav tm="0">
                                          <p:val>
                                            <p:strVal val="1+#ppt_w/2"/>
                                          </p:val>
                                        </p:tav>
                                        <p:tav tm="100000">
                                          <p:val>
                                            <p:strVal val="#ppt_x"/>
                                          </p:val>
                                        </p:tav>
                                      </p:tavLst>
                                    </p:anim>
                                    <p:anim calcmode="lin" valueType="num">
                                      <p:cBhvr additive="base">
                                        <p:cTn id="85" dur="500" fill="hold"/>
                                        <p:tgtEl>
                                          <p:spTgt spid="23"/>
                                        </p:tgtEl>
                                        <p:attrNameLst>
                                          <p:attrName>ppt_y</p:attrName>
                                        </p:attrNameLst>
                                      </p:cBhvr>
                                      <p:tavLst>
                                        <p:tav tm="0">
                                          <p:val>
                                            <p:strVal val="#ppt_y"/>
                                          </p:val>
                                        </p:tav>
                                        <p:tav tm="100000">
                                          <p:val>
                                            <p:strVal val="#ppt_y"/>
                                          </p:val>
                                        </p:tav>
                                      </p:tavLst>
                                    </p:anim>
                                  </p:childTnLst>
                                </p:cTn>
                              </p:par>
                              <p:par>
                                <p:cTn id="86" presetID="2" presetClass="entr" presetSubtype="2" fill="hold" nodeType="withEffect">
                                  <p:stCondLst>
                                    <p:cond delay="1310"/>
                                  </p:stCondLst>
                                  <p:childTnLst>
                                    <p:set>
                                      <p:cBhvr>
                                        <p:cTn id="87" dur="1" fill="hold">
                                          <p:stCondLst>
                                            <p:cond delay="0"/>
                                          </p:stCondLst>
                                        </p:cTn>
                                        <p:tgtEl>
                                          <p:spTgt spid="24"/>
                                        </p:tgtEl>
                                        <p:attrNameLst>
                                          <p:attrName>style.visibility</p:attrName>
                                        </p:attrNameLst>
                                      </p:cBhvr>
                                      <p:to>
                                        <p:strVal val="visible"/>
                                      </p:to>
                                    </p:set>
                                    <p:anim calcmode="lin" valueType="num">
                                      <p:cBhvr additive="base">
                                        <p:cTn id="88" dur="500" fill="hold"/>
                                        <p:tgtEl>
                                          <p:spTgt spid="24"/>
                                        </p:tgtEl>
                                        <p:attrNameLst>
                                          <p:attrName>ppt_x</p:attrName>
                                        </p:attrNameLst>
                                      </p:cBhvr>
                                      <p:tavLst>
                                        <p:tav tm="0">
                                          <p:val>
                                            <p:strVal val="1+#ppt_w/2"/>
                                          </p:val>
                                        </p:tav>
                                        <p:tav tm="100000">
                                          <p:val>
                                            <p:strVal val="#ppt_x"/>
                                          </p:val>
                                        </p:tav>
                                      </p:tavLst>
                                    </p:anim>
                                    <p:anim calcmode="lin" valueType="num">
                                      <p:cBhvr additive="base">
                                        <p:cTn id="89" dur="500" fill="hold"/>
                                        <p:tgtEl>
                                          <p:spTgt spid="24"/>
                                        </p:tgtEl>
                                        <p:attrNameLst>
                                          <p:attrName>ppt_y</p:attrName>
                                        </p:attrNameLst>
                                      </p:cBhvr>
                                      <p:tavLst>
                                        <p:tav tm="0">
                                          <p:val>
                                            <p:strVal val="#ppt_y"/>
                                          </p:val>
                                        </p:tav>
                                        <p:tav tm="100000">
                                          <p:val>
                                            <p:strVal val="#ppt_y"/>
                                          </p:val>
                                        </p:tav>
                                      </p:tavLst>
                                    </p:anim>
                                  </p:childTnLst>
                                </p:cTn>
                              </p:par>
                              <p:par>
                                <p:cTn id="90" presetID="2" presetClass="entr" presetSubtype="2" fill="hold" grpId="0" nodeType="withEffect">
                                  <p:stCondLst>
                                    <p:cond delay="1310"/>
                                  </p:stCondLst>
                                  <p:childTnLst>
                                    <p:set>
                                      <p:cBhvr>
                                        <p:cTn id="91" dur="1" fill="hold">
                                          <p:stCondLst>
                                            <p:cond delay="0"/>
                                          </p:stCondLst>
                                        </p:cTn>
                                        <p:tgtEl>
                                          <p:spTgt spid="25"/>
                                        </p:tgtEl>
                                        <p:attrNameLst>
                                          <p:attrName>style.visibility</p:attrName>
                                        </p:attrNameLst>
                                      </p:cBhvr>
                                      <p:to>
                                        <p:strVal val="visible"/>
                                      </p:to>
                                    </p:set>
                                    <p:anim calcmode="lin" valueType="num">
                                      <p:cBhvr additive="base">
                                        <p:cTn id="92" dur="500" fill="hold"/>
                                        <p:tgtEl>
                                          <p:spTgt spid="25"/>
                                        </p:tgtEl>
                                        <p:attrNameLst>
                                          <p:attrName>ppt_x</p:attrName>
                                        </p:attrNameLst>
                                      </p:cBhvr>
                                      <p:tavLst>
                                        <p:tav tm="0">
                                          <p:val>
                                            <p:strVal val="1+#ppt_w/2"/>
                                          </p:val>
                                        </p:tav>
                                        <p:tav tm="100000">
                                          <p:val>
                                            <p:strVal val="#ppt_x"/>
                                          </p:val>
                                        </p:tav>
                                      </p:tavLst>
                                    </p:anim>
                                    <p:anim calcmode="lin" valueType="num">
                                      <p:cBhvr additive="base">
                                        <p:cTn id="93" dur="500" fill="hold"/>
                                        <p:tgtEl>
                                          <p:spTgt spid="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3" grpId="0" animBg="1"/>
      <p:bldP spid="16" grpId="0" animBg="1"/>
      <p:bldP spid="19" grpId="0" animBg="1"/>
      <p:bldP spid="22" grpId="0" animBg="1"/>
      <p:bldP spid="2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S25_A01_zoom_484"/>
          <p:cNvSpPr/>
          <p:nvPr/>
        </p:nvSpPr>
        <p:spPr>
          <a:xfrm>
            <a:off x="5074920" y="4069080"/>
            <a:ext cx="6217920" cy="2331720"/>
          </a:xfrm>
          <a:prstGeom prst="irregularSeal2">
            <a:avLst/>
          </a:prstGeom>
          <a:solidFill>
            <a:srgbClr val="9BE15D"/>
          </a:solidFill>
          <a:ln w="38100">
            <a:solidFill>
              <a:srgbClr val="17132E"/>
            </a:solidFill>
            <a:prstDash val="solid"/>
          </a:ln>
        </p:spPr>
      </p:sp>
      <p:sp>
        <p:nvSpPr>
          <p:cNvPr id="4" name="S25_A02_expand_485"/>
          <p:cNvSpPr txBox="1"/>
          <p:nvPr/>
        </p:nvSpPr>
        <p:spPr>
          <a:xfrm>
            <a:off x="5623560" y="4617720"/>
            <a:ext cx="5120640" cy="1143000"/>
          </a:xfrm>
          <a:prstGeom prst="rect">
            <a:avLst/>
          </a:prstGeom>
          <a:noFill/>
          <a:ln/>
        </p:spPr>
        <p:txBody>
          <a:bodyPr wrap="square" lIns="0" tIns="0" rIns="0" bIns="0" rtlCol="0" anchor="ctr"/>
          <a:lstStyle/>
          <a:p>
            <a:pPr marL="0" indent="0" algn="ctr">
              <a:buNone/>
            </a:pPr>
            <a:r>
              <a:rPr lang="en-US" sz="6600" i="1" kern="0" spc="200" dirty="0">
                <a:solidFill>
                  <a:srgbClr val="17132E"/>
                </a:solidFill>
                <a:latin typeface="Impact" pitchFamily="34" charset="0"/>
                <a:ea typeface="Impact" pitchFamily="34" charset="-122"/>
                <a:cs typeface="Impact" pitchFamily="34" charset="-120"/>
              </a:rPr>
              <a:t>MERCI !</a:t>
            </a:r>
            <a:endParaRPr lang="en-US" sz="6600" dirty="0"/>
          </a:p>
        </p:txBody>
      </p:sp>
      <p:sp>
        <p:nvSpPr>
          <p:cNvPr id="5" name="S25_A03_zoom_486"/>
          <p:cNvSpPr/>
          <p:nvPr/>
        </p:nvSpPr>
        <p:spPr>
          <a:xfrm flipH="1">
            <a:off x="640080" y="566928"/>
            <a:ext cx="3017520" cy="1645920"/>
          </a:xfrm>
          <a:prstGeom prst="wedgeEllipseCallout">
            <a:avLst/>
          </a:prstGeom>
          <a:solidFill>
            <a:srgbClr val="FFFFFF"/>
          </a:solidFill>
          <a:ln w="38100">
            <a:solidFill>
              <a:srgbClr val="17132E"/>
            </a:solidFill>
            <a:prstDash val="solid"/>
          </a:ln>
        </p:spPr>
      </p:sp>
      <p:sp>
        <p:nvSpPr>
          <p:cNvPr id="7" name="S25_A03_zoom_488"/>
          <p:cNvSpPr txBox="1"/>
          <p:nvPr/>
        </p:nvSpPr>
        <p:spPr>
          <a:xfrm>
            <a:off x="777240" y="1481328"/>
            <a:ext cx="2743200" cy="274320"/>
          </a:xfrm>
          <a:prstGeom prst="rect">
            <a:avLst/>
          </a:prstGeom>
          <a:noFill/>
          <a:ln/>
        </p:spPr>
        <p:txBody>
          <a:bodyPr wrap="square" lIns="0" tIns="0" rIns="0" bIns="0" rtlCol="0" anchor="t"/>
          <a:lstStyle/>
          <a:p>
            <a:pPr marL="0" indent="0" algn="ctr">
              <a:buNone/>
            </a:pPr>
            <a:r>
              <a:rPr lang="en-US" sz="1100" i="1" dirty="0">
                <a:solidFill>
                  <a:srgbClr val="6E6A85"/>
                </a:solidFill>
                <a:latin typeface="Segoe UI" pitchFamily="34" charset="0"/>
                <a:ea typeface="Segoe UI" pitchFamily="34" charset="-122"/>
                <a:cs typeface="Segoe UI" pitchFamily="34" charset="-120"/>
              </a:rPr>
              <a:t>Merci</a:t>
            </a:r>
            <a:endParaRPr lang="en-US" sz="1100" dirty="0"/>
          </a:p>
        </p:txBody>
      </p:sp>
      <p:sp>
        <p:nvSpPr>
          <p:cNvPr id="8" name="S25_A04_fly_489"/>
          <p:cNvSpPr/>
          <p:nvPr/>
        </p:nvSpPr>
        <p:spPr>
          <a:xfrm>
            <a:off x="548640" y="2560320"/>
            <a:ext cx="3200400" cy="420624"/>
          </a:xfrm>
          <a:prstGeom prst="rect">
            <a:avLst/>
          </a:prstGeom>
          <a:solidFill>
            <a:srgbClr val="17132E"/>
          </a:solidFill>
          <a:ln w="12700">
            <a:solidFill>
              <a:srgbClr val="17132E"/>
            </a:solidFill>
            <a:prstDash val="solid"/>
          </a:ln>
        </p:spPr>
      </p:sp>
      <p:sp>
        <p:nvSpPr>
          <p:cNvPr id="9" name="S25_A04_fly_490"/>
          <p:cNvSpPr txBox="1"/>
          <p:nvPr/>
        </p:nvSpPr>
        <p:spPr>
          <a:xfrm>
            <a:off x="548640" y="2560320"/>
            <a:ext cx="3200400"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Yu Gothic UI" pitchFamily="34" charset="0"/>
                <a:ea typeface="Yu Gothic UI" pitchFamily="34" charset="-122"/>
                <a:cs typeface="Yu Gothic UI" pitchFamily="34" charset="-120"/>
              </a:rPr>
              <a:t>  FIN DE L’ÉPISODE</a:t>
            </a:r>
            <a:endParaRPr lang="en-US" sz="1100" dirty="0"/>
          </a:p>
        </p:txBody>
      </p:sp>
      <p:sp>
        <p:nvSpPr>
          <p:cNvPr id="10" name="S25_A05_fly_491"/>
          <p:cNvSpPr/>
          <p:nvPr/>
        </p:nvSpPr>
        <p:spPr>
          <a:xfrm>
            <a:off x="548640" y="3840480"/>
            <a:ext cx="3383280" cy="1097280"/>
          </a:xfrm>
          <a:prstGeom prst="rect">
            <a:avLst/>
          </a:prstGeom>
          <a:solidFill>
            <a:srgbClr val="FFFFFF"/>
          </a:solidFill>
          <a:ln w="28575">
            <a:solidFill>
              <a:srgbClr val="17132E"/>
            </a:solidFill>
            <a:prstDash val="solid"/>
          </a:ln>
        </p:spPr>
      </p:sp>
      <p:sp>
        <p:nvSpPr>
          <p:cNvPr id="11" name="S25_A05_fly_492"/>
          <p:cNvSpPr txBox="1"/>
          <p:nvPr/>
        </p:nvSpPr>
        <p:spPr>
          <a:xfrm>
            <a:off x="731520" y="3931920"/>
            <a:ext cx="3017520" cy="914400"/>
          </a:xfrm>
          <a:prstGeom prst="rect">
            <a:avLst/>
          </a:prstGeom>
          <a:noFill/>
          <a:ln/>
        </p:spPr>
        <p:txBody>
          <a:bodyPr wrap="square" lIns="0" tIns="0" rIns="0" bIns="0" rtlCol="0" anchor="ctr"/>
          <a:lstStyle/>
          <a:p>
            <a:pPr marL="0" indent="0">
              <a:buNone/>
            </a:pPr>
            <a:r>
              <a:rPr lang="en-US" sz="1500" b="1" dirty="0">
                <a:solidFill>
                  <a:srgbClr val="17132E"/>
                </a:solidFill>
                <a:latin typeface="Segoe UI" pitchFamily="34" charset="0"/>
                <a:ea typeface="Segoe UI" pitchFamily="34" charset="-122"/>
                <a:cs typeface="Segoe UI" pitchFamily="34" charset="-120"/>
              </a:rPr>
              <a:t>Merci pour votre aimable attention</a:t>
            </a:r>
            <a:endParaRPr lang="en-US" sz="1500" dirty="0"/>
          </a:p>
        </p:txBody>
      </p:sp>
      <p:sp>
        <p:nvSpPr>
          <p:cNvPr id="12" name="S25_A06_fly_493"/>
          <p:cNvSpPr/>
          <p:nvPr/>
        </p:nvSpPr>
        <p:spPr>
          <a:xfrm>
            <a:off x="548640" y="5166360"/>
            <a:ext cx="3108960" cy="1051560"/>
          </a:xfrm>
          <a:prstGeom prst="rect">
            <a:avLst/>
          </a:prstGeom>
          <a:solidFill>
            <a:srgbClr val="5B2FD6"/>
          </a:solidFill>
          <a:ln w="28575">
            <a:solidFill>
              <a:srgbClr val="17132E"/>
            </a:solidFill>
            <a:prstDash val="solid"/>
          </a:ln>
        </p:spPr>
      </p:sp>
      <p:sp>
        <p:nvSpPr>
          <p:cNvPr id="13" name="S25_A06_fly_494"/>
          <p:cNvSpPr txBox="1"/>
          <p:nvPr/>
        </p:nvSpPr>
        <p:spPr>
          <a:xfrm>
            <a:off x="731520" y="5230368"/>
            <a:ext cx="2788920" cy="914400"/>
          </a:xfrm>
          <a:prstGeom prst="rect">
            <a:avLst/>
          </a:prstGeom>
          <a:noFill/>
          <a:ln/>
        </p:spPr>
        <p:txBody>
          <a:bodyPr wrap="square" lIns="0" tIns="0" rIns="0" bIns="0" rtlCol="0" anchor="ctr"/>
          <a:lstStyle/>
          <a:p>
            <a:pPr marL="0" indent="0">
              <a:spcAft>
                <a:spcPts val="400"/>
              </a:spcAft>
              <a:buNone/>
            </a:pPr>
            <a:r>
              <a:rPr lang="en-US" sz="1350" b="1" dirty="0">
                <a:solidFill>
                  <a:srgbClr val="FFFFFF"/>
                </a:solidFill>
                <a:latin typeface="Segoe UI" pitchFamily="34" charset="0"/>
                <a:ea typeface="Segoe UI" pitchFamily="34" charset="-122"/>
                <a:cs typeface="Segoe UI" pitchFamily="34" charset="-120"/>
              </a:rPr>
              <a:t>Place à vos questions et suggestions</a:t>
            </a:r>
            <a:endParaRPr lang="en-US" sz="1350" dirty="0"/>
          </a:p>
          <a:p>
            <a:pPr marL="0" indent="0">
              <a:spcAft>
                <a:spcPts val="400"/>
              </a:spcAft>
              <a:buNone/>
            </a:pPr>
            <a:r>
              <a:rPr lang="en-US" sz="1050" dirty="0">
                <a:solidFill>
                  <a:srgbClr val="FFFFFF"/>
                </a:solidFill>
                <a:latin typeface="Segoe UI" pitchFamily="34" charset="0"/>
                <a:ea typeface="Segoe UI" pitchFamily="34" charset="-122"/>
                <a:cs typeface="Segoe UI" pitchFamily="34" charset="-120"/>
              </a:rPr>
              <a:t>FEUNOU FOSSO Otniel · 2025 / 2026</a:t>
            </a:r>
            <a:endParaRPr lang="en-US" sz="1350" dirty="0"/>
          </a:p>
        </p:txBody>
      </p:sp>
      <mc:AlternateContent xmlns:mc="http://schemas.openxmlformats.org/markup-compatibility/2006">
        <mc:Choice xmlns:am3d="http://schemas.microsoft.com/office/drawing/2017/model3d" Requires="am3d">
          <p:graphicFrame>
            <p:nvGraphicFramePr>
              <p:cNvPr id="16" name="!!GearBig" descr="Engrenage 3D animé">
                <a:extLst>
                  <a:ext uri="{FF2B5EF4-FFF2-40B4-BE49-F238E27FC236}">
                    <a16:creationId xmlns:a16="http://schemas.microsoft.com/office/drawing/2014/main" id="{F7BD2D2D-D425-4243-8603-06378B1ADB2F}"/>
                  </a:ext>
                </a:extLst>
              </p:cNvPr>
              <p:cNvGraphicFramePr>
                <a:graphicFrameLocks/>
              </p:cNvGraphicFramePr>
              <p:nvPr>
                <p:extLst>
                  <p:ext uri="{D42A27DB-BD31-4B8C-83A1-F6EECF244321}">
                    <p14:modId xmlns:p14="http://schemas.microsoft.com/office/powerpoint/2010/main" val="4059372098"/>
                  </p:ext>
                </p:extLst>
              </p:nvPr>
            </p:nvGraphicFramePr>
            <p:xfrm>
              <a:off x="5971032" y="1188720"/>
              <a:ext cx="2651760" cy="2651760"/>
            </p:xfrm>
            <a:graphic>
              <a:graphicData uri="http://schemas.microsoft.com/office/drawing/2017/model3d">
                <am3d:model3d r:embed="rId4" r:link="rId5">
                  <am3d:spPr>
                    <a:xfrm>
                      <a:off x="0" y="0"/>
                      <a:ext cx="2651760" cy="2651760"/>
                    </a:xfrm>
                    <a:prstGeom prst="rect">
                      <a:avLst/>
                    </a:prstGeom>
                  </am3d:spPr>
                  <am3d:camera>
                    <am3d:pos x="0" y="158400000" z="158400000"/>
                    <am3d:up dx="0" dy="36000000" dz="0"/>
                    <am3d:lookAt x="0" y="0" z="0"/>
                    <am3d:perspective fov="660000"/>
                  </am3d:camera>
                  <am3d:trans>
                    <am3d:meterPerModelUnit n="404766" d="1000000"/>
                    <am3d:preTrans dx="0" dy="0" dz="0"/>
                    <am3d:scale>
                      <am3d:sx n="1000000" d="1000000"/>
                      <am3d:sy n="1000000" d="1000000"/>
                      <am3d:sz n="1000000" d="1000000"/>
                    </am3d:scale>
                    <am3d:rot ay="20400000"/>
                    <am3d:postTrans dx="0" dy="0" dz="0"/>
                  </am3d:trans>
                  <am3d:raster rName="Office3DRenderer" rVer="16.0.8326">
                    <am3d:blip r:embed="rId6"/>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6" name="!!GearBig" descr="Engrenage 3D animé">
                <a:extLst>
                  <a:ext uri="{FF2B5EF4-FFF2-40B4-BE49-F238E27FC236}">
                    <a16:creationId xmlns:a16="http://schemas.microsoft.com/office/drawing/2014/main" id="{F7BD2D2D-D425-4243-8603-06378B1ADB2F}"/>
                  </a:ext>
                </a:extLst>
              </p:cNvPr>
              <p:cNvPicPr>
                <a:picLocks noGrp="1" noRot="1" noChangeAspect="1" noMove="1" noResize="1" noEditPoints="1" noAdjustHandles="1" noChangeArrowheads="1" noChangeShapeType="1" noCrop="1"/>
              </p:cNvPicPr>
              <p:nvPr/>
            </p:nvPicPr>
            <p:blipFill>
              <a:blip r:embed="rId6"/>
              <a:stretch>
                <a:fillRect/>
              </a:stretch>
            </p:blipFill>
            <p:spPr>
              <a:xfrm>
                <a:off x="5971032" y="1188720"/>
                <a:ext cx="2651760" cy="265176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17" name="!!GearSmall" descr="Engrenage 3D animé">
                <a:extLst>
                  <a:ext uri="{FF2B5EF4-FFF2-40B4-BE49-F238E27FC236}">
                    <a16:creationId xmlns:a16="http://schemas.microsoft.com/office/drawing/2014/main" id="{9292ABC0-E207-4822-8198-4EFCC70F85CA}"/>
                  </a:ext>
                </a:extLst>
              </p:cNvPr>
              <p:cNvGraphicFramePr>
                <a:graphicFrameLocks/>
              </p:cNvGraphicFramePr>
              <p:nvPr>
                <p:extLst>
                  <p:ext uri="{D42A27DB-BD31-4B8C-83A1-F6EECF244321}">
                    <p14:modId xmlns:p14="http://schemas.microsoft.com/office/powerpoint/2010/main" val="3949391873"/>
                  </p:ext>
                </p:extLst>
              </p:nvPr>
            </p:nvGraphicFramePr>
            <p:xfrm>
              <a:off x="8278063" y="2209648"/>
              <a:ext cx="1882750" cy="1882750"/>
            </p:xfrm>
            <a:graphic>
              <a:graphicData uri="http://schemas.microsoft.com/office/drawing/2017/model3d">
                <am3d:model3d r:embed="rId7" r:link="rId8">
                  <am3d:spPr>
                    <a:xfrm>
                      <a:off x="0" y="0"/>
                      <a:ext cx="1882750" cy="1882750"/>
                    </a:xfrm>
                    <a:prstGeom prst="rect">
                      <a:avLst/>
                    </a:prstGeom>
                  </am3d:spPr>
                  <am3d:camera>
                    <am3d:pos x="0" y="158400000" z="158400000"/>
                    <am3d:up dx="0" dy="36000000" dz="0"/>
                    <am3d:lookAt x="0" y="0" z="0"/>
                    <am3d:perspective fov="660000"/>
                  </am3d:camera>
                  <am3d:trans>
                    <am3d:meterPerModelUnit n="573084" d="1000000"/>
                    <am3d:preTrans dx="0" dy="0" dz="0"/>
                    <am3d:scale>
                      <am3d:sx n="1000000" d="1000000"/>
                      <am3d:sy n="1000000" d="1000000"/>
                      <am3d:sz n="1000000" d="1000000"/>
                    </am3d:scale>
                    <am3d:rot ay="12600000"/>
                    <am3d:postTrans dx="0" dy="0" dz="0"/>
                  </am3d:trans>
                  <am3d:raster rName="Office3DRenderer" rVer="16.0.8326">
                    <am3d:blip r:embed="rId9"/>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7" name="!!GearSmall" descr="Engrenage 3D animé">
                <a:extLst>
                  <a:ext uri="{FF2B5EF4-FFF2-40B4-BE49-F238E27FC236}">
                    <a16:creationId xmlns:a16="http://schemas.microsoft.com/office/drawing/2014/main" id="{9292ABC0-E207-4822-8198-4EFCC70F85CA}"/>
                  </a:ext>
                </a:extLst>
              </p:cNvPr>
              <p:cNvPicPr>
                <a:picLocks noGrp="1" noRot="1" noChangeAspect="1" noMove="1" noResize="1" noEditPoints="1" noAdjustHandles="1" noChangeArrowheads="1" noChangeShapeType="1" noCrop="1"/>
              </p:cNvPicPr>
              <p:nvPr/>
            </p:nvPicPr>
            <p:blipFill>
              <a:blip r:embed="rId9"/>
              <a:stretch>
                <a:fillRect/>
              </a:stretch>
            </p:blipFill>
            <p:spPr>
              <a:xfrm>
                <a:off x="8278063" y="2209648"/>
                <a:ext cx="1882750" cy="1882750"/>
              </a:xfrm>
              <a:prstGeom prst="rect">
                <a:avLst/>
              </a:prstGeom>
            </p:spPr>
          </p:pic>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8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0" presetClass="entr" presetSubtype="128"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600"/>
                                        <p:tgtEl>
                                          <p:spTgt spid="16"/>
                                        </p:tgtEl>
                                      </p:cBhvr>
                                    </p:animEffect>
                                    <p:anim calcmode="lin" valueType="num">
                                      <p:cBhvr additive="sum">
                                        <p:cTn id="8" dur="1600" fill="hold"/>
                                        <p:tgtEl>
                                          <p:spTgt spid="16"/>
                                        </p:tgtEl>
                                        <p:attrNameLst>
                                          <p:attrName>3d.view.rotation.y</p:attrName>
                                        </p:attrNameLst>
                                      </p:cBhvr>
                                      <p:tavLst>
                                        <p:tav tm="0">
                                          <p:val>
                                            <p:fltVal val="-20"/>
                                          </p:val>
                                        </p:tav>
                                        <p:tav tm="3330">
                                          <p:val>
                                            <p:fltVal val="-19.9349"/>
                                          </p:val>
                                        </p:tav>
                                        <p:tav tm="6660">
                                          <p:val>
                                            <p:fltVal val="-19.7456"/>
                                          </p:val>
                                        </p:tav>
                                        <p:tav tm="9990">
                                          <p:val>
                                            <p:fltVal val="-19.441"/>
                                          </p:val>
                                        </p:tav>
                                        <p:tav tm="13320">
                                          <p:val>
                                            <p:fltVal val="-19.0299"/>
                                          </p:val>
                                        </p:tav>
                                        <p:tav tm="16650">
                                          <p:val>
                                            <p:fltVal val="-18.5212"/>
                                          </p:val>
                                        </p:tav>
                                        <p:tav tm="19970">
                                          <p:val>
                                            <p:fltVal val="-17.9257"/>
                                          </p:val>
                                        </p:tav>
                                        <p:tav tm="23290">
                                          <p:val>
                                            <p:fltVal val="-17.2507"/>
                                          </p:val>
                                        </p:tav>
                                        <p:tav tm="26620">
                                          <p:val>
                                            <p:fltVal val="-16.5027"/>
                                          </p:val>
                                        </p:tav>
                                        <p:tav tm="29950">
                                          <p:val>
                                            <p:fltVal val="-15.6925"/>
                                          </p:val>
                                        </p:tav>
                                        <p:tav tm="33280">
                                          <p:val>
                                            <p:fltVal val="-14.829"/>
                                          </p:val>
                                        </p:tav>
                                        <p:tav tm="36610">
                                          <p:val>
                                            <p:fltVal val="-13.9209"/>
                                          </p:val>
                                        </p:tav>
                                        <p:tav tm="39940">
                                          <p:val>
                                            <p:fltVal val="-12.9772"/>
                                          </p:val>
                                        </p:tav>
                                        <p:tav tm="43270">
                                          <p:val>
                                            <p:fltVal val="-12.0068"/>
                                          </p:val>
                                        </p:tav>
                                        <p:tav tm="46600">
                                          <p:val>
                                            <p:fltVal val="-11.0184"/>
                                          </p:val>
                                        </p:tav>
                                        <p:tav tm="49930">
                                          <p:val>
                                            <p:fltVal val="-10.0209"/>
                                          </p:val>
                                        </p:tav>
                                        <p:tav tm="53250">
                                          <p:val>
                                            <p:fltVal val="-9.0263"/>
                                          </p:val>
                                        </p:tav>
                                        <p:tav tm="56580">
                                          <p:val>
                                            <p:fltVal val="-8.0373"/>
                                          </p:val>
                                        </p:tav>
                                        <p:tav tm="59900">
                                          <p:val>
                                            <p:fltVal val="-7.0688"/>
                                          </p:val>
                                        </p:tav>
                                        <p:tav tm="63220">
                                          <p:val>
                                            <p:fltVal val="-6.1264"/>
                                          </p:val>
                                        </p:tav>
                                        <p:tav tm="66540">
                                          <p:val>
                                            <p:fltVal val="-5.2189"/>
                                          </p:val>
                                        </p:tav>
                                        <p:tav tm="69870">
                                          <p:val>
                                            <p:fltVal val="-4.3528"/>
                                          </p:val>
                                        </p:tav>
                                        <p:tav tm="73190">
                                          <p:val>
                                            <p:fltVal val="-3.5418"/>
                                          </p:val>
                                        </p:tav>
                                        <p:tav tm="76510">
                                          <p:val>
                                            <p:fltVal val="-2.7922"/>
                                          </p:val>
                                        </p:tav>
                                        <p:tav tm="79830">
                                          <p:val>
                                            <p:fltVal val="-2.1127"/>
                                          </p:val>
                                        </p:tav>
                                        <p:tav tm="83160">
                                          <p:val>
                                            <p:fltVal val="-1.5104"/>
                                          </p:val>
                                        </p:tav>
                                        <p:tav tm="86480">
                                          <p:val>
                                            <p:fltVal val="-0.9978"/>
                                          </p:val>
                                        </p:tav>
                                        <p:tav tm="89800">
                                          <p:val>
                                            <p:fltVal val="-0.5817"/>
                                          </p:val>
                                        </p:tav>
                                        <p:tav tm="93120">
                                          <p:val>
                                            <p:fltVal val="-0.2709"/>
                                          </p:val>
                                        </p:tav>
                                        <p:tav tm="96450">
                                          <p:val>
                                            <p:fltVal val="-0.0738"/>
                                          </p:val>
                                        </p:tav>
                                        <p:tav tm="100000">
                                          <p:val>
                                            <p:fltVal val="0"/>
                                          </p:val>
                                        </p:tav>
                                      </p:tavLst>
                                    </p:anim>
                                    <p:anim calcmode="lin" valueType="num">
                                      <p:cBhvr additive="mult">
                                        <p:cTn id="9" dur="1600" fill="hold"/>
                                        <p:tgtEl>
                                          <p:spTgt spid="16"/>
                                        </p:tgtEl>
                                        <p:attrNameLst>
                                          <p:attrName>3d.object.scale.x</p:attrName>
                                        </p:attrNameLst>
                                      </p:cBhvr>
                                      <p:tavLst>
                                        <p:tav tm="0">
                                          <p:val>
                                            <p:fltVal val="0.8"/>
                                          </p:val>
                                        </p:tav>
                                        <p:tav tm="3330">
                                          <p:val>
                                            <p:fltVal val="0.8104"/>
                                          </p:val>
                                        </p:tav>
                                        <p:tav tm="6660">
                                          <p:val>
                                            <p:fltVal val="0.8208"/>
                                          </p:val>
                                        </p:tav>
                                        <p:tav tm="9990">
                                          <p:val>
                                            <p:fltVal val="0.8312"/>
                                          </p:val>
                                        </p:tav>
                                        <p:tav tm="13320">
                                          <p:val>
                                            <p:fltVal val="0.8415"/>
                                          </p:val>
                                        </p:tav>
                                        <p:tav tm="16650">
                                          <p:val>
                                            <p:fltVal val="0.8517"/>
                                          </p:val>
                                        </p:tav>
                                        <p:tav tm="19970">
                                          <p:val>
                                            <p:fltVal val="0.8617"/>
                                          </p:val>
                                        </p:tav>
                                        <p:tav tm="23290">
                                          <p:val>
                                            <p:fltVal val="0.8715"/>
                                          </p:val>
                                        </p:tav>
                                        <p:tav tm="26620">
                                          <p:val>
                                            <p:fltVal val="0.8812"/>
                                          </p:val>
                                        </p:tav>
                                        <p:tav tm="29950">
                                          <p:val>
                                            <p:fltVal val="0.8906"/>
                                          </p:val>
                                        </p:tav>
                                        <p:tav tm="33280">
                                          <p:val>
                                            <p:fltVal val="0.8998"/>
                                          </p:val>
                                        </p:tav>
                                        <p:tav tm="36610">
                                          <p:val>
                                            <p:fltVal val="0.9087"/>
                                          </p:val>
                                        </p:tav>
                                        <p:tav tm="39940">
                                          <p:val>
                                            <p:fltVal val="0.9174"/>
                                          </p:val>
                                        </p:tav>
                                        <p:tav tm="43270">
                                          <p:val>
                                            <p:fltVal val="0.9257"/>
                                          </p:val>
                                        </p:tav>
                                        <p:tav tm="46600">
                                          <p:val>
                                            <p:fltVal val="0.9336"/>
                                          </p:val>
                                        </p:tav>
                                        <p:tav tm="49930">
                                          <p:val>
                                            <p:fltVal val="0.9412"/>
                                          </p:val>
                                        </p:tav>
                                        <p:tav tm="53250">
                                          <p:val>
                                            <p:fltVal val="0.9484"/>
                                          </p:val>
                                        </p:tav>
                                        <p:tav tm="56580">
                                          <p:val>
                                            <p:fltVal val="0.9552"/>
                                          </p:val>
                                        </p:tav>
                                        <p:tav tm="59900">
                                          <p:val>
                                            <p:fltVal val="0.9616"/>
                                          </p:val>
                                        </p:tav>
                                        <p:tav tm="63220">
                                          <p:val>
                                            <p:fltVal val="0.9675"/>
                                          </p:val>
                                        </p:tav>
                                        <p:tav tm="66540">
                                          <p:val>
                                            <p:fltVal val="0.973"/>
                                          </p:val>
                                        </p:tav>
                                        <p:tav tm="69870">
                                          <p:val>
                                            <p:fltVal val="0.978"/>
                                          </p:val>
                                        </p:tav>
                                        <p:tav tm="73190">
                                          <p:val>
                                            <p:fltVal val="0.9825"/>
                                          </p:val>
                                        </p:tav>
                                        <p:tav tm="76510">
                                          <p:val>
                                            <p:fltVal val="0.9865"/>
                                          </p:val>
                                        </p:tav>
                                        <p:tav tm="79830">
                                          <p:val>
                                            <p:fltVal val="0.99"/>
                                          </p:val>
                                        </p:tav>
                                        <p:tav tm="83160">
                                          <p:val>
                                            <p:fltVal val="0.993"/>
                                          </p:val>
                                        </p:tav>
                                        <p:tav tm="86480">
                                          <p:val>
                                            <p:fltVal val="0.9955"/>
                                          </p:val>
                                        </p:tav>
                                        <p:tav tm="89800">
                                          <p:val>
                                            <p:fltVal val="0.9974"/>
                                          </p:val>
                                        </p:tav>
                                        <p:tav tm="93120">
                                          <p:val>
                                            <p:fltVal val="0.9988"/>
                                          </p:val>
                                        </p:tav>
                                        <p:tav tm="96450">
                                          <p:val>
                                            <p:fltVal val="0.9996"/>
                                          </p:val>
                                        </p:tav>
                                        <p:tav tm="100000">
                                          <p:val>
                                            <p:fltVal val="1"/>
                                          </p:val>
                                        </p:tav>
                                      </p:tavLst>
                                    </p:anim>
                                    <p:anim calcmode="lin" valueType="num">
                                      <p:cBhvr additive="mult">
                                        <p:cTn id="10" dur="1600" fill="hold"/>
                                        <p:tgtEl>
                                          <p:spTgt spid="16"/>
                                        </p:tgtEl>
                                        <p:attrNameLst>
                                          <p:attrName>3d.object.scale.y</p:attrName>
                                        </p:attrNameLst>
                                      </p:cBhvr>
                                      <p:tavLst>
                                        <p:tav tm="0">
                                          <p:val>
                                            <p:fltVal val="0.8"/>
                                          </p:val>
                                        </p:tav>
                                        <p:tav tm="3330">
                                          <p:val>
                                            <p:fltVal val="0.8104"/>
                                          </p:val>
                                        </p:tav>
                                        <p:tav tm="6660">
                                          <p:val>
                                            <p:fltVal val="0.8208"/>
                                          </p:val>
                                        </p:tav>
                                        <p:tav tm="9990">
                                          <p:val>
                                            <p:fltVal val="0.8312"/>
                                          </p:val>
                                        </p:tav>
                                        <p:tav tm="13320">
                                          <p:val>
                                            <p:fltVal val="0.8415"/>
                                          </p:val>
                                        </p:tav>
                                        <p:tav tm="16650">
                                          <p:val>
                                            <p:fltVal val="0.8517"/>
                                          </p:val>
                                        </p:tav>
                                        <p:tav tm="19970">
                                          <p:val>
                                            <p:fltVal val="0.8617"/>
                                          </p:val>
                                        </p:tav>
                                        <p:tav tm="23290">
                                          <p:val>
                                            <p:fltVal val="0.8715"/>
                                          </p:val>
                                        </p:tav>
                                        <p:tav tm="26620">
                                          <p:val>
                                            <p:fltVal val="0.8812"/>
                                          </p:val>
                                        </p:tav>
                                        <p:tav tm="29950">
                                          <p:val>
                                            <p:fltVal val="0.8906"/>
                                          </p:val>
                                        </p:tav>
                                        <p:tav tm="33280">
                                          <p:val>
                                            <p:fltVal val="0.8998"/>
                                          </p:val>
                                        </p:tav>
                                        <p:tav tm="36610">
                                          <p:val>
                                            <p:fltVal val="0.9087"/>
                                          </p:val>
                                        </p:tav>
                                        <p:tav tm="39940">
                                          <p:val>
                                            <p:fltVal val="0.9174"/>
                                          </p:val>
                                        </p:tav>
                                        <p:tav tm="43270">
                                          <p:val>
                                            <p:fltVal val="0.9257"/>
                                          </p:val>
                                        </p:tav>
                                        <p:tav tm="46600">
                                          <p:val>
                                            <p:fltVal val="0.9336"/>
                                          </p:val>
                                        </p:tav>
                                        <p:tav tm="49930">
                                          <p:val>
                                            <p:fltVal val="0.9412"/>
                                          </p:val>
                                        </p:tav>
                                        <p:tav tm="53250">
                                          <p:val>
                                            <p:fltVal val="0.9484"/>
                                          </p:val>
                                        </p:tav>
                                        <p:tav tm="56580">
                                          <p:val>
                                            <p:fltVal val="0.9552"/>
                                          </p:val>
                                        </p:tav>
                                        <p:tav tm="59900">
                                          <p:val>
                                            <p:fltVal val="0.9616"/>
                                          </p:val>
                                        </p:tav>
                                        <p:tav tm="63220">
                                          <p:val>
                                            <p:fltVal val="0.9675"/>
                                          </p:val>
                                        </p:tav>
                                        <p:tav tm="66540">
                                          <p:val>
                                            <p:fltVal val="0.973"/>
                                          </p:val>
                                        </p:tav>
                                        <p:tav tm="69870">
                                          <p:val>
                                            <p:fltVal val="0.978"/>
                                          </p:val>
                                        </p:tav>
                                        <p:tav tm="73190">
                                          <p:val>
                                            <p:fltVal val="0.9825"/>
                                          </p:val>
                                        </p:tav>
                                        <p:tav tm="76510">
                                          <p:val>
                                            <p:fltVal val="0.9865"/>
                                          </p:val>
                                        </p:tav>
                                        <p:tav tm="79830">
                                          <p:val>
                                            <p:fltVal val="0.99"/>
                                          </p:val>
                                        </p:tav>
                                        <p:tav tm="83160">
                                          <p:val>
                                            <p:fltVal val="0.993"/>
                                          </p:val>
                                        </p:tav>
                                        <p:tav tm="86480">
                                          <p:val>
                                            <p:fltVal val="0.9955"/>
                                          </p:val>
                                        </p:tav>
                                        <p:tav tm="89800">
                                          <p:val>
                                            <p:fltVal val="0.9974"/>
                                          </p:val>
                                        </p:tav>
                                        <p:tav tm="93120">
                                          <p:val>
                                            <p:fltVal val="0.9988"/>
                                          </p:val>
                                        </p:tav>
                                        <p:tav tm="96450">
                                          <p:val>
                                            <p:fltVal val="0.9996"/>
                                          </p:val>
                                        </p:tav>
                                        <p:tav tm="100000">
                                          <p:val>
                                            <p:fltVal val="1"/>
                                          </p:val>
                                        </p:tav>
                                      </p:tavLst>
                                    </p:anim>
                                    <p:anim calcmode="lin" valueType="num">
                                      <p:cBhvr additive="mult">
                                        <p:cTn id="11" dur="1600" fill="hold"/>
                                        <p:tgtEl>
                                          <p:spTgt spid="16"/>
                                        </p:tgtEl>
                                        <p:attrNameLst>
                                          <p:attrName>3d.object.scale.z</p:attrName>
                                        </p:attrNameLst>
                                      </p:cBhvr>
                                      <p:tavLst>
                                        <p:tav tm="0">
                                          <p:val>
                                            <p:fltVal val="0.8"/>
                                          </p:val>
                                        </p:tav>
                                        <p:tav tm="3330">
                                          <p:val>
                                            <p:fltVal val="0.8104"/>
                                          </p:val>
                                        </p:tav>
                                        <p:tav tm="6660">
                                          <p:val>
                                            <p:fltVal val="0.8208"/>
                                          </p:val>
                                        </p:tav>
                                        <p:tav tm="9990">
                                          <p:val>
                                            <p:fltVal val="0.8312"/>
                                          </p:val>
                                        </p:tav>
                                        <p:tav tm="13320">
                                          <p:val>
                                            <p:fltVal val="0.8415"/>
                                          </p:val>
                                        </p:tav>
                                        <p:tav tm="16650">
                                          <p:val>
                                            <p:fltVal val="0.8517"/>
                                          </p:val>
                                        </p:tav>
                                        <p:tav tm="19970">
                                          <p:val>
                                            <p:fltVal val="0.8617"/>
                                          </p:val>
                                        </p:tav>
                                        <p:tav tm="23290">
                                          <p:val>
                                            <p:fltVal val="0.8715"/>
                                          </p:val>
                                        </p:tav>
                                        <p:tav tm="26620">
                                          <p:val>
                                            <p:fltVal val="0.8812"/>
                                          </p:val>
                                        </p:tav>
                                        <p:tav tm="29950">
                                          <p:val>
                                            <p:fltVal val="0.8906"/>
                                          </p:val>
                                        </p:tav>
                                        <p:tav tm="33280">
                                          <p:val>
                                            <p:fltVal val="0.8998"/>
                                          </p:val>
                                        </p:tav>
                                        <p:tav tm="36610">
                                          <p:val>
                                            <p:fltVal val="0.9087"/>
                                          </p:val>
                                        </p:tav>
                                        <p:tav tm="39940">
                                          <p:val>
                                            <p:fltVal val="0.9174"/>
                                          </p:val>
                                        </p:tav>
                                        <p:tav tm="43270">
                                          <p:val>
                                            <p:fltVal val="0.9257"/>
                                          </p:val>
                                        </p:tav>
                                        <p:tav tm="46600">
                                          <p:val>
                                            <p:fltVal val="0.9336"/>
                                          </p:val>
                                        </p:tav>
                                        <p:tav tm="49930">
                                          <p:val>
                                            <p:fltVal val="0.9412"/>
                                          </p:val>
                                        </p:tav>
                                        <p:tav tm="53250">
                                          <p:val>
                                            <p:fltVal val="0.9484"/>
                                          </p:val>
                                        </p:tav>
                                        <p:tav tm="56580">
                                          <p:val>
                                            <p:fltVal val="0.9552"/>
                                          </p:val>
                                        </p:tav>
                                        <p:tav tm="59900">
                                          <p:val>
                                            <p:fltVal val="0.9616"/>
                                          </p:val>
                                        </p:tav>
                                        <p:tav tm="63220">
                                          <p:val>
                                            <p:fltVal val="0.9675"/>
                                          </p:val>
                                        </p:tav>
                                        <p:tav tm="66540">
                                          <p:val>
                                            <p:fltVal val="0.973"/>
                                          </p:val>
                                        </p:tav>
                                        <p:tav tm="69870">
                                          <p:val>
                                            <p:fltVal val="0.978"/>
                                          </p:val>
                                        </p:tav>
                                        <p:tav tm="73190">
                                          <p:val>
                                            <p:fltVal val="0.9825"/>
                                          </p:val>
                                        </p:tav>
                                        <p:tav tm="76510">
                                          <p:val>
                                            <p:fltVal val="0.9865"/>
                                          </p:val>
                                        </p:tav>
                                        <p:tav tm="79830">
                                          <p:val>
                                            <p:fltVal val="0.99"/>
                                          </p:val>
                                        </p:tav>
                                        <p:tav tm="83160">
                                          <p:val>
                                            <p:fltVal val="0.993"/>
                                          </p:val>
                                        </p:tav>
                                        <p:tav tm="86480">
                                          <p:val>
                                            <p:fltVal val="0.9955"/>
                                          </p:val>
                                        </p:tav>
                                        <p:tav tm="89800">
                                          <p:val>
                                            <p:fltVal val="0.9974"/>
                                          </p:val>
                                        </p:tav>
                                        <p:tav tm="93120">
                                          <p:val>
                                            <p:fltVal val="0.9988"/>
                                          </p:val>
                                        </p:tav>
                                        <p:tav tm="96450">
                                          <p:val>
                                            <p:fltVal val="0.9996"/>
                                          </p:val>
                                        </p:tav>
                                        <p:tav tm="100000">
                                          <p:val>
                                            <p:fltVal val="1"/>
                                          </p:val>
                                        </p:tav>
                                      </p:tavLst>
                                    </p:anim>
                                  </p:childTnLst>
                                </p:cTn>
                              </p:par>
                              <p:par>
                                <p:cTn id="12" presetID="60" presetClass="entr" presetSubtype="128" fill="hold" nodeType="withEffect">
                                  <p:stCondLst>
                                    <p:cond delay="30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1600"/>
                                        <p:tgtEl>
                                          <p:spTgt spid="17"/>
                                        </p:tgtEl>
                                      </p:cBhvr>
                                    </p:animEffect>
                                    <p:anim calcmode="lin" valueType="num">
                                      <p:cBhvr additive="sum">
                                        <p:cTn id="15" dur="1600" fill="hold"/>
                                        <p:tgtEl>
                                          <p:spTgt spid="17"/>
                                        </p:tgtEl>
                                        <p:attrNameLst>
                                          <p:attrName>3d.view.rotation.y</p:attrName>
                                        </p:attrNameLst>
                                      </p:cBhvr>
                                      <p:tavLst>
                                        <p:tav tm="0">
                                          <p:val>
                                            <p:fltVal val="-20"/>
                                          </p:val>
                                        </p:tav>
                                        <p:tav tm="3330">
                                          <p:val>
                                            <p:fltVal val="-19.9349"/>
                                          </p:val>
                                        </p:tav>
                                        <p:tav tm="6660">
                                          <p:val>
                                            <p:fltVal val="-19.7456"/>
                                          </p:val>
                                        </p:tav>
                                        <p:tav tm="9990">
                                          <p:val>
                                            <p:fltVal val="-19.441"/>
                                          </p:val>
                                        </p:tav>
                                        <p:tav tm="13320">
                                          <p:val>
                                            <p:fltVal val="-19.0299"/>
                                          </p:val>
                                        </p:tav>
                                        <p:tav tm="16650">
                                          <p:val>
                                            <p:fltVal val="-18.5212"/>
                                          </p:val>
                                        </p:tav>
                                        <p:tav tm="19970">
                                          <p:val>
                                            <p:fltVal val="-17.9257"/>
                                          </p:val>
                                        </p:tav>
                                        <p:tav tm="23290">
                                          <p:val>
                                            <p:fltVal val="-17.2507"/>
                                          </p:val>
                                        </p:tav>
                                        <p:tav tm="26620">
                                          <p:val>
                                            <p:fltVal val="-16.5027"/>
                                          </p:val>
                                        </p:tav>
                                        <p:tav tm="29950">
                                          <p:val>
                                            <p:fltVal val="-15.6925"/>
                                          </p:val>
                                        </p:tav>
                                        <p:tav tm="33280">
                                          <p:val>
                                            <p:fltVal val="-14.829"/>
                                          </p:val>
                                        </p:tav>
                                        <p:tav tm="36610">
                                          <p:val>
                                            <p:fltVal val="-13.9209"/>
                                          </p:val>
                                        </p:tav>
                                        <p:tav tm="39940">
                                          <p:val>
                                            <p:fltVal val="-12.9772"/>
                                          </p:val>
                                        </p:tav>
                                        <p:tav tm="43270">
                                          <p:val>
                                            <p:fltVal val="-12.0068"/>
                                          </p:val>
                                        </p:tav>
                                        <p:tav tm="46600">
                                          <p:val>
                                            <p:fltVal val="-11.0184"/>
                                          </p:val>
                                        </p:tav>
                                        <p:tav tm="49930">
                                          <p:val>
                                            <p:fltVal val="-10.0209"/>
                                          </p:val>
                                        </p:tav>
                                        <p:tav tm="53250">
                                          <p:val>
                                            <p:fltVal val="-9.0263"/>
                                          </p:val>
                                        </p:tav>
                                        <p:tav tm="56580">
                                          <p:val>
                                            <p:fltVal val="-8.0373"/>
                                          </p:val>
                                        </p:tav>
                                        <p:tav tm="59900">
                                          <p:val>
                                            <p:fltVal val="-7.0688"/>
                                          </p:val>
                                        </p:tav>
                                        <p:tav tm="63220">
                                          <p:val>
                                            <p:fltVal val="-6.1264"/>
                                          </p:val>
                                        </p:tav>
                                        <p:tav tm="66540">
                                          <p:val>
                                            <p:fltVal val="-5.2189"/>
                                          </p:val>
                                        </p:tav>
                                        <p:tav tm="69870">
                                          <p:val>
                                            <p:fltVal val="-4.3528"/>
                                          </p:val>
                                        </p:tav>
                                        <p:tav tm="73190">
                                          <p:val>
                                            <p:fltVal val="-3.5418"/>
                                          </p:val>
                                        </p:tav>
                                        <p:tav tm="76510">
                                          <p:val>
                                            <p:fltVal val="-2.7922"/>
                                          </p:val>
                                        </p:tav>
                                        <p:tav tm="79830">
                                          <p:val>
                                            <p:fltVal val="-2.1127"/>
                                          </p:val>
                                        </p:tav>
                                        <p:tav tm="83160">
                                          <p:val>
                                            <p:fltVal val="-1.5104"/>
                                          </p:val>
                                        </p:tav>
                                        <p:tav tm="86480">
                                          <p:val>
                                            <p:fltVal val="-0.9978"/>
                                          </p:val>
                                        </p:tav>
                                        <p:tav tm="89800">
                                          <p:val>
                                            <p:fltVal val="-0.5817"/>
                                          </p:val>
                                        </p:tav>
                                        <p:tav tm="93120">
                                          <p:val>
                                            <p:fltVal val="-0.2709"/>
                                          </p:val>
                                        </p:tav>
                                        <p:tav tm="96450">
                                          <p:val>
                                            <p:fltVal val="-0.0738"/>
                                          </p:val>
                                        </p:tav>
                                        <p:tav tm="100000">
                                          <p:val>
                                            <p:fltVal val="0"/>
                                          </p:val>
                                        </p:tav>
                                      </p:tavLst>
                                    </p:anim>
                                    <p:anim calcmode="lin" valueType="num">
                                      <p:cBhvr additive="mult">
                                        <p:cTn id="16" dur="1600" fill="hold"/>
                                        <p:tgtEl>
                                          <p:spTgt spid="17"/>
                                        </p:tgtEl>
                                        <p:attrNameLst>
                                          <p:attrName>3d.object.scale.x</p:attrName>
                                        </p:attrNameLst>
                                      </p:cBhvr>
                                      <p:tavLst>
                                        <p:tav tm="0">
                                          <p:val>
                                            <p:fltVal val="0.8"/>
                                          </p:val>
                                        </p:tav>
                                        <p:tav tm="3330">
                                          <p:val>
                                            <p:fltVal val="0.8104"/>
                                          </p:val>
                                        </p:tav>
                                        <p:tav tm="6660">
                                          <p:val>
                                            <p:fltVal val="0.8208"/>
                                          </p:val>
                                        </p:tav>
                                        <p:tav tm="9990">
                                          <p:val>
                                            <p:fltVal val="0.8312"/>
                                          </p:val>
                                        </p:tav>
                                        <p:tav tm="13320">
                                          <p:val>
                                            <p:fltVal val="0.8415"/>
                                          </p:val>
                                        </p:tav>
                                        <p:tav tm="16650">
                                          <p:val>
                                            <p:fltVal val="0.8517"/>
                                          </p:val>
                                        </p:tav>
                                        <p:tav tm="19970">
                                          <p:val>
                                            <p:fltVal val="0.8617"/>
                                          </p:val>
                                        </p:tav>
                                        <p:tav tm="23290">
                                          <p:val>
                                            <p:fltVal val="0.8715"/>
                                          </p:val>
                                        </p:tav>
                                        <p:tav tm="26620">
                                          <p:val>
                                            <p:fltVal val="0.8812"/>
                                          </p:val>
                                        </p:tav>
                                        <p:tav tm="29950">
                                          <p:val>
                                            <p:fltVal val="0.8906"/>
                                          </p:val>
                                        </p:tav>
                                        <p:tav tm="33280">
                                          <p:val>
                                            <p:fltVal val="0.8998"/>
                                          </p:val>
                                        </p:tav>
                                        <p:tav tm="36610">
                                          <p:val>
                                            <p:fltVal val="0.9087"/>
                                          </p:val>
                                        </p:tav>
                                        <p:tav tm="39940">
                                          <p:val>
                                            <p:fltVal val="0.9174"/>
                                          </p:val>
                                        </p:tav>
                                        <p:tav tm="43270">
                                          <p:val>
                                            <p:fltVal val="0.9257"/>
                                          </p:val>
                                        </p:tav>
                                        <p:tav tm="46600">
                                          <p:val>
                                            <p:fltVal val="0.9336"/>
                                          </p:val>
                                        </p:tav>
                                        <p:tav tm="49930">
                                          <p:val>
                                            <p:fltVal val="0.9412"/>
                                          </p:val>
                                        </p:tav>
                                        <p:tav tm="53250">
                                          <p:val>
                                            <p:fltVal val="0.9484"/>
                                          </p:val>
                                        </p:tav>
                                        <p:tav tm="56580">
                                          <p:val>
                                            <p:fltVal val="0.9552"/>
                                          </p:val>
                                        </p:tav>
                                        <p:tav tm="59900">
                                          <p:val>
                                            <p:fltVal val="0.9616"/>
                                          </p:val>
                                        </p:tav>
                                        <p:tav tm="63220">
                                          <p:val>
                                            <p:fltVal val="0.9675"/>
                                          </p:val>
                                        </p:tav>
                                        <p:tav tm="66540">
                                          <p:val>
                                            <p:fltVal val="0.973"/>
                                          </p:val>
                                        </p:tav>
                                        <p:tav tm="69870">
                                          <p:val>
                                            <p:fltVal val="0.978"/>
                                          </p:val>
                                        </p:tav>
                                        <p:tav tm="73190">
                                          <p:val>
                                            <p:fltVal val="0.9825"/>
                                          </p:val>
                                        </p:tav>
                                        <p:tav tm="76510">
                                          <p:val>
                                            <p:fltVal val="0.9865"/>
                                          </p:val>
                                        </p:tav>
                                        <p:tav tm="79830">
                                          <p:val>
                                            <p:fltVal val="0.99"/>
                                          </p:val>
                                        </p:tav>
                                        <p:tav tm="83160">
                                          <p:val>
                                            <p:fltVal val="0.993"/>
                                          </p:val>
                                        </p:tav>
                                        <p:tav tm="86480">
                                          <p:val>
                                            <p:fltVal val="0.9955"/>
                                          </p:val>
                                        </p:tav>
                                        <p:tav tm="89800">
                                          <p:val>
                                            <p:fltVal val="0.9974"/>
                                          </p:val>
                                        </p:tav>
                                        <p:tav tm="93120">
                                          <p:val>
                                            <p:fltVal val="0.9988"/>
                                          </p:val>
                                        </p:tav>
                                        <p:tav tm="96450">
                                          <p:val>
                                            <p:fltVal val="0.9996"/>
                                          </p:val>
                                        </p:tav>
                                        <p:tav tm="100000">
                                          <p:val>
                                            <p:fltVal val="1"/>
                                          </p:val>
                                        </p:tav>
                                      </p:tavLst>
                                    </p:anim>
                                    <p:anim calcmode="lin" valueType="num">
                                      <p:cBhvr additive="mult">
                                        <p:cTn id="17" dur="1600" fill="hold"/>
                                        <p:tgtEl>
                                          <p:spTgt spid="17"/>
                                        </p:tgtEl>
                                        <p:attrNameLst>
                                          <p:attrName>3d.object.scale.y</p:attrName>
                                        </p:attrNameLst>
                                      </p:cBhvr>
                                      <p:tavLst>
                                        <p:tav tm="0">
                                          <p:val>
                                            <p:fltVal val="0.8"/>
                                          </p:val>
                                        </p:tav>
                                        <p:tav tm="3330">
                                          <p:val>
                                            <p:fltVal val="0.8104"/>
                                          </p:val>
                                        </p:tav>
                                        <p:tav tm="6660">
                                          <p:val>
                                            <p:fltVal val="0.8208"/>
                                          </p:val>
                                        </p:tav>
                                        <p:tav tm="9990">
                                          <p:val>
                                            <p:fltVal val="0.8312"/>
                                          </p:val>
                                        </p:tav>
                                        <p:tav tm="13320">
                                          <p:val>
                                            <p:fltVal val="0.8415"/>
                                          </p:val>
                                        </p:tav>
                                        <p:tav tm="16650">
                                          <p:val>
                                            <p:fltVal val="0.8517"/>
                                          </p:val>
                                        </p:tav>
                                        <p:tav tm="19970">
                                          <p:val>
                                            <p:fltVal val="0.8617"/>
                                          </p:val>
                                        </p:tav>
                                        <p:tav tm="23290">
                                          <p:val>
                                            <p:fltVal val="0.8715"/>
                                          </p:val>
                                        </p:tav>
                                        <p:tav tm="26620">
                                          <p:val>
                                            <p:fltVal val="0.8812"/>
                                          </p:val>
                                        </p:tav>
                                        <p:tav tm="29950">
                                          <p:val>
                                            <p:fltVal val="0.8906"/>
                                          </p:val>
                                        </p:tav>
                                        <p:tav tm="33280">
                                          <p:val>
                                            <p:fltVal val="0.8998"/>
                                          </p:val>
                                        </p:tav>
                                        <p:tav tm="36610">
                                          <p:val>
                                            <p:fltVal val="0.9087"/>
                                          </p:val>
                                        </p:tav>
                                        <p:tav tm="39940">
                                          <p:val>
                                            <p:fltVal val="0.9174"/>
                                          </p:val>
                                        </p:tav>
                                        <p:tav tm="43270">
                                          <p:val>
                                            <p:fltVal val="0.9257"/>
                                          </p:val>
                                        </p:tav>
                                        <p:tav tm="46600">
                                          <p:val>
                                            <p:fltVal val="0.9336"/>
                                          </p:val>
                                        </p:tav>
                                        <p:tav tm="49930">
                                          <p:val>
                                            <p:fltVal val="0.9412"/>
                                          </p:val>
                                        </p:tav>
                                        <p:tav tm="53250">
                                          <p:val>
                                            <p:fltVal val="0.9484"/>
                                          </p:val>
                                        </p:tav>
                                        <p:tav tm="56580">
                                          <p:val>
                                            <p:fltVal val="0.9552"/>
                                          </p:val>
                                        </p:tav>
                                        <p:tav tm="59900">
                                          <p:val>
                                            <p:fltVal val="0.9616"/>
                                          </p:val>
                                        </p:tav>
                                        <p:tav tm="63220">
                                          <p:val>
                                            <p:fltVal val="0.9675"/>
                                          </p:val>
                                        </p:tav>
                                        <p:tav tm="66540">
                                          <p:val>
                                            <p:fltVal val="0.973"/>
                                          </p:val>
                                        </p:tav>
                                        <p:tav tm="69870">
                                          <p:val>
                                            <p:fltVal val="0.978"/>
                                          </p:val>
                                        </p:tav>
                                        <p:tav tm="73190">
                                          <p:val>
                                            <p:fltVal val="0.9825"/>
                                          </p:val>
                                        </p:tav>
                                        <p:tav tm="76510">
                                          <p:val>
                                            <p:fltVal val="0.9865"/>
                                          </p:val>
                                        </p:tav>
                                        <p:tav tm="79830">
                                          <p:val>
                                            <p:fltVal val="0.99"/>
                                          </p:val>
                                        </p:tav>
                                        <p:tav tm="83160">
                                          <p:val>
                                            <p:fltVal val="0.993"/>
                                          </p:val>
                                        </p:tav>
                                        <p:tav tm="86480">
                                          <p:val>
                                            <p:fltVal val="0.9955"/>
                                          </p:val>
                                        </p:tav>
                                        <p:tav tm="89800">
                                          <p:val>
                                            <p:fltVal val="0.9974"/>
                                          </p:val>
                                        </p:tav>
                                        <p:tav tm="93120">
                                          <p:val>
                                            <p:fltVal val="0.9988"/>
                                          </p:val>
                                        </p:tav>
                                        <p:tav tm="96450">
                                          <p:val>
                                            <p:fltVal val="0.9996"/>
                                          </p:val>
                                        </p:tav>
                                        <p:tav tm="100000">
                                          <p:val>
                                            <p:fltVal val="1"/>
                                          </p:val>
                                        </p:tav>
                                      </p:tavLst>
                                    </p:anim>
                                    <p:anim calcmode="lin" valueType="num">
                                      <p:cBhvr additive="mult">
                                        <p:cTn id="18" dur="1600" fill="hold"/>
                                        <p:tgtEl>
                                          <p:spTgt spid="17"/>
                                        </p:tgtEl>
                                        <p:attrNameLst>
                                          <p:attrName>3d.object.scale.z</p:attrName>
                                        </p:attrNameLst>
                                      </p:cBhvr>
                                      <p:tavLst>
                                        <p:tav tm="0">
                                          <p:val>
                                            <p:fltVal val="0.8"/>
                                          </p:val>
                                        </p:tav>
                                        <p:tav tm="3330">
                                          <p:val>
                                            <p:fltVal val="0.8104"/>
                                          </p:val>
                                        </p:tav>
                                        <p:tav tm="6660">
                                          <p:val>
                                            <p:fltVal val="0.8208"/>
                                          </p:val>
                                        </p:tav>
                                        <p:tav tm="9990">
                                          <p:val>
                                            <p:fltVal val="0.8312"/>
                                          </p:val>
                                        </p:tav>
                                        <p:tav tm="13320">
                                          <p:val>
                                            <p:fltVal val="0.8415"/>
                                          </p:val>
                                        </p:tav>
                                        <p:tav tm="16650">
                                          <p:val>
                                            <p:fltVal val="0.8517"/>
                                          </p:val>
                                        </p:tav>
                                        <p:tav tm="19970">
                                          <p:val>
                                            <p:fltVal val="0.8617"/>
                                          </p:val>
                                        </p:tav>
                                        <p:tav tm="23290">
                                          <p:val>
                                            <p:fltVal val="0.8715"/>
                                          </p:val>
                                        </p:tav>
                                        <p:tav tm="26620">
                                          <p:val>
                                            <p:fltVal val="0.8812"/>
                                          </p:val>
                                        </p:tav>
                                        <p:tav tm="29950">
                                          <p:val>
                                            <p:fltVal val="0.8906"/>
                                          </p:val>
                                        </p:tav>
                                        <p:tav tm="33280">
                                          <p:val>
                                            <p:fltVal val="0.8998"/>
                                          </p:val>
                                        </p:tav>
                                        <p:tav tm="36610">
                                          <p:val>
                                            <p:fltVal val="0.9087"/>
                                          </p:val>
                                        </p:tav>
                                        <p:tav tm="39940">
                                          <p:val>
                                            <p:fltVal val="0.9174"/>
                                          </p:val>
                                        </p:tav>
                                        <p:tav tm="43270">
                                          <p:val>
                                            <p:fltVal val="0.9257"/>
                                          </p:val>
                                        </p:tav>
                                        <p:tav tm="46600">
                                          <p:val>
                                            <p:fltVal val="0.9336"/>
                                          </p:val>
                                        </p:tav>
                                        <p:tav tm="49930">
                                          <p:val>
                                            <p:fltVal val="0.9412"/>
                                          </p:val>
                                        </p:tav>
                                        <p:tav tm="53250">
                                          <p:val>
                                            <p:fltVal val="0.9484"/>
                                          </p:val>
                                        </p:tav>
                                        <p:tav tm="56580">
                                          <p:val>
                                            <p:fltVal val="0.9552"/>
                                          </p:val>
                                        </p:tav>
                                        <p:tav tm="59900">
                                          <p:val>
                                            <p:fltVal val="0.9616"/>
                                          </p:val>
                                        </p:tav>
                                        <p:tav tm="63220">
                                          <p:val>
                                            <p:fltVal val="0.9675"/>
                                          </p:val>
                                        </p:tav>
                                        <p:tav tm="66540">
                                          <p:val>
                                            <p:fltVal val="0.973"/>
                                          </p:val>
                                        </p:tav>
                                        <p:tav tm="69870">
                                          <p:val>
                                            <p:fltVal val="0.978"/>
                                          </p:val>
                                        </p:tav>
                                        <p:tav tm="73190">
                                          <p:val>
                                            <p:fltVal val="0.9825"/>
                                          </p:val>
                                        </p:tav>
                                        <p:tav tm="76510">
                                          <p:val>
                                            <p:fltVal val="0.9865"/>
                                          </p:val>
                                        </p:tav>
                                        <p:tav tm="79830">
                                          <p:val>
                                            <p:fltVal val="0.99"/>
                                          </p:val>
                                        </p:tav>
                                        <p:tav tm="83160">
                                          <p:val>
                                            <p:fltVal val="0.993"/>
                                          </p:val>
                                        </p:tav>
                                        <p:tav tm="86480">
                                          <p:val>
                                            <p:fltVal val="0.9955"/>
                                          </p:val>
                                        </p:tav>
                                        <p:tav tm="89800">
                                          <p:val>
                                            <p:fltVal val="0.9974"/>
                                          </p:val>
                                        </p:tav>
                                        <p:tav tm="93120">
                                          <p:val>
                                            <p:fltVal val="0.9988"/>
                                          </p:val>
                                        </p:tav>
                                        <p:tav tm="96450">
                                          <p:val>
                                            <p:fltVal val="0.9996"/>
                                          </p:val>
                                        </p:tav>
                                        <p:tav tm="100000">
                                          <p:val>
                                            <p:fltVal val="1"/>
                                          </p:val>
                                        </p:tav>
                                      </p:tavLst>
                                    </p:anim>
                                  </p:childTnLst>
                                </p:cTn>
                              </p:par>
                              <p:par>
                                <p:cTn id="19" presetID="37" presetClass="emph" presetSubtype="128" repeatCount="indefinite" fill="hold" nodeType="withEffect">
                                  <p:stCondLst>
                                    <p:cond delay="1900"/>
                                  </p:stCondLst>
                                  <p:childTnLst>
                                    <p:animRot by="21600000">
                                      <p:cBhvr>
                                        <p:cTn id="20" dur="10000" fill="hold"/>
                                        <p:tgtEl>
                                          <p:spTgt spid="16"/>
                                        </p:tgtEl>
                                        <p:attrNameLst>
                                          <p:attrName>3d.view.rotation.y</p:attrName>
                                        </p:attrNameLst>
                                      </p:cBhvr>
                                    </p:animRot>
                                  </p:childTnLst>
                                </p:cTn>
                              </p:par>
                              <p:par>
                                <p:cTn id="21" presetID="37" presetClass="emph" presetSubtype="128" repeatCount="indefinite" fill="hold" nodeType="withEffect">
                                  <p:stCondLst>
                                    <p:cond delay="1900"/>
                                  </p:stCondLst>
                                  <p:childTnLst>
                                    <p:animRot by="-21600000">
                                      <p:cBhvr>
                                        <p:cTn id="22" dur="6667" fill="hold"/>
                                        <p:tgtEl>
                                          <p:spTgt spid="17"/>
                                        </p:tgtEl>
                                        <p:attrNameLst>
                                          <p:attrName>3d.view.rotation.y</p:attrName>
                                        </p:attrNameLst>
                                      </p:cBhvr>
                                    </p:animRot>
                                  </p:childTnLst>
                                </p:cTn>
                              </p:par>
                              <p:par>
                                <p:cTn id="23" presetID="53" presetClass="entr" presetSubtype="16" fill="hold" nodeType="withEffect">
                                  <p:stCondLst>
                                    <p:cond delay="1360"/>
                                  </p:stCondLst>
                                  <p:childTnLst>
                                    <p:set>
                                      <p:cBhvr>
                                        <p:cTn id="24" dur="1" fill="hold">
                                          <p:stCondLst>
                                            <p:cond delay="0"/>
                                          </p:stCondLst>
                                        </p:cTn>
                                        <p:tgtEl>
                                          <p:spTgt spid="3"/>
                                        </p:tgtEl>
                                        <p:attrNameLst>
                                          <p:attrName>style.visibility</p:attrName>
                                        </p:attrNameLst>
                                      </p:cBhvr>
                                      <p:to>
                                        <p:strVal val="visible"/>
                                      </p:to>
                                    </p:set>
                                    <p:anim calcmode="lin" valueType="num">
                                      <p:cBhvr>
                                        <p:cTn id="25" dur="550" fill="hold"/>
                                        <p:tgtEl>
                                          <p:spTgt spid="3"/>
                                        </p:tgtEl>
                                        <p:attrNameLst>
                                          <p:attrName>ppt_w</p:attrName>
                                        </p:attrNameLst>
                                      </p:cBhvr>
                                      <p:tavLst>
                                        <p:tav tm="0">
                                          <p:val>
                                            <p:fltVal val="0"/>
                                          </p:val>
                                        </p:tav>
                                        <p:tav tm="100000">
                                          <p:val>
                                            <p:strVal val="#ppt_w"/>
                                          </p:val>
                                        </p:tav>
                                      </p:tavLst>
                                    </p:anim>
                                    <p:anim calcmode="lin" valueType="num">
                                      <p:cBhvr>
                                        <p:cTn id="26" dur="550" fill="hold"/>
                                        <p:tgtEl>
                                          <p:spTgt spid="3"/>
                                        </p:tgtEl>
                                        <p:attrNameLst>
                                          <p:attrName>ppt_h</p:attrName>
                                        </p:attrNameLst>
                                      </p:cBhvr>
                                      <p:tavLst>
                                        <p:tav tm="0">
                                          <p:val>
                                            <p:fltVal val="0"/>
                                          </p:val>
                                        </p:tav>
                                        <p:tav tm="100000">
                                          <p:val>
                                            <p:strVal val="#ppt_h"/>
                                          </p:val>
                                        </p:tav>
                                      </p:tavLst>
                                    </p:anim>
                                    <p:animEffect transition="in" filter="fade">
                                      <p:cBhvr>
                                        <p:cTn id="27" dur="550"/>
                                        <p:tgtEl>
                                          <p:spTgt spid="3"/>
                                        </p:tgtEl>
                                      </p:cBhvr>
                                    </p:animEffect>
                                  </p:childTnLst>
                                </p:cTn>
                              </p:par>
                              <p:par>
                                <p:cTn id="28" presetID="55" presetClass="entr" presetSubtype="0" fill="hold" grpId="0" nodeType="withEffect">
                                  <p:stCondLst>
                                    <p:cond delay="1520"/>
                                  </p:stCondLst>
                                  <p:childTnLst>
                                    <p:set>
                                      <p:cBhvr>
                                        <p:cTn id="29" dur="1" fill="hold">
                                          <p:stCondLst>
                                            <p:cond delay="0"/>
                                          </p:stCondLst>
                                        </p:cTn>
                                        <p:tgtEl>
                                          <p:spTgt spid="4"/>
                                        </p:tgtEl>
                                        <p:attrNameLst>
                                          <p:attrName>style.visibility</p:attrName>
                                        </p:attrNameLst>
                                      </p:cBhvr>
                                      <p:to>
                                        <p:strVal val="visible"/>
                                      </p:to>
                                    </p:set>
                                    <p:anim calcmode="lin" valueType="num">
                                      <p:cBhvr>
                                        <p:cTn id="30" dur="550" fill="hold"/>
                                        <p:tgtEl>
                                          <p:spTgt spid="4"/>
                                        </p:tgtEl>
                                        <p:attrNameLst>
                                          <p:attrName>ppt_w</p:attrName>
                                        </p:attrNameLst>
                                      </p:cBhvr>
                                      <p:tavLst>
                                        <p:tav tm="0">
                                          <p:val>
                                            <p:strVal val="#ppt_w*0.70"/>
                                          </p:val>
                                        </p:tav>
                                        <p:tav tm="100000">
                                          <p:val>
                                            <p:strVal val="#ppt_w"/>
                                          </p:val>
                                        </p:tav>
                                      </p:tavLst>
                                    </p:anim>
                                    <p:anim calcmode="lin" valueType="num">
                                      <p:cBhvr>
                                        <p:cTn id="31" dur="550" fill="hold"/>
                                        <p:tgtEl>
                                          <p:spTgt spid="4"/>
                                        </p:tgtEl>
                                        <p:attrNameLst>
                                          <p:attrName>ppt_h</p:attrName>
                                        </p:attrNameLst>
                                      </p:cBhvr>
                                      <p:tavLst>
                                        <p:tav tm="0">
                                          <p:val>
                                            <p:strVal val="#ppt_h"/>
                                          </p:val>
                                        </p:tav>
                                        <p:tav tm="100000">
                                          <p:val>
                                            <p:strVal val="#ppt_h"/>
                                          </p:val>
                                        </p:tav>
                                      </p:tavLst>
                                    </p:anim>
                                    <p:animEffect transition="in" filter="fade">
                                      <p:cBhvr>
                                        <p:cTn id="32" dur="550"/>
                                        <p:tgtEl>
                                          <p:spTgt spid="4"/>
                                        </p:tgtEl>
                                      </p:cBhvr>
                                    </p:animEffect>
                                  </p:childTnLst>
                                </p:cTn>
                              </p:par>
                              <p:par>
                                <p:cTn id="33" presetID="53" presetClass="entr" presetSubtype="16" fill="hold" nodeType="withEffect">
                                  <p:stCondLst>
                                    <p:cond delay="1680"/>
                                  </p:stCondLst>
                                  <p:childTnLst>
                                    <p:set>
                                      <p:cBhvr>
                                        <p:cTn id="34" dur="1" fill="hold">
                                          <p:stCondLst>
                                            <p:cond delay="0"/>
                                          </p:stCondLst>
                                        </p:cTn>
                                        <p:tgtEl>
                                          <p:spTgt spid="5"/>
                                        </p:tgtEl>
                                        <p:attrNameLst>
                                          <p:attrName>style.visibility</p:attrName>
                                        </p:attrNameLst>
                                      </p:cBhvr>
                                      <p:to>
                                        <p:strVal val="visible"/>
                                      </p:to>
                                    </p:set>
                                    <p:anim calcmode="lin" valueType="num">
                                      <p:cBhvr>
                                        <p:cTn id="35" dur="550" fill="hold"/>
                                        <p:tgtEl>
                                          <p:spTgt spid="5"/>
                                        </p:tgtEl>
                                        <p:attrNameLst>
                                          <p:attrName>ppt_w</p:attrName>
                                        </p:attrNameLst>
                                      </p:cBhvr>
                                      <p:tavLst>
                                        <p:tav tm="0">
                                          <p:val>
                                            <p:fltVal val="0"/>
                                          </p:val>
                                        </p:tav>
                                        <p:tav tm="100000">
                                          <p:val>
                                            <p:strVal val="#ppt_w"/>
                                          </p:val>
                                        </p:tav>
                                      </p:tavLst>
                                    </p:anim>
                                    <p:anim calcmode="lin" valueType="num">
                                      <p:cBhvr>
                                        <p:cTn id="36" dur="550" fill="hold"/>
                                        <p:tgtEl>
                                          <p:spTgt spid="5"/>
                                        </p:tgtEl>
                                        <p:attrNameLst>
                                          <p:attrName>ppt_h</p:attrName>
                                        </p:attrNameLst>
                                      </p:cBhvr>
                                      <p:tavLst>
                                        <p:tav tm="0">
                                          <p:val>
                                            <p:fltVal val="0"/>
                                          </p:val>
                                        </p:tav>
                                        <p:tav tm="100000">
                                          <p:val>
                                            <p:strVal val="#ppt_h"/>
                                          </p:val>
                                        </p:tav>
                                      </p:tavLst>
                                    </p:anim>
                                    <p:animEffect transition="in" filter="fade">
                                      <p:cBhvr>
                                        <p:cTn id="37" dur="550"/>
                                        <p:tgtEl>
                                          <p:spTgt spid="5"/>
                                        </p:tgtEl>
                                      </p:cBhvr>
                                    </p:animEffect>
                                  </p:childTnLst>
                                </p:cTn>
                              </p:par>
                              <p:par>
                                <p:cTn id="38" presetID="53" presetClass="entr" presetSubtype="16" fill="hold" grpId="0" nodeType="withEffect">
                                  <p:stCondLst>
                                    <p:cond delay="1680"/>
                                  </p:stCondLst>
                                  <p:childTnLst>
                                    <p:set>
                                      <p:cBhvr>
                                        <p:cTn id="39" dur="1" fill="hold">
                                          <p:stCondLst>
                                            <p:cond delay="0"/>
                                          </p:stCondLst>
                                        </p:cTn>
                                        <p:tgtEl>
                                          <p:spTgt spid="7"/>
                                        </p:tgtEl>
                                        <p:attrNameLst>
                                          <p:attrName>style.visibility</p:attrName>
                                        </p:attrNameLst>
                                      </p:cBhvr>
                                      <p:to>
                                        <p:strVal val="visible"/>
                                      </p:to>
                                    </p:set>
                                    <p:anim calcmode="lin" valueType="num">
                                      <p:cBhvr>
                                        <p:cTn id="40" dur="550" fill="hold"/>
                                        <p:tgtEl>
                                          <p:spTgt spid="7"/>
                                        </p:tgtEl>
                                        <p:attrNameLst>
                                          <p:attrName>ppt_w</p:attrName>
                                        </p:attrNameLst>
                                      </p:cBhvr>
                                      <p:tavLst>
                                        <p:tav tm="0">
                                          <p:val>
                                            <p:fltVal val="0"/>
                                          </p:val>
                                        </p:tav>
                                        <p:tav tm="100000">
                                          <p:val>
                                            <p:strVal val="#ppt_w"/>
                                          </p:val>
                                        </p:tav>
                                      </p:tavLst>
                                    </p:anim>
                                    <p:anim calcmode="lin" valueType="num">
                                      <p:cBhvr>
                                        <p:cTn id="41" dur="550" fill="hold"/>
                                        <p:tgtEl>
                                          <p:spTgt spid="7"/>
                                        </p:tgtEl>
                                        <p:attrNameLst>
                                          <p:attrName>ppt_h</p:attrName>
                                        </p:attrNameLst>
                                      </p:cBhvr>
                                      <p:tavLst>
                                        <p:tav tm="0">
                                          <p:val>
                                            <p:fltVal val="0"/>
                                          </p:val>
                                        </p:tav>
                                        <p:tav tm="100000">
                                          <p:val>
                                            <p:strVal val="#ppt_h"/>
                                          </p:val>
                                        </p:tav>
                                      </p:tavLst>
                                    </p:anim>
                                    <p:animEffect transition="in" filter="fade">
                                      <p:cBhvr>
                                        <p:cTn id="42" dur="550"/>
                                        <p:tgtEl>
                                          <p:spTgt spid="7"/>
                                        </p:tgtEl>
                                      </p:cBhvr>
                                    </p:animEffect>
                                  </p:childTnLst>
                                </p:cTn>
                              </p:par>
                              <p:par>
                                <p:cTn id="43" presetID="2" presetClass="entr" presetSubtype="8" fill="hold" nodeType="withEffect">
                                  <p:stCondLst>
                                    <p:cond delay="1840"/>
                                  </p:stCondLst>
                                  <p:childTnLst>
                                    <p:set>
                                      <p:cBhvr>
                                        <p:cTn id="44" dur="1" fill="hold">
                                          <p:stCondLst>
                                            <p:cond delay="0"/>
                                          </p:stCondLst>
                                        </p:cTn>
                                        <p:tgtEl>
                                          <p:spTgt spid="8"/>
                                        </p:tgtEl>
                                        <p:attrNameLst>
                                          <p:attrName>style.visibility</p:attrName>
                                        </p:attrNameLst>
                                      </p:cBhvr>
                                      <p:to>
                                        <p:strVal val="visible"/>
                                      </p:to>
                                    </p:set>
                                    <p:anim calcmode="lin" valueType="num">
                                      <p:cBhvr additive="base">
                                        <p:cTn id="45" dur="500" fill="hold"/>
                                        <p:tgtEl>
                                          <p:spTgt spid="8"/>
                                        </p:tgtEl>
                                        <p:attrNameLst>
                                          <p:attrName>ppt_x</p:attrName>
                                        </p:attrNameLst>
                                      </p:cBhvr>
                                      <p:tavLst>
                                        <p:tav tm="0">
                                          <p:val>
                                            <p:strVal val="0-#ppt_w/2"/>
                                          </p:val>
                                        </p:tav>
                                        <p:tav tm="100000">
                                          <p:val>
                                            <p:strVal val="#ppt_x"/>
                                          </p:val>
                                        </p:tav>
                                      </p:tavLst>
                                    </p:anim>
                                    <p:anim calcmode="lin" valueType="num">
                                      <p:cBhvr additive="base">
                                        <p:cTn id="46" dur="500" fill="hold"/>
                                        <p:tgtEl>
                                          <p:spTgt spid="8"/>
                                        </p:tgtEl>
                                        <p:attrNameLst>
                                          <p:attrName>ppt_y</p:attrName>
                                        </p:attrNameLst>
                                      </p:cBhvr>
                                      <p:tavLst>
                                        <p:tav tm="0">
                                          <p:val>
                                            <p:strVal val="#ppt_y"/>
                                          </p:val>
                                        </p:tav>
                                        <p:tav tm="100000">
                                          <p:val>
                                            <p:strVal val="#ppt_y"/>
                                          </p:val>
                                        </p:tav>
                                      </p:tavLst>
                                    </p:anim>
                                  </p:childTnLst>
                                </p:cTn>
                              </p:par>
                              <p:par>
                                <p:cTn id="47" presetID="2" presetClass="entr" presetSubtype="8" fill="hold" grpId="0" nodeType="withEffect">
                                  <p:stCondLst>
                                    <p:cond delay="1840"/>
                                  </p:stCondLst>
                                  <p:childTnLst>
                                    <p:set>
                                      <p:cBhvr>
                                        <p:cTn id="48" dur="1" fill="hold">
                                          <p:stCondLst>
                                            <p:cond delay="0"/>
                                          </p:stCondLst>
                                        </p:cTn>
                                        <p:tgtEl>
                                          <p:spTgt spid="9"/>
                                        </p:tgtEl>
                                        <p:attrNameLst>
                                          <p:attrName>style.visibility</p:attrName>
                                        </p:attrNameLst>
                                      </p:cBhvr>
                                      <p:to>
                                        <p:strVal val="visible"/>
                                      </p:to>
                                    </p:set>
                                    <p:anim calcmode="lin" valueType="num">
                                      <p:cBhvr additive="base">
                                        <p:cTn id="49" dur="500" fill="hold"/>
                                        <p:tgtEl>
                                          <p:spTgt spid="9"/>
                                        </p:tgtEl>
                                        <p:attrNameLst>
                                          <p:attrName>ppt_x</p:attrName>
                                        </p:attrNameLst>
                                      </p:cBhvr>
                                      <p:tavLst>
                                        <p:tav tm="0">
                                          <p:val>
                                            <p:strVal val="0-#ppt_w/2"/>
                                          </p:val>
                                        </p:tav>
                                        <p:tav tm="100000">
                                          <p:val>
                                            <p:strVal val="#ppt_x"/>
                                          </p:val>
                                        </p:tav>
                                      </p:tavLst>
                                    </p:anim>
                                    <p:anim calcmode="lin" valueType="num">
                                      <p:cBhvr additive="base">
                                        <p:cTn id="50" dur="500" fill="hold"/>
                                        <p:tgtEl>
                                          <p:spTgt spid="9"/>
                                        </p:tgtEl>
                                        <p:attrNameLst>
                                          <p:attrName>ppt_y</p:attrName>
                                        </p:attrNameLst>
                                      </p:cBhvr>
                                      <p:tavLst>
                                        <p:tav tm="0">
                                          <p:val>
                                            <p:strVal val="#ppt_y"/>
                                          </p:val>
                                        </p:tav>
                                        <p:tav tm="100000">
                                          <p:val>
                                            <p:strVal val="#ppt_y"/>
                                          </p:val>
                                        </p:tav>
                                      </p:tavLst>
                                    </p:anim>
                                  </p:childTnLst>
                                </p:cTn>
                              </p:par>
                              <p:par>
                                <p:cTn id="51" presetID="2" presetClass="entr" presetSubtype="8" fill="hold" nodeType="withEffect">
                                  <p:stCondLst>
                                    <p:cond delay="2000"/>
                                  </p:stCondLst>
                                  <p:childTnLst>
                                    <p:set>
                                      <p:cBhvr>
                                        <p:cTn id="52" dur="1" fill="hold">
                                          <p:stCondLst>
                                            <p:cond delay="0"/>
                                          </p:stCondLst>
                                        </p:cTn>
                                        <p:tgtEl>
                                          <p:spTgt spid="10"/>
                                        </p:tgtEl>
                                        <p:attrNameLst>
                                          <p:attrName>style.visibility</p:attrName>
                                        </p:attrNameLst>
                                      </p:cBhvr>
                                      <p:to>
                                        <p:strVal val="visible"/>
                                      </p:to>
                                    </p:set>
                                    <p:anim calcmode="lin" valueType="num">
                                      <p:cBhvr additive="base">
                                        <p:cTn id="53" dur="500" fill="hold"/>
                                        <p:tgtEl>
                                          <p:spTgt spid="10"/>
                                        </p:tgtEl>
                                        <p:attrNameLst>
                                          <p:attrName>ppt_x</p:attrName>
                                        </p:attrNameLst>
                                      </p:cBhvr>
                                      <p:tavLst>
                                        <p:tav tm="0">
                                          <p:val>
                                            <p:strVal val="0-#ppt_w/2"/>
                                          </p:val>
                                        </p:tav>
                                        <p:tav tm="100000">
                                          <p:val>
                                            <p:strVal val="#ppt_x"/>
                                          </p:val>
                                        </p:tav>
                                      </p:tavLst>
                                    </p:anim>
                                    <p:anim calcmode="lin" valueType="num">
                                      <p:cBhvr additive="base">
                                        <p:cTn id="54" dur="500" fill="hold"/>
                                        <p:tgtEl>
                                          <p:spTgt spid="10"/>
                                        </p:tgtEl>
                                        <p:attrNameLst>
                                          <p:attrName>ppt_y</p:attrName>
                                        </p:attrNameLst>
                                      </p:cBhvr>
                                      <p:tavLst>
                                        <p:tav tm="0">
                                          <p:val>
                                            <p:strVal val="#ppt_y"/>
                                          </p:val>
                                        </p:tav>
                                        <p:tav tm="100000">
                                          <p:val>
                                            <p:strVal val="#ppt_y"/>
                                          </p:val>
                                        </p:tav>
                                      </p:tavLst>
                                    </p:anim>
                                  </p:childTnLst>
                                </p:cTn>
                              </p:par>
                              <p:par>
                                <p:cTn id="55" presetID="2" presetClass="entr" presetSubtype="8" fill="hold" grpId="0" nodeType="withEffect">
                                  <p:stCondLst>
                                    <p:cond delay="2000"/>
                                  </p:stCondLst>
                                  <p:childTnLst>
                                    <p:set>
                                      <p:cBhvr>
                                        <p:cTn id="56" dur="1" fill="hold">
                                          <p:stCondLst>
                                            <p:cond delay="0"/>
                                          </p:stCondLst>
                                        </p:cTn>
                                        <p:tgtEl>
                                          <p:spTgt spid="11"/>
                                        </p:tgtEl>
                                        <p:attrNameLst>
                                          <p:attrName>style.visibility</p:attrName>
                                        </p:attrNameLst>
                                      </p:cBhvr>
                                      <p:to>
                                        <p:strVal val="visible"/>
                                      </p:to>
                                    </p:set>
                                    <p:anim calcmode="lin" valueType="num">
                                      <p:cBhvr additive="base">
                                        <p:cTn id="57" dur="500" fill="hold"/>
                                        <p:tgtEl>
                                          <p:spTgt spid="11"/>
                                        </p:tgtEl>
                                        <p:attrNameLst>
                                          <p:attrName>ppt_x</p:attrName>
                                        </p:attrNameLst>
                                      </p:cBhvr>
                                      <p:tavLst>
                                        <p:tav tm="0">
                                          <p:val>
                                            <p:strVal val="0-#ppt_w/2"/>
                                          </p:val>
                                        </p:tav>
                                        <p:tav tm="100000">
                                          <p:val>
                                            <p:strVal val="#ppt_x"/>
                                          </p:val>
                                        </p:tav>
                                      </p:tavLst>
                                    </p:anim>
                                    <p:anim calcmode="lin" valueType="num">
                                      <p:cBhvr additive="base">
                                        <p:cTn id="58" dur="500" fill="hold"/>
                                        <p:tgtEl>
                                          <p:spTgt spid="11"/>
                                        </p:tgtEl>
                                        <p:attrNameLst>
                                          <p:attrName>ppt_y</p:attrName>
                                        </p:attrNameLst>
                                      </p:cBhvr>
                                      <p:tavLst>
                                        <p:tav tm="0">
                                          <p:val>
                                            <p:strVal val="#ppt_y"/>
                                          </p:val>
                                        </p:tav>
                                        <p:tav tm="100000">
                                          <p:val>
                                            <p:strVal val="#ppt_y"/>
                                          </p:val>
                                        </p:tav>
                                      </p:tavLst>
                                    </p:anim>
                                  </p:childTnLst>
                                </p:cTn>
                              </p:par>
                              <p:par>
                                <p:cTn id="59" presetID="2" presetClass="entr" presetSubtype="8" fill="hold" nodeType="withEffect">
                                  <p:stCondLst>
                                    <p:cond delay="2160"/>
                                  </p:stCondLst>
                                  <p:childTnLst>
                                    <p:set>
                                      <p:cBhvr>
                                        <p:cTn id="60" dur="1" fill="hold">
                                          <p:stCondLst>
                                            <p:cond delay="0"/>
                                          </p:stCondLst>
                                        </p:cTn>
                                        <p:tgtEl>
                                          <p:spTgt spid="12"/>
                                        </p:tgtEl>
                                        <p:attrNameLst>
                                          <p:attrName>style.visibility</p:attrName>
                                        </p:attrNameLst>
                                      </p:cBhvr>
                                      <p:to>
                                        <p:strVal val="visible"/>
                                      </p:to>
                                    </p:set>
                                    <p:anim calcmode="lin" valueType="num">
                                      <p:cBhvr additive="base">
                                        <p:cTn id="61" dur="500" fill="hold"/>
                                        <p:tgtEl>
                                          <p:spTgt spid="12"/>
                                        </p:tgtEl>
                                        <p:attrNameLst>
                                          <p:attrName>ppt_x</p:attrName>
                                        </p:attrNameLst>
                                      </p:cBhvr>
                                      <p:tavLst>
                                        <p:tav tm="0">
                                          <p:val>
                                            <p:strVal val="0-#ppt_w/2"/>
                                          </p:val>
                                        </p:tav>
                                        <p:tav tm="100000">
                                          <p:val>
                                            <p:strVal val="#ppt_x"/>
                                          </p:val>
                                        </p:tav>
                                      </p:tavLst>
                                    </p:anim>
                                    <p:anim calcmode="lin" valueType="num">
                                      <p:cBhvr additive="base">
                                        <p:cTn id="62" dur="500" fill="hold"/>
                                        <p:tgtEl>
                                          <p:spTgt spid="12"/>
                                        </p:tgtEl>
                                        <p:attrNameLst>
                                          <p:attrName>ppt_y</p:attrName>
                                        </p:attrNameLst>
                                      </p:cBhvr>
                                      <p:tavLst>
                                        <p:tav tm="0">
                                          <p:val>
                                            <p:strVal val="#ppt_y"/>
                                          </p:val>
                                        </p:tav>
                                        <p:tav tm="100000">
                                          <p:val>
                                            <p:strVal val="#ppt_y"/>
                                          </p:val>
                                        </p:tav>
                                      </p:tavLst>
                                    </p:anim>
                                  </p:childTnLst>
                                </p:cTn>
                              </p:par>
                              <p:par>
                                <p:cTn id="63" presetID="2" presetClass="entr" presetSubtype="8" fill="hold" grpId="0" nodeType="withEffect">
                                  <p:stCondLst>
                                    <p:cond delay="2160"/>
                                  </p:stCondLst>
                                  <p:childTnLst>
                                    <p:set>
                                      <p:cBhvr>
                                        <p:cTn id="64" dur="1" fill="hold">
                                          <p:stCondLst>
                                            <p:cond delay="0"/>
                                          </p:stCondLst>
                                        </p:cTn>
                                        <p:tgtEl>
                                          <p:spTgt spid="13"/>
                                        </p:tgtEl>
                                        <p:attrNameLst>
                                          <p:attrName>style.visibility</p:attrName>
                                        </p:attrNameLst>
                                      </p:cBhvr>
                                      <p:to>
                                        <p:strVal val="visible"/>
                                      </p:to>
                                    </p:set>
                                    <p:anim calcmode="lin" valueType="num">
                                      <p:cBhvr additive="base">
                                        <p:cTn id="65" dur="500" fill="hold"/>
                                        <p:tgtEl>
                                          <p:spTgt spid="13"/>
                                        </p:tgtEl>
                                        <p:attrNameLst>
                                          <p:attrName>ppt_x</p:attrName>
                                        </p:attrNameLst>
                                      </p:cBhvr>
                                      <p:tavLst>
                                        <p:tav tm="0">
                                          <p:val>
                                            <p:strVal val="0-#ppt_w/2"/>
                                          </p:val>
                                        </p:tav>
                                        <p:tav tm="100000">
                                          <p:val>
                                            <p:strVal val="#ppt_x"/>
                                          </p:val>
                                        </p:tav>
                                      </p:tavLst>
                                    </p:anim>
                                    <p:anim calcmode="lin" valueType="num">
                                      <p:cBhvr additive="base">
                                        <p:cTn id="66"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9" grpId="0" animBg="1"/>
      <p:bldP spid="11" grpId="0" animBg="1"/>
      <p:bldP spid="13"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TotalTime>
  <Words>4014</Words>
  <Application>Microsoft Office PowerPoint</Application>
  <PresentationFormat>Grand écran</PresentationFormat>
  <Paragraphs>507</Paragraphs>
  <Slides>27</Slides>
  <Notes>27</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27</vt:i4>
      </vt:variant>
    </vt:vector>
  </HeadingPairs>
  <TitlesOfParts>
    <vt:vector size="36" baseType="lpstr">
      <vt:lpstr>Yu Gothic UI</vt:lpstr>
      <vt:lpstr>Arial</vt:lpstr>
      <vt:lpstr>Calibri</vt:lpstr>
      <vt:lpstr>Impact</vt:lpstr>
      <vt:lpstr>Segoe UI</vt:lpstr>
      <vt:lpstr>Segoe UI Black</vt:lpstr>
      <vt:lpstr>Segoe UI Semibold</vt:lpstr>
      <vt:lpstr>Wingdings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Plateforme intelligente d’assistance au dépannage</dc:title>
  <dc:subject>PptxGenJS Presentation</dc:subject>
  <dc:creator>FEUNOU FOSSO Otniel</dc:creator>
  <cp:lastModifiedBy>Arsène</cp:lastModifiedBy>
  <cp:revision>11</cp:revision>
  <dcterms:created xsi:type="dcterms:W3CDTF">2026-09-27T19:47:29Z</dcterms:created>
  <dcterms:modified xsi:type="dcterms:W3CDTF">2026-10-07T09:45:04Z</dcterms:modified>
</cp:coreProperties>
</file>